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4" r:id="rId2"/>
  </p:sldMasterIdLst>
  <p:notesMasterIdLst>
    <p:notesMasterId r:id="rId31"/>
  </p:notesMasterIdLst>
  <p:sldIdLst>
    <p:sldId id="284" r:id="rId3"/>
    <p:sldId id="488" r:id="rId4"/>
    <p:sldId id="486" r:id="rId5"/>
    <p:sldId id="491" r:id="rId6"/>
    <p:sldId id="492" r:id="rId7"/>
    <p:sldId id="493" r:id="rId8"/>
    <p:sldId id="257" r:id="rId9"/>
    <p:sldId id="258" r:id="rId10"/>
    <p:sldId id="500" r:id="rId11"/>
    <p:sldId id="260" r:id="rId12"/>
    <p:sldId id="494" r:id="rId13"/>
    <p:sldId id="276" r:id="rId14"/>
    <p:sldId id="277" r:id="rId15"/>
    <p:sldId id="281" r:id="rId16"/>
    <p:sldId id="282" r:id="rId17"/>
    <p:sldId id="283" r:id="rId18"/>
    <p:sldId id="273" r:id="rId19"/>
    <p:sldId id="278" r:id="rId20"/>
    <p:sldId id="495" r:id="rId21"/>
    <p:sldId id="498" r:id="rId22"/>
    <p:sldId id="497" r:id="rId23"/>
    <p:sldId id="496" r:id="rId24"/>
    <p:sldId id="279" r:id="rId25"/>
    <p:sldId id="261" r:id="rId26"/>
    <p:sldId id="280" r:id="rId27"/>
    <p:sldId id="499" r:id="rId28"/>
    <p:sldId id="501" r:id="rId29"/>
    <p:sldId id="25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78983" autoAdjust="0"/>
  </p:normalViewPr>
  <p:slideViewPr>
    <p:cSldViewPr snapToGrid="0">
      <p:cViewPr varScale="1">
        <p:scale>
          <a:sx n="75" d="100"/>
          <a:sy n="75" d="100"/>
        </p:scale>
        <p:origin x="74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1F8BC1-DC94-491B-AA44-0232F744EE98}"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8B709C-82E0-4ADF-BDA3-CCA1C8B22229}" type="slidenum">
              <a:rPr lang="en-US" smtClean="0"/>
              <a:t>‹#›</a:t>
            </a:fld>
            <a:endParaRPr lang="en-US"/>
          </a:p>
        </p:txBody>
      </p:sp>
    </p:spTree>
    <p:extLst>
      <p:ext uri="{BB962C8B-B14F-4D97-AF65-F5344CB8AC3E}">
        <p14:creationId xmlns:p14="http://schemas.microsoft.com/office/powerpoint/2010/main" val="3019990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5" name="Google Shape;37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70A4C-6580-9B96-AD9C-7B89F40C20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BC750F-D722-5702-D396-607F3EB383E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E743D21-3E28-75DD-6B79-50F7034E19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804FB5-1C20-6F5F-93AF-A0AA5723923A}"/>
              </a:ext>
            </a:extLst>
          </p:cNvPr>
          <p:cNvSpPr>
            <a:spLocks noGrp="1"/>
          </p:cNvSpPr>
          <p:nvPr>
            <p:ph type="sldNum" sz="quarter" idx="5"/>
          </p:nvPr>
        </p:nvSpPr>
        <p:spPr/>
        <p:txBody>
          <a:bodyPr/>
          <a:lstStyle/>
          <a:p>
            <a:fld id="{292570D5-C374-43AE-876B-55C2A221664E}" type="slidenum">
              <a:rPr lang="en-US" smtClean="0"/>
              <a:t>2</a:t>
            </a:fld>
            <a:endParaRPr lang="en-US"/>
          </a:p>
        </p:txBody>
      </p:sp>
    </p:spTree>
    <p:extLst>
      <p:ext uri="{BB962C8B-B14F-4D97-AF65-F5344CB8AC3E}">
        <p14:creationId xmlns:p14="http://schemas.microsoft.com/office/powerpoint/2010/main" val="2022225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64719-007A-9D20-6D43-3A4FCAADA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32F23C-3B6C-06AD-FDEF-F55DEF812C1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784E9A6-CB51-3C7D-DF18-0DDEC1AC42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45C7A3-AEE3-A283-A203-B801AB559F92}"/>
              </a:ext>
            </a:extLst>
          </p:cNvPr>
          <p:cNvSpPr>
            <a:spLocks noGrp="1"/>
          </p:cNvSpPr>
          <p:nvPr>
            <p:ph type="sldNum" sz="quarter" idx="5"/>
          </p:nvPr>
        </p:nvSpPr>
        <p:spPr/>
        <p:txBody>
          <a:bodyPr/>
          <a:lstStyle/>
          <a:p>
            <a:fld id="{292570D5-C374-43AE-876B-55C2A221664E}" type="slidenum">
              <a:rPr lang="en-US" smtClean="0"/>
              <a:t>3</a:t>
            </a:fld>
            <a:endParaRPr lang="en-US"/>
          </a:p>
        </p:txBody>
      </p:sp>
    </p:spTree>
    <p:extLst>
      <p:ext uri="{BB962C8B-B14F-4D97-AF65-F5344CB8AC3E}">
        <p14:creationId xmlns:p14="http://schemas.microsoft.com/office/powerpoint/2010/main" val="27312140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FD7E6-9378-263A-EC10-412A02CBCE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3A103B-85B0-E208-6061-CF80516F0A4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48FB0F2-B5C0-3ABE-C3C6-2B1D823983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06EB43-F4ED-79BD-FD95-5B1538063BFA}"/>
              </a:ext>
            </a:extLst>
          </p:cNvPr>
          <p:cNvSpPr>
            <a:spLocks noGrp="1"/>
          </p:cNvSpPr>
          <p:nvPr>
            <p:ph type="sldNum" sz="quarter" idx="5"/>
          </p:nvPr>
        </p:nvSpPr>
        <p:spPr/>
        <p:txBody>
          <a:bodyPr/>
          <a:lstStyle/>
          <a:p>
            <a:fld id="{292570D5-C374-43AE-876B-55C2A221664E}" type="slidenum">
              <a:rPr lang="en-US" smtClean="0"/>
              <a:t>4</a:t>
            </a:fld>
            <a:endParaRPr lang="en-US"/>
          </a:p>
        </p:txBody>
      </p:sp>
    </p:spTree>
    <p:extLst>
      <p:ext uri="{BB962C8B-B14F-4D97-AF65-F5344CB8AC3E}">
        <p14:creationId xmlns:p14="http://schemas.microsoft.com/office/powerpoint/2010/main" val="4052764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DFB6B-EE01-3DF8-B9A3-A31F191B45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CDC87D-3D85-CC05-4FE4-53FF5D106D9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E08C36D-D4B9-4FE5-DC38-B23AF49F0825}"/>
              </a:ext>
            </a:extLst>
          </p:cNvPr>
          <p:cNvSpPr>
            <a:spLocks noGrp="1"/>
          </p:cNvSpPr>
          <p:nvPr>
            <p:ph type="body" idx="1"/>
          </p:nvPr>
        </p:nvSpPr>
        <p:spPr/>
        <p:txBody>
          <a:bodyPr/>
          <a:lstStyle/>
          <a:p>
            <a:r>
              <a:rPr lang="en-US" dirty="0"/>
              <a:t>Recycle or reuse code</a:t>
            </a:r>
          </a:p>
        </p:txBody>
      </p:sp>
      <p:sp>
        <p:nvSpPr>
          <p:cNvPr id="4" name="Slide Number Placeholder 3">
            <a:extLst>
              <a:ext uri="{FF2B5EF4-FFF2-40B4-BE49-F238E27FC236}">
                <a16:creationId xmlns:a16="http://schemas.microsoft.com/office/drawing/2014/main" id="{4EF69198-CDDB-EB2A-AE29-45385A9F1FF3}"/>
              </a:ext>
            </a:extLst>
          </p:cNvPr>
          <p:cNvSpPr>
            <a:spLocks noGrp="1"/>
          </p:cNvSpPr>
          <p:nvPr>
            <p:ph type="sldNum" sz="quarter" idx="5"/>
          </p:nvPr>
        </p:nvSpPr>
        <p:spPr/>
        <p:txBody>
          <a:bodyPr/>
          <a:lstStyle/>
          <a:p>
            <a:fld id="{292570D5-C374-43AE-876B-55C2A221664E}" type="slidenum">
              <a:rPr lang="en-US" smtClean="0"/>
              <a:t>5</a:t>
            </a:fld>
            <a:endParaRPr lang="en-US"/>
          </a:p>
        </p:txBody>
      </p:sp>
    </p:spTree>
    <p:extLst>
      <p:ext uri="{BB962C8B-B14F-4D97-AF65-F5344CB8AC3E}">
        <p14:creationId xmlns:p14="http://schemas.microsoft.com/office/powerpoint/2010/main" val="34981412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077D8-23A0-69AD-C9B1-F0DA5168D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AD0539-47CA-484E-1C37-380F6DF5A4B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ACBD807-4EEE-A554-CBD4-973B5C7FEF54}"/>
              </a:ext>
            </a:extLst>
          </p:cNvPr>
          <p:cNvSpPr>
            <a:spLocks noGrp="1"/>
          </p:cNvSpPr>
          <p:nvPr>
            <p:ph type="body" idx="1"/>
          </p:nvPr>
        </p:nvSpPr>
        <p:spPr/>
        <p:txBody>
          <a:bodyPr/>
          <a:lstStyle/>
          <a:p>
            <a:r>
              <a:rPr lang="en-US" dirty="0"/>
              <a:t>Give it a label (def) and a call and that is how we define and use our function </a:t>
            </a:r>
          </a:p>
          <a:p>
            <a:endParaRPr lang="en-US" dirty="0"/>
          </a:p>
          <a:p>
            <a:endParaRPr lang="en-US" dirty="0"/>
          </a:p>
        </p:txBody>
      </p:sp>
      <p:sp>
        <p:nvSpPr>
          <p:cNvPr id="4" name="Slide Number Placeholder 3">
            <a:extLst>
              <a:ext uri="{FF2B5EF4-FFF2-40B4-BE49-F238E27FC236}">
                <a16:creationId xmlns:a16="http://schemas.microsoft.com/office/drawing/2014/main" id="{278DA5CF-D680-92FD-8250-5906F78C84FE}"/>
              </a:ext>
            </a:extLst>
          </p:cNvPr>
          <p:cNvSpPr>
            <a:spLocks noGrp="1"/>
          </p:cNvSpPr>
          <p:nvPr>
            <p:ph type="sldNum" sz="quarter" idx="5"/>
          </p:nvPr>
        </p:nvSpPr>
        <p:spPr/>
        <p:txBody>
          <a:bodyPr/>
          <a:lstStyle/>
          <a:p>
            <a:fld id="{292570D5-C374-43AE-876B-55C2A221664E}" type="slidenum">
              <a:rPr lang="en-US" smtClean="0"/>
              <a:t>6</a:t>
            </a:fld>
            <a:endParaRPr lang="en-US"/>
          </a:p>
        </p:txBody>
      </p:sp>
    </p:spTree>
    <p:extLst>
      <p:ext uri="{BB962C8B-B14F-4D97-AF65-F5344CB8AC3E}">
        <p14:creationId xmlns:p14="http://schemas.microsoft.com/office/powerpoint/2010/main" val="41945874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7105969b9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7105969b9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715ed335d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715ed335d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7105969b9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7105969b9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715ed335d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715ed335d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E1876-9A88-AC9A-EEA0-09A5D443F7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48ED5F-1EBB-D3DA-21D1-17A4AC27EB0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DD7F1C4-8BD1-42DE-2251-2E35849A0D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78741C-CD8D-4A35-2F6E-59CC0DFE77A8}"/>
              </a:ext>
            </a:extLst>
          </p:cNvPr>
          <p:cNvSpPr>
            <a:spLocks noGrp="1"/>
          </p:cNvSpPr>
          <p:nvPr>
            <p:ph type="sldNum" sz="quarter" idx="5"/>
          </p:nvPr>
        </p:nvSpPr>
        <p:spPr/>
        <p:txBody>
          <a:bodyPr/>
          <a:lstStyle/>
          <a:p>
            <a:fld id="{292570D5-C374-43AE-876B-55C2A221664E}" type="slidenum">
              <a:rPr lang="en-US" smtClean="0"/>
              <a:t>11</a:t>
            </a:fld>
            <a:endParaRPr lang="en-US"/>
          </a:p>
        </p:txBody>
      </p:sp>
    </p:spTree>
    <p:extLst>
      <p:ext uri="{BB962C8B-B14F-4D97-AF65-F5344CB8AC3E}">
        <p14:creationId xmlns:p14="http://schemas.microsoft.com/office/powerpoint/2010/main" val="13135435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open’ opens a context manager</a:t>
            </a:r>
          </a:p>
          <a:p>
            <a:r>
              <a:rPr lang="en-US" dirty="0"/>
              <a:t> - Must be in the same directory your python is in. </a:t>
            </a:r>
          </a:p>
          <a:p>
            <a:endParaRPr lang="en-US" dirty="0"/>
          </a:p>
          <a:p>
            <a:endParaRPr lang="en-US" dirty="0"/>
          </a:p>
          <a:p>
            <a:r>
              <a:rPr lang="en-US" dirty="0" err="1"/>
              <a:t>readlines</a:t>
            </a:r>
            <a:r>
              <a:rPr lang="en-US" dirty="0"/>
              <a:t> creates an actual list of all the lines in the file</a:t>
            </a:r>
          </a:p>
          <a:p>
            <a:endParaRPr lang="en-US" dirty="0"/>
          </a:p>
          <a:p>
            <a:r>
              <a:rPr lang="en-US" dirty="0"/>
              <a:t>‘r’ = read into file </a:t>
            </a:r>
          </a:p>
          <a:p>
            <a:endParaRPr lang="en-US" dirty="0"/>
          </a:p>
          <a:p>
            <a:r>
              <a:rPr lang="en-US" dirty="0"/>
              <a:t>‘w’ = writes into the file</a:t>
            </a:r>
          </a:p>
          <a:p>
            <a:endParaRPr lang="en-US" dirty="0"/>
          </a:p>
          <a:p>
            <a:r>
              <a:rPr lang="en-US" dirty="0"/>
              <a:t>‘a’ = append, will add lines to the end</a:t>
            </a:r>
          </a:p>
        </p:txBody>
      </p:sp>
      <p:sp>
        <p:nvSpPr>
          <p:cNvPr id="4" name="Slide Number Placeholder 3"/>
          <p:cNvSpPr>
            <a:spLocks noGrp="1"/>
          </p:cNvSpPr>
          <p:nvPr>
            <p:ph type="sldNum" sz="quarter" idx="5"/>
          </p:nvPr>
        </p:nvSpPr>
        <p:spPr/>
        <p:txBody>
          <a:bodyPr/>
          <a:lstStyle/>
          <a:p>
            <a:fld id="{2D8B709C-82E0-4ADF-BDA3-CCA1C8B22229}" type="slidenum">
              <a:rPr lang="en-US" smtClean="0"/>
              <a:t>13</a:t>
            </a:fld>
            <a:endParaRPr lang="en-US"/>
          </a:p>
        </p:txBody>
      </p:sp>
    </p:spTree>
    <p:extLst>
      <p:ext uri="{BB962C8B-B14F-4D97-AF65-F5344CB8AC3E}">
        <p14:creationId xmlns:p14="http://schemas.microsoft.com/office/powerpoint/2010/main" val="34243961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**Older way** is the </a:t>
            </a:r>
            <a:r>
              <a:rPr lang="en-US" dirty="0" err="1"/>
              <a:t>file_handle</a:t>
            </a:r>
            <a:r>
              <a:rPr lang="en-US" dirty="0"/>
              <a:t> (17-19)</a:t>
            </a:r>
          </a:p>
          <a:p>
            <a:endParaRPr lang="en-US" dirty="0"/>
          </a:p>
          <a:p>
            <a:endParaRPr lang="en-US" dirty="0"/>
          </a:p>
          <a:p>
            <a:r>
              <a:rPr lang="en-US" dirty="0"/>
              <a:t>‘with open’ is the newer way and best practice now</a:t>
            </a:r>
          </a:p>
        </p:txBody>
      </p:sp>
      <p:sp>
        <p:nvSpPr>
          <p:cNvPr id="4" name="Slide Number Placeholder 3"/>
          <p:cNvSpPr>
            <a:spLocks noGrp="1"/>
          </p:cNvSpPr>
          <p:nvPr>
            <p:ph type="sldNum" sz="quarter" idx="5"/>
          </p:nvPr>
        </p:nvSpPr>
        <p:spPr/>
        <p:txBody>
          <a:bodyPr/>
          <a:lstStyle/>
          <a:p>
            <a:fld id="{2D8B709C-82E0-4ADF-BDA3-CCA1C8B22229}" type="slidenum">
              <a:rPr lang="en-US" smtClean="0"/>
              <a:t>15</a:t>
            </a:fld>
            <a:endParaRPr lang="en-US"/>
          </a:p>
        </p:txBody>
      </p:sp>
    </p:spTree>
    <p:extLst>
      <p:ext uri="{BB962C8B-B14F-4D97-AF65-F5344CB8AC3E}">
        <p14:creationId xmlns:p14="http://schemas.microsoft.com/office/powerpoint/2010/main" val="32525019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jpe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rgbClr val="221F20"/>
        </a:solid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39F9F092-1A2E-3BC5-0D99-EE4B132543F8}"/>
              </a:ext>
            </a:extLst>
          </p:cNvPr>
          <p:cNvSpPr>
            <a:spLocks noGrp="1"/>
          </p:cNvSpPr>
          <p:nvPr>
            <p:ph type="dt" sz="half" idx="49"/>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21" name="Slide Number Placeholder 20">
            <a:extLst>
              <a:ext uri="{FF2B5EF4-FFF2-40B4-BE49-F238E27FC236}">
                <a16:creationId xmlns:a16="http://schemas.microsoft.com/office/drawing/2014/main" id="{4D3DAC6A-DFDF-B313-4DB4-FA56B489F422}"/>
              </a:ext>
            </a:extLst>
          </p:cNvPr>
          <p:cNvSpPr>
            <a:spLocks noGrp="1"/>
          </p:cNvSpPr>
          <p:nvPr>
            <p:ph type="sldNum" sz="quarter" idx="50"/>
          </p:nvPr>
        </p:nvSpPr>
        <p:spPr>
          <a:xfrm>
            <a:off x="11210716" y="6629400"/>
            <a:ext cx="442001" cy="228600"/>
          </a:xfrm>
          <a:prstGeom prst="rect">
            <a:avLst/>
          </a:prstGeom>
        </p:spPr>
        <p:txBody>
          <a:bodyPr/>
          <a:lstStyle/>
          <a:p>
            <a:fld id="{79D051F2-C7C4-43BD-B552-C78CE0DE4128}" type="slidenum">
              <a:rPr lang="en-US" smtClean="0"/>
              <a:t>‹#›</a:t>
            </a:fld>
            <a:endParaRPr lang="en-US"/>
          </a:p>
        </p:txBody>
      </p:sp>
      <p:sp>
        <p:nvSpPr>
          <p:cNvPr id="13" name="Text Placeholder 30">
            <a:extLst>
              <a:ext uri="{FF2B5EF4-FFF2-40B4-BE49-F238E27FC236}">
                <a16:creationId xmlns:a16="http://schemas.microsoft.com/office/drawing/2014/main" id="{FC933DC4-3663-15AC-8A64-D7573EE2EC9F}"/>
              </a:ext>
            </a:extLst>
          </p:cNvPr>
          <p:cNvSpPr>
            <a:spLocks noGrp="1"/>
          </p:cNvSpPr>
          <p:nvPr>
            <p:ph type="body" sz="quarter" idx="39" hasCustomPrompt="1"/>
          </p:nvPr>
        </p:nvSpPr>
        <p:spPr>
          <a:xfrm>
            <a:off x="547688" y="5133530"/>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2" name="Text Placeholder 30">
            <a:extLst>
              <a:ext uri="{FF2B5EF4-FFF2-40B4-BE49-F238E27FC236}">
                <a16:creationId xmlns:a16="http://schemas.microsoft.com/office/drawing/2014/main" id="{1FE393D1-D968-8D71-45F7-5B4A7CEF5CF9}"/>
              </a:ext>
            </a:extLst>
          </p:cNvPr>
          <p:cNvSpPr>
            <a:spLocks noGrp="1"/>
          </p:cNvSpPr>
          <p:nvPr>
            <p:ph type="body" sz="quarter" idx="40" hasCustomPrompt="1"/>
          </p:nvPr>
        </p:nvSpPr>
        <p:spPr>
          <a:xfrm>
            <a:off x="547688" y="4952738"/>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3" name="Text Placeholder 30">
            <a:extLst>
              <a:ext uri="{FF2B5EF4-FFF2-40B4-BE49-F238E27FC236}">
                <a16:creationId xmlns:a16="http://schemas.microsoft.com/office/drawing/2014/main" id="{DF69BC8A-AD59-63A3-64A2-27F7496859F1}"/>
              </a:ext>
            </a:extLst>
          </p:cNvPr>
          <p:cNvSpPr>
            <a:spLocks noGrp="1"/>
          </p:cNvSpPr>
          <p:nvPr>
            <p:ph type="body" sz="quarter" idx="41" hasCustomPrompt="1"/>
          </p:nvPr>
        </p:nvSpPr>
        <p:spPr>
          <a:xfrm>
            <a:off x="547688" y="5314322"/>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24" name="Text Placeholder 30">
            <a:extLst>
              <a:ext uri="{FF2B5EF4-FFF2-40B4-BE49-F238E27FC236}">
                <a16:creationId xmlns:a16="http://schemas.microsoft.com/office/drawing/2014/main" id="{EDE4793B-EE3D-A719-6990-5D9F67CBAF13}"/>
              </a:ext>
            </a:extLst>
          </p:cNvPr>
          <p:cNvSpPr>
            <a:spLocks noGrp="1"/>
          </p:cNvSpPr>
          <p:nvPr>
            <p:ph type="body" sz="quarter" idx="42" hasCustomPrompt="1"/>
          </p:nvPr>
        </p:nvSpPr>
        <p:spPr>
          <a:xfrm>
            <a:off x="547688" y="5495114"/>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25" name="Text Placeholder 30">
            <a:extLst>
              <a:ext uri="{FF2B5EF4-FFF2-40B4-BE49-F238E27FC236}">
                <a16:creationId xmlns:a16="http://schemas.microsoft.com/office/drawing/2014/main" id="{A24EE18E-6DA7-CB84-1F21-8DF1C7482384}"/>
              </a:ext>
            </a:extLst>
          </p:cNvPr>
          <p:cNvSpPr>
            <a:spLocks noGrp="1"/>
          </p:cNvSpPr>
          <p:nvPr>
            <p:ph type="body" sz="quarter" idx="43" hasCustomPrompt="1"/>
          </p:nvPr>
        </p:nvSpPr>
        <p:spPr>
          <a:xfrm>
            <a:off x="547688" y="5675906"/>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26" name="Text Placeholder 30">
            <a:extLst>
              <a:ext uri="{FF2B5EF4-FFF2-40B4-BE49-F238E27FC236}">
                <a16:creationId xmlns:a16="http://schemas.microsoft.com/office/drawing/2014/main" id="{AAEE65B4-7FC0-51E0-61A9-DA039122F268}"/>
              </a:ext>
            </a:extLst>
          </p:cNvPr>
          <p:cNvSpPr>
            <a:spLocks noGrp="1"/>
          </p:cNvSpPr>
          <p:nvPr>
            <p:ph type="body" sz="quarter" idx="44"/>
          </p:nvPr>
        </p:nvSpPr>
        <p:spPr>
          <a:xfrm>
            <a:off x="1981200" y="5133530"/>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7" name="Text Placeholder 30">
            <a:extLst>
              <a:ext uri="{FF2B5EF4-FFF2-40B4-BE49-F238E27FC236}">
                <a16:creationId xmlns:a16="http://schemas.microsoft.com/office/drawing/2014/main" id="{6483CD3B-2F61-38F8-2851-B10539781BDC}"/>
              </a:ext>
            </a:extLst>
          </p:cNvPr>
          <p:cNvSpPr>
            <a:spLocks noGrp="1"/>
          </p:cNvSpPr>
          <p:nvPr>
            <p:ph type="body" sz="quarter" idx="45"/>
          </p:nvPr>
        </p:nvSpPr>
        <p:spPr>
          <a:xfrm>
            <a:off x="1981200" y="4952738"/>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8" name="Text Placeholder 30">
            <a:extLst>
              <a:ext uri="{FF2B5EF4-FFF2-40B4-BE49-F238E27FC236}">
                <a16:creationId xmlns:a16="http://schemas.microsoft.com/office/drawing/2014/main" id="{F72C11EB-F1A8-B896-9775-C7ADA2F83259}"/>
              </a:ext>
            </a:extLst>
          </p:cNvPr>
          <p:cNvSpPr>
            <a:spLocks noGrp="1"/>
          </p:cNvSpPr>
          <p:nvPr>
            <p:ph type="body" sz="quarter" idx="46"/>
          </p:nvPr>
        </p:nvSpPr>
        <p:spPr>
          <a:xfrm>
            <a:off x="1981200" y="5314322"/>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9" name="Text Placeholder 30">
            <a:extLst>
              <a:ext uri="{FF2B5EF4-FFF2-40B4-BE49-F238E27FC236}">
                <a16:creationId xmlns:a16="http://schemas.microsoft.com/office/drawing/2014/main" id="{4BF91907-2C5A-9E08-110C-64B850CA6482}"/>
              </a:ext>
            </a:extLst>
          </p:cNvPr>
          <p:cNvSpPr>
            <a:spLocks noGrp="1"/>
          </p:cNvSpPr>
          <p:nvPr>
            <p:ph type="body" sz="quarter" idx="47"/>
          </p:nvPr>
        </p:nvSpPr>
        <p:spPr>
          <a:xfrm>
            <a:off x="1981200" y="5495114"/>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30" name="Text Placeholder 30">
            <a:extLst>
              <a:ext uri="{FF2B5EF4-FFF2-40B4-BE49-F238E27FC236}">
                <a16:creationId xmlns:a16="http://schemas.microsoft.com/office/drawing/2014/main" id="{0F5C0BB3-E700-E0BE-1E5D-F32BFF0DB730}"/>
              </a:ext>
            </a:extLst>
          </p:cNvPr>
          <p:cNvSpPr>
            <a:spLocks noGrp="1"/>
          </p:cNvSpPr>
          <p:nvPr>
            <p:ph type="body" sz="quarter" idx="48"/>
          </p:nvPr>
        </p:nvSpPr>
        <p:spPr>
          <a:xfrm>
            <a:off x="1981200" y="5675906"/>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pic>
        <p:nvPicPr>
          <p:cNvPr id="5" name="U.S. Army" descr="U.S. Army">
            <a:extLst>
              <a:ext uri="{FF2B5EF4-FFF2-40B4-BE49-F238E27FC236}">
                <a16:creationId xmlns:a16="http://schemas.microsoft.com/office/drawing/2014/main" id="{8765D769-2E19-A1D0-70F0-660B5118F32F}"/>
              </a:ext>
            </a:extLst>
          </p:cNvPr>
          <p:cNvPicPr>
            <a:picLocks noChangeAspect="1"/>
          </p:cNvPicPr>
          <p:nvPr/>
        </p:nvPicPr>
        <p:blipFill>
          <a:blip r:embed="rId2"/>
          <a:stretch>
            <a:fillRect/>
          </a:stretch>
        </p:blipFill>
        <p:spPr bwMode="black">
          <a:xfrm>
            <a:off x="244899" y="112631"/>
            <a:ext cx="3246120" cy="1225808"/>
          </a:xfrm>
          <a:prstGeom prst="rect">
            <a:avLst/>
          </a:prstGeom>
        </p:spPr>
      </p:pic>
      <p:pic>
        <p:nvPicPr>
          <p:cNvPr id="7" name="Picture 6">
            <a:extLst>
              <a:ext uri="{FF2B5EF4-FFF2-40B4-BE49-F238E27FC236}">
                <a16:creationId xmlns:a16="http://schemas.microsoft.com/office/drawing/2014/main" id="{4367708F-A6ED-2C67-AAB2-F57AAA10F9A2}"/>
              </a:ext>
            </a:extLst>
          </p:cNvPr>
          <p:cNvPicPr>
            <a:picLocks noChangeAspect="1"/>
          </p:cNvPicPr>
          <p:nvPr/>
        </p:nvPicPr>
        <p:blipFill>
          <a:blip r:embed="rId3"/>
          <a:srcRect/>
          <a:stretch/>
        </p:blipFill>
        <p:spPr>
          <a:xfrm>
            <a:off x="10004616" y="411162"/>
            <a:ext cx="1629707" cy="478023"/>
          </a:xfrm>
          <a:prstGeom prst="rect">
            <a:avLst/>
          </a:prstGeom>
        </p:spPr>
      </p:pic>
      <p:grpSp>
        <p:nvGrpSpPr>
          <p:cNvPr id="4" name="Group">
            <a:extLst>
              <a:ext uri="{FF2B5EF4-FFF2-40B4-BE49-F238E27FC236}">
                <a16:creationId xmlns:a16="http://schemas.microsoft.com/office/drawing/2014/main" id="{0D2A18CE-EA59-FCDB-5CF9-72169831C632}"/>
              </a:ext>
              <a:ext uri="{C183D7F6-B498-43B3-948B-1728B52AA6E4}">
                <adec:decorative xmlns:adec="http://schemas.microsoft.com/office/drawing/2017/decorative" val="1"/>
              </a:ext>
            </a:extLst>
          </p:cNvPr>
          <p:cNvGrpSpPr/>
          <p:nvPr/>
        </p:nvGrpSpPr>
        <p:grpSpPr>
          <a:xfrm>
            <a:off x="548218" y="1974220"/>
            <a:ext cx="7173381" cy="2377440"/>
            <a:chOff x="411163" y="2240280"/>
            <a:chExt cx="6446837" cy="2377440"/>
          </a:xfrm>
        </p:grpSpPr>
        <p:sp>
          <p:nvSpPr>
            <p:cNvPr id="15" name="Rectangle">
              <a:extLst>
                <a:ext uri="{FF2B5EF4-FFF2-40B4-BE49-F238E27FC236}">
                  <a16:creationId xmlns:a16="http://schemas.microsoft.com/office/drawing/2014/main" id="{453FC9A3-D341-95FE-49D0-507EC65462D2}"/>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18" name="Line">
              <a:extLst>
                <a:ext uri="{FF2B5EF4-FFF2-40B4-BE49-F238E27FC236}">
                  <a16:creationId xmlns:a16="http://schemas.microsoft.com/office/drawing/2014/main" id="{2A030869-4AC4-CE94-F004-03103C4DBCA4}"/>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19" name="Line">
              <a:extLst>
                <a:ext uri="{FF2B5EF4-FFF2-40B4-BE49-F238E27FC236}">
                  <a16:creationId xmlns:a16="http://schemas.microsoft.com/office/drawing/2014/main" id="{5AB8E5F3-02DC-C870-FF70-6B7F087F40F4}"/>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31" name="Title 1">
            <a:extLst>
              <a:ext uri="{FF2B5EF4-FFF2-40B4-BE49-F238E27FC236}">
                <a16:creationId xmlns:a16="http://schemas.microsoft.com/office/drawing/2014/main" id="{0A3716E9-1A78-32FC-3DC4-30F600373863}"/>
              </a:ext>
            </a:extLst>
          </p:cNvPr>
          <p:cNvSpPr>
            <a:spLocks noGrp="1"/>
          </p:cNvSpPr>
          <p:nvPr>
            <p:ph type="ctrTitle" hasCustomPrompt="1"/>
          </p:nvPr>
        </p:nvSpPr>
        <p:spPr>
          <a:xfrm>
            <a:off x="914400" y="2202820"/>
            <a:ext cx="6429375" cy="1325880"/>
          </a:xfrm>
          <a:prstGeom prst="rect">
            <a:avLst/>
          </a:prstGeom>
        </p:spPr>
        <p:txBody>
          <a:bodyPr anchor="t" anchorCtr="0"/>
          <a:lstStyle>
            <a:lvl1pPr algn="l">
              <a:lnSpc>
                <a:spcPct val="80000"/>
              </a:lnSpc>
              <a:defRPr sz="3600"/>
            </a:lvl1pPr>
          </a:lstStyle>
          <a:p>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CC01"/>
                </a:solidFill>
                <a:effectLst/>
                <a:uLnTx/>
                <a:uFillTx/>
                <a:latin typeface="Arial"/>
                <a:ea typeface="+mj-ea"/>
                <a:cs typeface="+mj-cs"/>
              </a:rPr>
              <a:t>THREE LINES MAX</a:t>
            </a:r>
            <a:endParaRPr lang="en-US"/>
          </a:p>
        </p:txBody>
      </p:sp>
      <p:sp>
        <p:nvSpPr>
          <p:cNvPr id="32" name="Subtitle 2">
            <a:extLst>
              <a:ext uri="{FF2B5EF4-FFF2-40B4-BE49-F238E27FC236}">
                <a16:creationId xmlns:a16="http://schemas.microsoft.com/office/drawing/2014/main" id="{9BBCBD69-970D-2A8D-E951-CFBC732DBCF4}"/>
              </a:ext>
            </a:extLst>
          </p:cNvPr>
          <p:cNvSpPr>
            <a:spLocks noGrp="1"/>
          </p:cNvSpPr>
          <p:nvPr>
            <p:ph type="subTitle" idx="1" hasCustomPrompt="1"/>
          </p:nvPr>
        </p:nvSpPr>
        <p:spPr>
          <a:xfrm>
            <a:off x="914401" y="3784732"/>
            <a:ext cx="3565524" cy="457200"/>
          </a:xfrm>
          <a:prstGeom prst="rect">
            <a:avLst/>
          </a:prstGeo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33" name="Text Placeholder 3">
            <a:extLst>
              <a:ext uri="{FF2B5EF4-FFF2-40B4-BE49-F238E27FC236}">
                <a16:creationId xmlns:a16="http://schemas.microsoft.com/office/drawing/2014/main" id="{845FCD4C-F9C5-DECB-5274-6DEC95A50B53}"/>
              </a:ext>
            </a:extLst>
          </p:cNvPr>
          <p:cNvSpPr>
            <a:spLocks noGrp="1"/>
          </p:cNvSpPr>
          <p:nvPr>
            <p:ph type="body" sz="quarter" idx="10" hasCustomPrompt="1"/>
          </p:nvPr>
        </p:nvSpPr>
        <p:spPr>
          <a:xfrm>
            <a:off x="5212079" y="3784732"/>
            <a:ext cx="2131695" cy="457200"/>
          </a:xfrm>
          <a:prstGeom prst="rect">
            <a:avLst/>
          </a:prstGeo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
        <p:nvSpPr>
          <p:cNvPr id="2" name="Rectangle 1">
            <a:extLst>
              <a:ext uri="{FF2B5EF4-FFF2-40B4-BE49-F238E27FC236}">
                <a16:creationId xmlns:a16="http://schemas.microsoft.com/office/drawing/2014/main" id="{410D24ED-E5F8-CA86-25F1-78110A690DC5}"/>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p>
        </p:txBody>
      </p:sp>
      <p:sp>
        <p:nvSpPr>
          <p:cNvPr id="3" name="Rectangle 15">
            <a:extLst>
              <a:ext uri="{FF2B5EF4-FFF2-40B4-BE49-F238E27FC236}">
                <a16:creationId xmlns:a16="http://schemas.microsoft.com/office/drawing/2014/main" id="{5F51F9D9-5896-27C6-545B-841C41CB76F2}"/>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p>
        </p:txBody>
      </p:sp>
    </p:spTree>
    <p:extLst>
      <p:ext uri="{BB962C8B-B14F-4D97-AF65-F5344CB8AC3E}">
        <p14:creationId xmlns:p14="http://schemas.microsoft.com/office/powerpoint/2010/main" val="89293788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 White">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D1B5714-1C67-5305-161F-BB8ABA64529E}"/>
              </a:ext>
            </a:extLst>
          </p:cNvPr>
          <p:cNvSpPr>
            <a:spLocks noGrp="1"/>
          </p:cNvSpPr>
          <p:nvPr>
            <p:ph type="dt" sz="half" idx="11"/>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7" name="Slide Number Placeholder 6">
            <a:extLst>
              <a:ext uri="{FF2B5EF4-FFF2-40B4-BE49-F238E27FC236}">
                <a16:creationId xmlns:a16="http://schemas.microsoft.com/office/drawing/2014/main" id="{BC66A96F-567A-34EC-DC2C-66C406228A96}"/>
              </a:ext>
            </a:extLst>
          </p:cNvPr>
          <p:cNvSpPr>
            <a:spLocks noGrp="1"/>
          </p:cNvSpPr>
          <p:nvPr>
            <p:ph type="sldNum" sz="quarter" idx="12"/>
          </p:nvPr>
        </p:nvSpPr>
        <p:spPr>
          <a:xfrm>
            <a:off x="11210716" y="6629400"/>
            <a:ext cx="442001" cy="228600"/>
          </a:xfrm>
          <a:prstGeom prst="rect">
            <a:avLst/>
          </a:prstGeom>
        </p:spPr>
        <p:txBody>
          <a:bodyPr/>
          <a:lstStyle/>
          <a:p>
            <a:fld id="{79D051F2-C7C4-43BD-B552-C78CE0DE4128}" type="slidenum">
              <a:rPr lang="en-US" smtClean="0"/>
              <a:t>‹#›</a:t>
            </a:fld>
            <a:endParaRPr lang="en-US"/>
          </a:p>
        </p:txBody>
      </p:sp>
      <p:pic>
        <p:nvPicPr>
          <p:cNvPr id="8" name="U.S. Army" descr="U.S. Army">
            <a:extLst>
              <a:ext uri="{FF2B5EF4-FFF2-40B4-BE49-F238E27FC236}">
                <a16:creationId xmlns:a16="http://schemas.microsoft.com/office/drawing/2014/main" id="{C4525471-71C4-E84C-06B5-CF4BA10994C2}"/>
              </a:ext>
            </a:extLst>
          </p:cNvPr>
          <p:cNvPicPr>
            <a:picLocks noChangeAspect="1"/>
          </p:cNvPicPr>
          <p:nvPr/>
        </p:nvPicPr>
        <p:blipFill>
          <a:blip r:embed="rId2"/>
          <a:stretch>
            <a:fillRect/>
          </a:stretch>
        </p:blipFill>
        <p:spPr bwMode="black">
          <a:xfrm>
            <a:off x="180891" y="104974"/>
            <a:ext cx="3246120" cy="1225808"/>
          </a:xfrm>
          <a:prstGeom prst="rect">
            <a:avLst/>
          </a:prstGeom>
          <a:noFill/>
        </p:spPr>
      </p:pic>
      <p:sp>
        <p:nvSpPr>
          <p:cNvPr id="9" name="Text Placeholder 30">
            <a:extLst>
              <a:ext uri="{FF2B5EF4-FFF2-40B4-BE49-F238E27FC236}">
                <a16:creationId xmlns:a16="http://schemas.microsoft.com/office/drawing/2014/main" id="{00EB67EC-5954-991C-39BB-6509621390EB}"/>
              </a:ext>
            </a:extLst>
          </p:cNvPr>
          <p:cNvSpPr>
            <a:spLocks noGrp="1"/>
          </p:cNvSpPr>
          <p:nvPr>
            <p:ph type="body" sz="quarter" idx="39" hasCustomPrompt="1"/>
          </p:nvPr>
        </p:nvSpPr>
        <p:spPr>
          <a:xfrm>
            <a:off x="547688" y="5133530"/>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3" name="Text Placeholder 30">
            <a:extLst>
              <a:ext uri="{FF2B5EF4-FFF2-40B4-BE49-F238E27FC236}">
                <a16:creationId xmlns:a16="http://schemas.microsoft.com/office/drawing/2014/main" id="{E6059881-3615-6A80-014A-12F5EBBBE25A}"/>
              </a:ext>
            </a:extLst>
          </p:cNvPr>
          <p:cNvSpPr>
            <a:spLocks noGrp="1"/>
          </p:cNvSpPr>
          <p:nvPr>
            <p:ph type="body" sz="quarter" idx="40" hasCustomPrompt="1"/>
          </p:nvPr>
        </p:nvSpPr>
        <p:spPr>
          <a:xfrm>
            <a:off x="547688" y="4952738"/>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4" name="Text Placeholder 30">
            <a:extLst>
              <a:ext uri="{FF2B5EF4-FFF2-40B4-BE49-F238E27FC236}">
                <a16:creationId xmlns:a16="http://schemas.microsoft.com/office/drawing/2014/main" id="{E2D99AAA-01B9-ED71-F90F-711F200233EB}"/>
              </a:ext>
            </a:extLst>
          </p:cNvPr>
          <p:cNvSpPr>
            <a:spLocks noGrp="1"/>
          </p:cNvSpPr>
          <p:nvPr>
            <p:ph type="body" sz="quarter" idx="41" hasCustomPrompt="1"/>
          </p:nvPr>
        </p:nvSpPr>
        <p:spPr>
          <a:xfrm>
            <a:off x="547688" y="5314322"/>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6" name="Text Placeholder 30">
            <a:extLst>
              <a:ext uri="{FF2B5EF4-FFF2-40B4-BE49-F238E27FC236}">
                <a16:creationId xmlns:a16="http://schemas.microsoft.com/office/drawing/2014/main" id="{AA78AC6A-4B5E-2F9D-94D1-897336CBC5FD}"/>
              </a:ext>
            </a:extLst>
          </p:cNvPr>
          <p:cNvSpPr>
            <a:spLocks noGrp="1"/>
          </p:cNvSpPr>
          <p:nvPr>
            <p:ph type="body" sz="quarter" idx="42" hasCustomPrompt="1"/>
          </p:nvPr>
        </p:nvSpPr>
        <p:spPr>
          <a:xfrm>
            <a:off x="547688" y="5495114"/>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7" name="Text Placeholder 30">
            <a:extLst>
              <a:ext uri="{FF2B5EF4-FFF2-40B4-BE49-F238E27FC236}">
                <a16:creationId xmlns:a16="http://schemas.microsoft.com/office/drawing/2014/main" id="{E909E494-A135-FCDC-B270-D6B7047A3B14}"/>
              </a:ext>
            </a:extLst>
          </p:cNvPr>
          <p:cNvSpPr>
            <a:spLocks noGrp="1"/>
          </p:cNvSpPr>
          <p:nvPr>
            <p:ph type="body" sz="quarter" idx="43" hasCustomPrompt="1"/>
          </p:nvPr>
        </p:nvSpPr>
        <p:spPr>
          <a:xfrm>
            <a:off x="547688" y="5675906"/>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8" name="Text Placeholder 30">
            <a:extLst>
              <a:ext uri="{FF2B5EF4-FFF2-40B4-BE49-F238E27FC236}">
                <a16:creationId xmlns:a16="http://schemas.microsoft.com/office/drawing/2014/main" id="{99D08674-52BB-F86B-32DC-93D0F45597F7}"/>
              </a:ext>
            </a:extLst>
          </p:cNvPr>
          <p:cNvSpPr>
            <a:spLocks noGrp="1"/>
          </p:cNvSpPr>
          <p:nvPr>
            <p:ph type="body" sz="quarter" idx="44"/>
          </p:nvPr>
        </p:nvSpPr>
        <p:spPr>
          <a:xfrm>
            <a:off x="1981200" y="5133530"/>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9" name="Text Placeholder 30">
            <a:extLst>
              <a:ext uri="{FF2B5EF4-FFF2-40B4-BE49-F238E27FC236}">
                <a16:creationId xmlns:a16="http://schemas.microsoft.com/office/drawing/2014/main" id="{75B8A948-14E8-9F98-4694-85A4D577B42A}"/>
              </a:ext>
            </a:extLst>
          </p:cNvPr>
          <p:cNvSpPr>
            <a:spLocks noGrp="1"/>
          </p:cNvSpPr>
          <p:nvPr>
            <p:ph type="body" sz="quarter" idx="45"/>
          </p:nvPr>
        </p:nvSpPr>
        <p:spPr>
          <a:xfrm>
            <a:off x="1981200" y="4952738"/>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0" name="Text Placeholder 30">
            <a:extLst>
              <a:ext uri="{FF2B5EF4-FFF2-40B4-BE49-F238E27FC236}">
                <a16:creationId xmlns:a16="http://schemas.microsoft.com/office/drawing/2014/main" id="{8594BC0E-E83A-A7AB-AD3C-A280B5A706D3}"/>
              </a:ext>
            </a:extLst>
          </p:cNvPr>
          <p:cNvSpPr>
            <a:spLocks noGrp="1"/>
          </p:cNvSpPr>
          <p:nvPr>
            <p:ph type="body" sz="quarter" idx="46"/>
          </p:nvPr>
        </p:nvSpPr>
        <p:spPr>
          <a:xfrm>
            <a:off x="1981200" y="5314322"/>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1" name="Text Placeholder 30">
            <a:extLst>
              <a:ext uri="{FF2B5EF4-FFF2-40B4-BE49-F238E27FC236}">
                <a16:creationId xmlns:a16="http://schemas.microsoft.com/office/drawing/2014/main" id="{45C25EBB-0808-3B97-D5EC-84FE1867AB1B}"/>
              </a:ext>
            </a:extLst>
          </p:cNvPr>
          <p:cNvSpPr>
            <a:spLocks noGrp="1"/>
          </p:cNvSpPr>
          <p:nvPr>
            <p:ph type="body" sz="quarter" idx="47"/>
          </p:nvPr>
        </p:nvSpPr>
        <p:spPr>
          <a:xfrm>
            <a:off x="1981200" y="5495114"/>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31" name="Text Placeholder 30">
            <a:extLst>
              <a:ext uri="{FF2B5EF4-FFF2-40B4-BE49-F238E27FC236}">
                <a16:creationId xmlns:a16="http://schemas.microsoft.com/office/drawing/2014/main" id="{1EEF3E66-AAEE-1C6B-9049-032018F0EF1A}"/>
              </a:ext>
            </a:extLst>
          </p:cNvPr>
          <p:cNvSpPr>
            <a:spLocks noGrp="1"/>
          </p:cNvSpPr>
          <p:nvPr>
            <p:ph type="body" sz="quarter" idx="48"/>
          </p:nvPr>
        </p:nvSpPr>
        <p:spPr>
          <a:xfrm>
            <a:off x="1981200" y="5675906"/>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grpSp>
        <p:nvGrpSpPr>
          <p:cNvPr id="48" name="Group">
            <a:extLst>
              <a:ext uri="{FF2B5EF4-FFF2-40B4-BE49-F238E27FC236}">
                <a16:creationId xmlns:a16="http://schemas.microsoft.com/office/drawing/2014/main" id="{1D6D8113-2B65-BAC0-DBC2-601012CF0173}"/>
              </a:ext>
              <a:ext uri="{C183D7F6-B498-43B3-948B-1728B52AA6E4}">
                <adec:decorative xmlns:adec="http://schemas.microsoft.com/office/drawing/2017/decorative" val="1"/>
              </a:ext>
            </a:extLst>
          </p:cNvPr>
          <p:cNvGrpSpPr/>
          <p:nvPr/>
        </p:nvGrpSpPr>
        <p:grpSpPr>
          <a:xfrm>
            <a:off x="548219" y="1974220"/>
            <a:ext cx="7173382" cy="2377440"/>
            <a:chOff x="411163" y="2240280"/>
            <a:chExt cx="6446837" cy="2377440"/>
          </a:xfrm>
        </p:grpSpPr>
        <p:sp>
          <p:nvSpPr>
            <p:cNvPr id="49" name="Rectangle">
              <a:extLst>
                <a:ext uri="{FF2B5EF4-FFF2-40B4-BE49-F238E27FC236}">
                  <a16:creationId xmlns:a16="http://schemas.microsoft.com/office/drawing/2014/main" id="{7528BC0B-D239-46B3-8ED2-9B82FDC07FCC}"/>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221F20"/>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50" name="Line">
              <a:extLst>
                <a:ext uri="{FF2B5EF4-FFF2-40B4-BE49-F238E27FC236}">
                  <a16:creationId xmlns:a16="http://schemas.microsoft.com/office/drawing/2014/main" id="{435BD1FC-4390-71A4-34EE-951EFF0886B1}"/>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cxnSp>
          <p:nvCxnSpPr>
            <p:cNvPr id="51" name="Line">
              <a:extLst>
                <a:ext uri="{FF2B5EF4-FFF2-40B4-BE49-F238E27FC236}">
                  <a16:creationId xmlns:a16="http://schemas.microsoft.com/office/drawing/2014/main" id="{F4A81146-41CE-E3FA-3A50-29CA5D91DB4F}"/>
                </a:ext>
                <a:ext uri="{C183D7F6-B498-43B3-948B-1728B52AA6E4}">
                  <adec:decorative xmlns:adec="http://schemas.microsoft.com/office/drawing/2017/decorative" val="1"/>
                </a:ext>
              </a:extLst>
            </p:cNvPr>
            <p:cNvCxnSpPr>
              <a:cxnSpLocks/>
            </p:cNvCxnSpPr>
            <p:nvPr userDrawn="1"/>
          </p:nvCxnSpPr>
          <p:spPr>
            <a:xfrm>
              <a:off x="4272796" y="3931920"/>
              <a:ext cx="0" cy="68580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grpSp>
      <p:sp>
        <p:nvSpPr>
          <p:cNvPr id="52" name="Title 1">
            <a:extLst>
              <a:ext uri="{FF2B5EF4-FFF2-40B4-BE49-F238E27FC236}">
                <a16:creationId xmlns:a16="http://schemas.microsoft.com/office/drawing/2014/main" id="{34261743-5C6B-193D-74C7-FC918BD33CB3}"/>
              </a:ext>
            </a:extLst>
          </p:cNvPr>
          <p:cNvSpPr>
            <a:spLocks noGrp="1"/>
          </p:cNvSpPr>
          <p:nvPr>
            <p:ph type="ctrTitle" hasCustomPrompt="1"/>
          </p:nvPr>
        </p:nvSpPr>
        <p:spPr>
          <a:xfrm>
            <a:off x="914399" y="2202820"/>
            <a:ext cx="6429375" cy="1325880"/>
          </a:xfrm>
          <a:prstGeom prst="rect">
            <a:avLst/>
          </a:prstGeo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53" name="Subtitle 2">
            <a:extLst>
              <a:ext uri="{FF2B5EF4-FFF2-40B4-BE49-F238E27FC236}">
                <a16:creationId xmlns:a16="http://schemas.microsoft.com/office/drawing/2014/main" id="{09DA0322-2B5C-8F10-EE8B-1FE75C5A5BFA}"/>
              </a:ext>
            </a:extLst>
          </p:cNvPr>
          <p:cNvSpPr>
            <a:spLocks noGrp="1"/>
          </p:cNvSpPr>
          <p:nvPr>
            <p:ph type="subTitle" idx="1" hasCustomPrompt="1"/>
          </p:nvPr>
        </p:nvSpPr>
        <p:spPr>
          <a:xfrm>
            <a:off x="914400" y="3784732"/>
            <a:ext cx="3565525" cy="457200"/>
          </a:xfrm>
          <a:prstGeom prst="rect">
            <a:avLst/>
          </a:prstGeo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54" name="Text Placeholder 3">
            <a:extLst>
              <a:ext uri="{FF2B5EF4-FFF2-40B4-BE49-F238E27FC236}">
                <a16:creationId xmlns:a16="http://schemas.microsoft.com/office/drawing/2014/main" id="{76359DCF-E748-9D74-A7A5-1B8C52B3E366}"/>
              </a:ext>
            </a:extLst>
          </p:cNvPr>
          <p:cNvSpPr>
            <a:spLocks noGrp="1"/>
          </p:cNvSpPr>
          <p:nvPr>
            <p:ph type="body" sz="quarter" idx="10" hasCustomPrompt="1"/>
          </p:nvPr>
        </p:nvSpPr>
        <p:spPr>
          <a:xfrm>
            <a:off x="5212079" y="3784732"/>
            <a:ext cx="2131695" cy="457200"/>
          </a:xfrm>
          <a:prstGeom prst="rect">
            <a:avLst/>
          </a:prstGeo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Tree>
    <p:extLst>
      <p:ext uri="{BB962C8B-B14F-4D97-AF65-F5344CB8AC3E}">
        <p14:creationId xmlns:p14="http://schemas.microsoft.com/office/powerpoint/2010/main" val="367169541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F9D3AB9C-26E9-8E88-3B55-B4A5EC7C31F2}"/>
              </a:ext>
            </a:extLst>
          </p:cNvPr>
          <p:cNvSpPr>
            <a:spLocks noGrp="1"/>
          </p:cNvSpPr>
          <p:nvPr>
            <p:ph type="dt" sz="half" idx="49"/>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21" name="Slide Number Placeholder 20">
            <a:extLst>
              <a:ext uri="{FF2B5EF4-FFF2-40B4-BE49-F238E27FC236}">
                <a16:creationId xmlns:a16="http://schemas.microsoft.com/office/drawing/2014/main" id="{CF1316F0-9F13-53EA-1597-09232B2FF1AB}"/>
              </a:ext>
            </a:extLst>
          </p:cNvPr>
          <p:cNvSpPr>
            <a:spLocks noGrp="1"/>
          </p:cNvSpPr>
          <p:nvPr>
            <p:ph type="sldNum" sz="quarter" idx="50"/>
          </p:nvPr>
        </p:nvSpPr>
        <p:spPr>
          <a:xfrm>
            <a:off x="11210716" y="6629400"/>
            <a:ext cx="442001" cy="228600"/>
          </a:xfrm>
          <a:prstGeom prst="rect">
            <a:avLst/>
          </a:prstGeom>
        </p:spPr>
        <p:txBody>
          <a:bodyPr/>
          <a:lstStyle/>
          <a:p>
            <a:fld id="{79D051F2-C7C4-43BD-B552-C78CE0DE4128}" type="slidenum">
              <a:rPr lang="en-US" smtClean="0"/>
              <a:t>‹#›</a:t>
            </a:fld>
            <a:endParaRPr lang="en-US"/>
          </a:p>
        </p:txBody>
      </p:sp>
      <p:pic>
        <p:nvPicPr>
          <p:cNvPr id="5" name="U.S. Army" descr="U.S. Army">
            <a:extLst>
              <a:ext uri="{FF2B5EF4-FFF2-40B4-BE49-F238E27FC236}">
                <a16:creationId xmlns:a16="http://schemas.microsoft.com/office/drawing/2014/main" id="{499EE878-E6B9-0543-B958-85A17AE36A27}"/>
              </a:ext>
            </a:extLst>
          </p:cNvPr>
          <p:cNvPicPr>
            <a:picLocks noChangeAspect="1"/>
          </p:cNvPicPr>
          <p:nvPr/>
        </p:nvPicPr>
        <p:blipFill>
          <a:blip r:embed="rId3"/>
          <a:stretch>
            <a:fillRect/>
          </a:stretch>
        </p:blipFill>
        <p:spPr bwMode="black">
          <a:xfrm>
            <a:off x="244899" y="112631"/>
            <a:ext cx="3246120" cy="1225808"/>
          </a:xfrm>
          <a:prstGeom prst="rect">
            <a:avLst/>
          </a:prstGeom>
        </p:spPr>
      </p:pic>
      <p:sp>
        <p:nvSpPr>
          <p:cNvPr id="8" name="Text Placeholder 30">
            <a:extLst>
              <a:ext uri="{FF2B5EF4-FFF2-40B4-BE49-F238E27FC236}">
                <a16:creationId xmlns:a16="http://schemas.microsoft.com/office/drawing/2014/main" id="{96CD17E6-26AB-FBB2-220C-D5185212C519}"/>
              </a:ext>
            </a:extLst>
          </p:cNvPr>
          <p:cNvSpPr>
            <a:spLocks noGrp="1"/>
          </p:cNvSpPr>
          <p:nvPr>
            <p:ph type="body" sz="quarter" idx="39" hasCustomPrompt="1"/>
          </p:nvPr>
        </p:nvSpPr>
        <p:spPr>
          <a:xfrm>
            <a:off x="547688" y="5133530"/>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9" name="Text Placeholder 30">
            <a:extLst>
              <a:ext uri="{FF2B5EF4-FFF2-40B4-BE49-F238E27FC236}">
                <a16:creationId xmlns:a16="http://schemas.microsoft.com/office/drawing/2014/main" id="{FCD1ED33-CCD9-E1B6-327A-71BC6F62C4DB}"/>
              </a:ext>
            </a:extLst>
          </p:cNvPr>
          <p:cNvSpPr>
            <a:spLocks noGrp="1"/>
          </p:cNvSpPr>
          <p:nvPr>
            <p:ph type="body" sz="quarter" idx="40" hasCustomPrompt="1"/>
          </p:nvPr>
        </p:nvSpPr>
        <p:spPr>
          <a:xfrm>
            <a:off x="547688" y="4952738"/>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1" name="Text Placeholder 30">
            <a:extLst>
              <a:ext uri="{FF2B5EF4-FFF2-40B4-BE49-F238E27FC236}">
                <a16:creationId xmlns:a16="http://schemas.microsoft.com/office/drawing/2014/main" id="{A255632D-60F3-C439-D931-6B2874E894D7}"/>
              </a:ext>
            </a:extLst>
          </p:cNvPr>
          <p:cNvSpPr>
            <a:spLocks noGrp="1"/>
          </p:cNvSpPr>
          <p:nvPr>
            <p:ph type="body" sz="quarter" idx="41" hasCustomPrompt="1"/>
          </p:nvPr>
        </p:nvSpPr>
        <p:spPr>
          <a:xfrm>
            <a:off x="547688" y="5314322"/>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2" name="Text Placeholder 30">
            <a:extLst>
              <a:ext uri="{FF2B5EF4-FFF2-40B4-BE49-F238E27FC236}">
                <a16:creationId xmlns:a16="http://schemas.microsoft.com/office/drawing/2014/main" id="{0BD3A2B1-9D40-83E3-4243-B4A52B6A636E}"/>
              </a:ext>
            </a:extLst>
          </p:cNvPr>
          <p:cNvSpPr>
            <a:spLocks noGrp="1"/>
          </p:cNvSpPr>
          <p:nvPr>
            <p:ph type="body" sz="quarter" idx="42" hasCustomPrompt="1"/>
          </p:nvPr>
        </p:nvSpPr>
        <p:spPr>
          <a:xfrm>
            <a:off x="547688" y="5495114"/>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4" name="Text Placeholder 30">
            <a:extLst>
              <a:ext uri="{FF2B5EF4-FFF2-40B4-BE49-F238E27FC236}">
                <a16:creationId xmlns:a16="http://schemas.microsoft.com/office/drawing/2014/main" id="{7AADD113-BD09-95AA-FFBA-DCC255F69FAA}"/>
              </a:ext>
            </a:extLst>
          </p:cNvPr>
          <p:cNvSpPr>
            <a:spLocks noGrp="1"/>
          </p:cNvSpPr>
          <p:nvPr>
            <p:ph type="body" sz="quarter" idx="43" hasCustomPrompt="1"/>
          </p:nvPr>
        </p:nvSpPr>
        <p:spPr>
          <a:xfrm>
            <a:off x="547688" y="5675906"/>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5" name="Text Placeholder 30">
            <a:extLst>
              <a:ext uri="{FF2B5EF4-FFF2-40B4-BE49-F238E27FC236}">
                <a16:creationId xmlns:a16="http://schemas.microsoft.com/office/drawing/2014/main" id="{A9D52B79-92E5-4D64-1757-D13A0674723F}"/>
              </a:ext>
            </a:extLst>
          </p:cNvPr>
          <p:cNvSpPr>
            <a:spLocks noGrp="1"/>
          </p:cNvSpPr>
          <p:nvPr>
            <p:ph type="body" sz="quarter" idx="44"/>
          </p:nvPr>
        </p:nvSpPr>
        <p:spPr>
          <a:xfrm>
            <a:off x="1981200" y="5133530"/>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6" name="Text Placeholder 30">
            <a:extLst>
              <a:ext uri="{FF2B5EF4-FFF2-40B4-BE49-F238E27FC236}">
                <a16:creationId xmlns:a16="http://schemas.microsoft.com/office/drawing/2014/main" id="{DF04F3CB-62F5-7A9F-E397-4800E51C0E24}"/>
              </a:ext>
            </a:extLst>
          </p:cNvPr>
          <p:cNvSpPr>
            <a:spLocks noGrp="1"/>
          </p:cNvSpPr>
          <p:nvPr>
            <p:ph type="body" sz="quarter" idx="45"/>
          </p:nvPr>
        </p:nvSpPr>
        <p:spPr>
          <a:xfrm>
            <a:off x="1981200" y="4952738"/>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7" name="Text Placeholder 30">
            <a:extLst>
              <a:ext uri="{FF2B5EF4-FFF2-40B4-BE49-F238E27FC236}">
                <a16:creationId xmlns:a16="http://schemas.microsoft.com/office/drawing/2014/main" id="{DA62CE27-72C2-A083-C796-4F047A2FF421}"/>
              </a:ext>
            </a:extLst>
          </p:cNvPr>
          <p:cNvSpPr>
            <a:spLocks noGrp="1"/>
          </p:cNvSpPr>
          <p:nvPr>
            <p:ph type="body" sz="quarter" idx="46"/>
          </p:nvPr>
        </p:nvSpPr>
        <p:spPr>
          <a:xfrm>
            <a:off x="1981200" y="5314322"/>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8" name="Text Placeholder 30">
            <a:extLst>
              <a:ext uri="{FF2B5EF4-FFF2-40B4-BE49-F238E27FC236}">
                <a16:creationId xmlns:a16="http://schemas.microsoft.com/office/drawing/2014/main" id="{52DBCCDB-5EAD-73A2-7911-8AF50B29DC4E}"/>
              </a:ext>
            </a:extLst>
          </p:cNvPr>
          <p:cNvSpPr>
            <a:spLocks noGrp="1"/>
          </p:cNvSpPr>
          <p:nvPr>
            <p:ph type="body" sz="quarter" idx="47"/>
          </p:nvPr>
        </p:nvSpPr>
        <p:spPr>
          <a:xfrm>
            <a:off x="1981200" y="5495114"/>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9" name="Text Placeholder 30">
            <a:extLst>
              <a:ext uri="{FF2B5EF4-FFF2-40B4-BE49-F238E27FC236}">
                <a16:creationId xmlns:a16="http://schemas.microsoft.com/office/drawing/2014/main" id="{90D5656D-B16A-18B1-A790-538AB817A94E}"/>
              </a:ext>
            </a:extLst>
          </p:cNvPr>
          <p:cNvSpPr>
            <a:spLocks noGrp="1"/>
          </p:cNvSpPr>
          <p:nvPr>
            <p:ph type="body" sz="quarter" idx="48"/>
          </p:nvPr>
        </p:nvSpPr>
        <p:spPr>
          <a:xfrm>
            <a:off x="1981200" y="5675906"/>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grpSp>
        <p:nvGrpSpPr>
          <p:cNvPr id="23" name="Group">
            <a:extLst>
              <a:ext uri="{FF2B5EF4-FFF2-40B4-BE49-F238E27FC236}">
                <a16:creationId xmlns:a16="http://schemas.microsoft.com/office/drawing/2014/main" id="{732179A9-275F-FEF3-042C-4AB3B9CBCAA2}"/>
              </a:ext>
              <a:ext uri="{C183D7F6-B498-43B3-948B-1728B52AA6E4}">
                <adec:decorative xmlns:adec="http://schemas.microsoft.com/office/drawing/2017/decorative" val="1"/>
              </a:ext>
            </a:extLst>
          </p:cNvPr>
          <p:cNvGrpSpPr/>
          <p:nvPr/>
        </p:nvGrpSpPr>
        <p:grpSpPr>
          <a:xfrm>
            <a:off x="548218" y="1974220"/>
            <a:ext cx="7173381" cy="2377440"/>
            <a:chOff x="411163" y="2240280"/>
            <a:chExt cx="6446837" cy="2377440"/>
          </a:xfrm>
        </p:grpSpPr>
        <p:sp>
          <p:nvSpPr>
            <p:cNvPr id="24" name="Rectangle">
              <a:extLst>
                <a:ext uri="{FF2B5EF4-FFF2-40B4-BE49-F238E27FC236}">
                  <a16:creationId xmlns:a16="http://schemas.microsoft.com/office/drawing/2014/main" id="{B785B252-84B5-5634-9FB4-0C2362931260}"/>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25" name="Line">
              <a:extLst>
                <a:ext uri="{FF2B5EF4-FFF2-40B4-BE49-F238E27FC236}">
                  <a16:creationId xmlns:a16="http://schemas.microsoft.com/office/drawing/2014/main" id="{1DF8A784-7C74-A05E-2009-0B4EC38FF5F7}"/>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26" name="Line">
              <a:extLst>
                <a:ext uri="{FF2B5EF4-FFF2-40B4-BE49-F238E27FC236}">
                  <a16:creationId xmlns:a16="http://schemas.microsoft.com/office/drawing/2014/main" id="{2E02CEE1-988F-0417-BE5F-BA01AFD1B251}"/>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27" name="Title 1">
            <a:extLst>
              <a:ext uri="{FF2B5EF4-FFF2-40B4-BE49-F238E27FC236}">
                <a16:creationId xmlns:a16="http://schemas.microsoft.com/office/drawing/2014/main" id="{63A7B886-8E04-5007-BB32-A7D7AE38413B}"/>
              </a:ext>
            </a:extLst>
          </p:cNvPr>
          <p:cNvSpPr>
            <a:spLocks noGrp="1"/>
          </p:cNvSpPr>
          <p:nvPr>
            <p:ph type="ctrTitle" hasCustomPrompt="1"/>
          </p:nvPr>
        </p:nvSpPr>
        <p:spPr>
          <a:xfrm>
            <a:off x="914401" y="2202820"/>
            <a:ext cx="6429374" cy="1325880"/>
          </a:xfrm>
          <a:prstGeom prst="rect">
            <a:avLst/>
          </a:prstGeo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28" name="Subtitle 2">
            <a:extLst>
              <a:ext uri="{FF2B5EF4-FFF2-40B4-BE49-F238E27FC236}">
                <a16:creationId xmlns:a16="http://schemas.microsoft.com/office/drawing/2014/main" id="{378B44EF-38A4-9707-9ED0-23F22C855CA7}"/>
              </a:ext>
            </a:extLst>
          </p:cNvPr>
          <p:cNvSpPr>
            <a:spLocks noGrp="1"/>
          </p:cNvSpPr>
          <p:nvPr>
            <p:ph type="subTitle" idx="1" hasCustomPrompt="1"/>
          </p:nvPr>
        </p:nvSpPr>
        <p:spPr>
          <a:xfrm>
            <a:off x="914401" y="3784732"/>
            <a:ext cx="3565524" cy="457200"/>
          </a:xfrm>
          <a:prstGeom prst="rect">
            <a:avLst/>
          </a:prstGeo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29" name="Text Placeholder 3">
            <a:extLst>
              <a:ext uri="{FF2B5EF4-FFF2-40B4-BE49-F238E27FC236}">
                <a16:creationId xmlns:a16="http://schemas.microsoft.com/office/drawing/2014/main" id="{6EB225BD-8BA1-27E0-7708-54249ED7D35A}"/>
              </a:ext>
            </a:extLst>
          </p:cNvPr>
          <p:cNvSpPr>
            <a:spLocks noGrp="1"/>
          </p:cNvSpPr>
          <p:nvPr>
            <p:ph type="body" sz="quarter" idx="10" hasCustomPrompt="1"/>
          </p:nvPr>
        </p:nvSpPr>
        <p:spPr>
          <a:xfrm>
            <a:off x="5212079" y="3784732"/>
            <a:ext cx="2131695" cy="457200"/>
          </a:xfrm>
          <a:prstGeom prst="rect">
            <a:avLst/>
          </a:prstGeo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pic>
        <p:nvPicPr>
          <p:cNvPr id="30" name="Picture 29">
            <a:extLst>
              <a:ext uri="{FF2B5EF4-FFF2-40B4-BE49-F238E27FC236}">
                <a16:creationId xmlns:a16="http://schemas.microsoft.com/office/drawing/2014/main" id="{7DA15189-0EE0-5679-2F6C-19C49A630D80}"/>
              </a:ext>
            </a:extLst>
          </p:cNvPr>
          <p:cNvPicPr>
            <a:picLocks noChangeAspect="1"/>
          </p:cNvPicPr>
          <p:nvPr/>
        </p:nvPicPr>
        <p:blipFill>
          <a:blip r:embed="rId4"/>
          <a:srcRect/>
          <a:stretch/>
        </p:blipFill>
        <p:spPr>
          <a:xfrm>
            <a:off x="10004616" y="411162"/>
            <a:ext cx="1629707" cy="478023"/>
          </a:xfrm>
          <a:prstGeom prst="rect">
            <a:avLst/>
          </a:prstGeom>
        </p:spPr>
      </p:pic>
      <p:sp>
        <p:nvSpPr>
          <p:cNvPr id="2" name="Rectangle 15">
            <a:extLst>
              <a:ext uri="{FF2B5EF4-FFF2-40B4-BE49-F238E27FC236}">
                <a16:creationId xmlns:a16="http://schemas.microsoft.com/office/drawing/2014/main" id="{D4C88638-6856-0BEB-48E7-78E46B7E57D8}"/>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p>
        </p:txBody>
      </p:sp>
      <p:sp>
        <p:nvSpPr>
          <p:cNvPr id="3" name="Rectangle 2">
            <a:extLst>
              <a:ext uri="{FF2B5EF4-FFF2-40B4-BE49-F238E27FC236}">
                <a16:creationId xmlns:a16="http://schemas.microsoft.com/office/drawing/2014/main" id="{BDCC2702-2764-1DE3-1940-31386289C0D0}"/>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p>
        </p:txBody>
      </p:sp>
    </p:spTree>
    <p:extLst>
      <p:ext uri="{BB962C8B-B14F-4D97-AF65-F5344CB8AC3E}">
        <p14:creationId xmlns:p14="http://schemas.microsoft.com/office/powerpoint/2010/main" val="327327242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914400"/>
          </a:xfrm>
          <a:prstGeom prst="rect">
            <a:avLst/>
          </a:prstGeom>
        </p:spPr>
        <p:txBody>
          <a:bodyPr/>
          <a:lstStyle/>
          <a:p>
            <a:r>
              <a:rPr lang="en-US"/>
              <a:t>[Slide title]</a:t>
            </a:r>
          </a:p>
        </p:txBody>
      </p:sp>
      <p:sp>
        <p:nvSpPr>
          <p:cNvPr id="3" name="Content Placeholder 2"/>
          <p:cNvSpPr>
            <a:spLocks noGrp="1"/>
          </p:cNvSpPr>
          <p:nvPr>
            <p:ph idx="1"/>
          </p:nvPr>
        </p:nvSpPr>
        <p:spPr>
          <a:xfrm>
            <a:off x="548640" y="1600198"/>
            <a:ext cx="67951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FBB89F-F200-3967-06C8-C1B71C7F0FF9}"/>
              </a:ext>
            </a:extLst>
          </p:cNvPr>
          <p:cNvSpPr>
            <a:spLocks noGrp="1"/>
          </p:cNvSpPr>
          <p:nvPr>
            <p:ph type="dt" sz="half" idx="10"/>
          </p:nvPr>
        </p:nvSpPr>
        <p:spPr>
          <a:xfrm>
            <a:off x="548640" y="6629400"/>
            <a:ext cx="822960" cy="228600"/>
          </a:xfrm>
          <a:prstGeom prst="rect">
            <a:avLst/>
          </a:prstGeom>
        </p:spPr>
        <p:txBody>
          <a:bodyPr lIns="0"/>
          <a:lstStyle/>
          <a:p>
            <a:fld id="{971AFA9C-17DA-4726-B9E3-ADECF7729AF7}" type="datetimeFigureOut">
              <a:rPr lang="en-US" smtClean="0"/>
              <a:t>7/22/2026</a:t>
            </a:fld>
            <a:endParaRPr lang="en-US"/>
          </a:p>
        </p:txBody>
      </p:sp>
      <p:sp>
        <p:nvSpPr>
          <p:cNvPr id="6" name="Slide Number Placeholder 5">
            <a:extLst>
              <a:ext uri="{FF2B5EF4-FFF2-40B4-BE49-F238E27FC236}">
                <a16:creationId xmlns:a16="http://schemas.microsoft.com/office/drawing/2014/main" id="{03C0BAD3-337A-DC60-A7ED-BF13F0826264}"/>
              </a:ext>
            </a:extLst>
          </p:cNvPr>
          <p:cNvSpPr>
            <a:spLocks noGrp="1"/>
          </p:cNvSpPr>
          <p:nvPr>
            <p:ph type="sldNum" sz="quarter" idx="11"/>
          </p:nvPr>
        </p:nvSpPr>
        <p:spPr>
          <a:xfrm>
            <a:off x="11245104" y="6629400"/>
            <a:ext cx="399210" cy="228600"/>
          </a:xfrm>
          <a:prstGeom prst="rect">
            <a:avLst/>
          </a:prstGeom>
        </p:spPr>
        <p:txBody>
          <a:bodyPr rIns="0"/>
          <a:lstStyle/>
          <a:p>
            <a:fld id="{79D051F2-C7C4-43BD-B552-C78CE0DE4128}" type="slidenum">
              <a:rPr lang="en-US" smtClean="0"/>
              <a:t>‹#›</a:t>
            </a:fld>
            <a:endParaRPr lang="en-US"/>
          </a:p>
        </p:txBody>
      </p:sp>
    </p:spTree>
    <p:extLst>
      <p:ext uri="{BB962C8B-B14F-4D97-AF65-F5344CB8AC3E}">
        <p14:creationId xmlns:p14="http://schemas.microsoft.com/office/powerpoint/2010/main" val="292815419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8231293" cy="914400"/>
          </a:xfrm>
          <a:prstGeom prst="rect">
            <a:avLst/>
          </a:prstGeom>
        </p:spPr>
        <p:txBody>
          <a:bodyPr/>
          <a:lstStyle/>
          <a:p>
            <a:r>
              <a:rPr lang="en-US"/>
              <a:t>[Slide title]</a:t>
            </a:r>
          </a:p>
        </p:txBody>
      </p:sp>
      <p:sp>
        <p:nvSpPr>
          <p:cNvPr id="3" name="Content Placeholder 2"/>
          <p:cNvSpPr>
            <a:spLocks noGrp="1"/>
          </p:cNvSpPr>
          <p:nvPr>
            <p:ph sz="half" idx="1"/>
          </p:nvPr>
        </p:nvSpPr>
        <p:spPr>
          <a:xfrm>
            <a:off x="548639" y="1600200"/>
            <a:ext cx="5364480"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8879" y="1600200"/>
            <a:ext cx="5364480"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43576077-E818-BDF1-A607-CD8784277FC5}"/>
              </a:ext>
            </a:extLst>
          </p:cNvPr>
          <p:cNvSpPr>
            <a:spLocks noGrp="1"/>
          </p:cNvSpPr>
          <p:nvPr>
            <p:ph type="dt" sz="half" idx="10"/>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7" name="Slide Number Placeholder 6">
            <a:extLst>
              <a:ext uri="{FF2B5EF4-FFF2-40B4-BE49-F238E27FC236}">
                <a16:creationId xmlns:a16="http://schemas.microsoft.com/office/drawing/2014/main" id="{B0B9DE45-E855-FE62-197B-32BBD9BBBA57}"/>
              </a:ext>
            </a:extLst>
          </p:cNvPr>
          <p:cNvSpPr>
            <a:spLocks noGrp="1"/>
          </p:cNvSpPr>
          <p:nvPr>
            <p:ph type="sldNum" sz="quarter" idx="11"/>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36134857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9713ED7-122D-D0BC-7C53-E1C615A94F8B}"/>
              </a:ext>
            </a:extLst>
          </p:cNvPr>
          <p:cNvSpPr>
            <a:spLocks noGrp="1"/>
          </p:cNvSpPr>
          <p:nvPr>
            <p:ph type="title" hasCustomPrompt="1"/>
          </p:nvPr>
        </p:nvSpPr>
        <p:spPr>
          <a:xfrm>
            <a:off x="548640" y="411481"/>
            <a:ext cx="8231293" cy="914400"/>
          </a:xfrm>
          <a:prstGeom prst="rect">
            <a:avLst/>
          </a:prstGeom>
        </p:spPr>
        <p:txBody>
          <a:bodyPr/>
          <a:lstStyle/>
          <a:p>
            <a:r>
              <a:rPr lang="en-US"/>
              <a:t>[Slide title]</a:t>
            </a:r>
          </a:p>
        </p:txBody>
      </p:sp>
      <p:sp>
        <p:nvSpPr>
          <p:cNvPr id="3" name="Content Placeholder 2"/>
          <p:cNvSpPr>
            <a:spLocks noGrp="1"/>
          </p:cNvSpPr>
          <p:nvPr>
            <p:ph sz="half" idx="1"/>
          </p:nvPr>
        </p:nvSpPr>
        <p:spPr>
          <a:xfrm>
            <a:off x="548639" y="1600200"/>
            <a:ext cx="34503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70832" y="1600200"/>
            <a:ext cx="34503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8193023" y="1600200"/>
            <a:ext cx="34503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645ED9-A46E-B9F8-0D30-36DF4C37823A}"/>
              </a:ext>
            </a:extLst>
          </p:cNvPr>
          <p:cNvSpPr>
            <a:spLocks noGrp="1"/>
          </p:cNvSpPr>
          <p:nvPr>
            <p:ph type="dt" sz="half" idx="11"/>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8" name="Slide Number Placeholder 7">
            <a:extLst>
              <a:ext uri="{FF2B5EF4-FFF2-40B4-BE49-F238E27FC236}">
                <a16:creationId xmlns:a16="http://schemas.microsoft.com/office/drawing/2014/main" id="{87D0D458-416D-011B-0311-0C2B249BFF89}"/>
              </a:ext>
            </a:extLst>
          </p:cNvPr>
          <p:cNvSpPr>
            <a:spLocks noGrp="1"/>
          </p:cNvSpPr>
          <p:nvPr>
            <p:ph type="sldNum" sz="quarter" idx="12"/>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1698325924"/>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4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a:xfrm>
            <a:off x="548640" y="411481"/>
            <a:ext cx="8231293" cy="914400"/>
          </a:xfrm>
          <a:prstGeom prst="rect">
            <a:avLst/>
          </a:prstGeom>
        </p:spPr>
        <p:txBody>
          <a:bodyPr/>
          <a:lstStyle/>
          <a:p>
            <a:r>
              <a:rPr lang="en-US"/>
              <a:t>[Slide title]</a:t>
            </a:r>
          </a:p>
        </p:txBody>
      </p:sp>
      <p:sp>
        <p:nvSpPr>
          <p:cNvPr id="3" name="Content Placeholder 2"/>
          <p:cNvSpPr>
            <a:spLocks noGrp="1"/>
          </p:cNvSpPr>
          <p:nvPr>
            <p:ph sz="half" idx="1"/>
          </p:nvPr>
        </p:nvSpPr>
        <p:spPr>
          <a:xfrm>
            <a:off x="548641" y="1600200"/>
            <a:ext cx="2499359" cy="4572000"/>
          </a:xfrm>
          <a:prstGeom prst="rect">
            <a:avLst/>
          </a:prstGeo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13761" y="1600200"/>
            <a:ext cx="2499359" cy="4572000"/>
          </a:xfrm>
          <a:prstGeom prst="rect">
            <a:avLst/>
          </a:prstGeo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1600200"/>
            <a:ext cx="2499359" cy="4572000"/>
          </a:xfrm>
          <a:prstGeom prst="rect">
            <a:avLst/>
          </a:prstGeo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1600200"/>
            <a:ext cx="2499359" cy="4572000"/>
          </a:xfrm>
          <a:prstGeom prst="rect">
            <a:avLst/>
          </a:prstGeo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99E75897-C7CA-D608-954E-EA24E33CBEB8}"/>
              </a:ext>
            </a:extLst>
          </p:cNvPr>
          <p:cNvSpPr>
            <a:spLocks noGrp="1"/>
          </p:cNvSpPr>
          <p:nvPr>
            <p:ph type="dt" sz="half" idx="12"/>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9" name="Slide Number Placeholder 8">
            <a:extLst>
              <a:ext uri="{FF2B5EF4-FFF2-40B4-BE49-F238E27FC236}">
                <a16:creationId xmlns:a16="http://schemas.microsoft.com/office/drawing/2014/main" id="{FF00C8CD-D32C-E34D-BB8E-34B4CB816D39}"/>
              </a:ext>
            </a:extLst>
          </p:cNvPr>
          <p:cNvSpPr>
            <a:spLocks noGrp="1"/>
          </p:cNvSpPr>
          <p:nvPr>
            <p:ph type="sldNum" sz="quarter" idx="13"/>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254486766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 Icon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a:xfrm>
            <a:off x="548640" y="411481"/>
            <a:ext cx="8231293" cy="914400"/>
          </a:xfrm>
          <a:prstGeom prst="rect">
            <a:avLst/>
          </a:prstGeom>
        </p:spPr>
        <p:txBody>
          <a:bodyPr/>
          <a:lstStyle/>
          <a:p>
            <a:r>
              <a:rPr lang="en-US"/>
              <a:t>[Slide title]</a:t>
            </a:r>
          </a:p>
        </p:txBody>
      </p:sp>
      <p:sp>
        <p:nvSpPr>
          <p:cNvPr id="9" name="Picture Placeholder 2">
            <a:extLst>
              <a:ext uri="{FF2B5EF4-FFF2-40B4-BE49-F238E27FC236}">
                <a16:creationId xmlns:a16="http://schemas.microsoft.com/office/drawing/2014/main" id="{2FDCDCBF-BE41-ACC6-2307-F24F0B601969}"/>
              </a:ext>
            </a:extLst>
          </p:cNvPr>
          <p:cNvSpPr>
            <a:spLocks noGrp="1" noChangeAspect="1"/>
          </p:cNvSpPr>
          <p:nvPr>
            <p:ph type="pic" sz="quarter" idx="12" hasCustomPrompt="1"/>
          </p:nvPr>
        </p:nvSpPr>
        <p:spPr>
          <a:xfrm>
            <a:off x="548640" y="1600200"/>
            <a:ext cx="557784" cy="555498"/>
          </a:xfrm>
          <a:prstGeom prst="rect">
            <a:avLst/>
          </a:prstGeom>
        </p:spPr>
        <p:txBody>
          <a:bodyPr anchor="ctr" anchorCtr="0"/>
          <a:lstStyle>
            <a:lvl1pPr marL="0" indent="0" algn="ctr">
              <a:buFontTx/>
              <a:buNone/>
              <a:defRPr sz="800"/>
            </a:lvl1pPr>
          </a:lstStyle>
          <a:p>
            <a:r>
              <a:rPr lang="en-US"/>
              <a:t>[Icon]</a:t>
            </a:r>
          </a:p>
        </p:txBody>
      </p:sp>
      <p:sp>
        <p:nvSpPr>
          <p:cNvPr id="3" name="Content Placeholder 3"/>
          <p:cNvSpPr>
            <a:spLocks noGrp="1"/>
          </p:cNvSpPr>
          <p:nvPr>
            <p:ph sz="half" idx="1"/>
          </p:nvPr>
        </p:nvSpPr>
        <p:spPr>
          <a:xfrm>
            <a:off x="548641" y="2285998"/>
            <a:ext cx="2499359" cy="3886202"/>
          </a:xfrm>
          <a:prstGeom prst="rect">
            <a:avLst/>
          </a:prstGeo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C7652FE0-2E63-C05D-5D80-EE5429B0A7EE}"/>
              </a:ext>
            </a:extLst>
          </p:cNvPr>
          <p:cNvSpPr>
            <a:spLocks noGrp="1" noChangeAspect="1"/>
          </p:cNvSpPr>
          <p:nvPr>
            <p:ph type="pic" sz="quarter" idx="13" hasCustomPrompt="1"/>
          </p:nvPr>
        </p:nvSpPr>
        <p:spPr>
          <a:xfrm>
            <a:off x="3413760" y="1600200"/>
            <a:ext cx="557784" cy="557784"/>
          </a:xfrm>
          <a:prstGeom prst="rect">
            <a:avLst/>
          </a:prstGeom>
        </p:spPr>
        <p:txBody>
          <a:bodyPr anchor="ctr" anchorCtr="0"/>
          <a:lstStyle>
            <a:lvl1pPr marL="0" indent="0" algn="ctr">
              <a:buFontTx/>
              <a:buNone/>
              <a:defRPr sz="800"/>
            </a:lvl1pPr>
          </a:lstStyle>
          <a:p>
            <a:r>
              <a:rPr lang="en-US"/>
              <a:t>[Icon]</a:t>
            </a:r>
          </a:p>
        </p:txBody>
      </p:sp>
      <p:sp>
        <p:nvSpPr>
          <p:cNvPr id="4" name="Content Placeholder 5"/>
          <p:cNvSpPr>
            <a:spLocks noGrp="1"/>
          </p:cNvSpPr>
          <p:nvPr>
            <p:ph sz="half" idx="2"/>
          </p:nvPr>
        </p:nvSpPr>
        <p:spPr>
          <a:xfrm>
            <a:off x="3413761" y="2285998"/>
            <a:ext cx="2499359" cy="3886202"/>
          </a:xfrm>
          <a:prstGeom prst="rect">
            <a:avLst/>
          </a:prstGeo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B76F3E0A-3A89-0179-6808-7B86658B2939}"/>
              </a:ext>
            </a:extLst>
          </p:cNvPr>
          <p:cNvSpPr>
            <a:spLocks noGrp="1" noChangeAspect="1"/>
          </p:cNvSpPr>
          <p:nvPr>
            <p:ph type="pic" sz="quarter" idx="14" hasCustomPrompt="1"/>
          </p:nvPr>
        </p:nvSpPr>
        <p:spPr>
          <a:xfrm>
            <a:off x="6278880" y="1600200"/>
            <a:ext cx="557784" cy="557784"/>
          </a:xfrm>
          <a:prstGeom prst="rect">
            <a:avLst/>
          </a:prstGeom>
        </p:spPr>
        <p:txBody>
          <a:bodyPr anchor="ctr" anchorCtr="0"/>
          <a:lstStyle>
            <a:lvl1pPr marL="0" indent="0" algn="ctr">
              <a:buFontTx/>
              <a:buNone/>
              <a:defRPr sz="800"/>
            </a:lvl1pPr>
          </a:lstStyle>
          <a:p>
            <a:r>
              <a:rPr lang="en-US"/>
              <a:t>[Icon]</a:t>
            </a:r>
          </a:p>
        </p:txBody>
      </p:sp>
      <p:sp>
        <p:nvSpPr>
          <p:cNvPr id="6" name="Content Placeholder 7">
            <a:extLst>
              <a:ext uri="{FF2B5EF4-FFF2-40B4-BE49-F238E27FC236}">
                <a16:creationId xmlns:a16="http://schemas.microsoft.com/office/drawing/2014/main" id="{617618FB-CD21-AF4A-B264-6355E9BD7981}"/>
              </a:ext>
            </a:extLst>
          </p:cNvPr>
          <p:cNvSpPr>
            <a:spLocks noGrp="1"/>
          </p:cNvSpPr>
          <p:nvPr>
            <p:ph sz="half" idx="10"/>
          </p:nvPr>
        </p:nvSpPr>
        <p:spPr>
          <a:xfrm>
            <a:off x="6278881" y="2285998"/>
            <a:ext cx="2499359" cy="3886202"/>
          </a:xfrm>
          <a:prstGeom prst="rect">
            <a:avLst/>
          </a:prstGeo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8">
            <a:extLst>
              <a:ext uri="{FF2B5EF4-FFF2-40B4-BE49-F238E27FC236}">
                <a16:creationId xmlns:a16="http://schemas.microsoft.com/office/drawing/2014/main" id="{83E5AF74-1A89-50D1-F570-2D5345102584}"/>
              </a:ext>
            </a:extLst>
          </p:cNvPr>
          <p:cNvSpPr>
            <a:spLocks noGrp="1" noChangeAspect="1"/>
          </p:cNvSpPr>
          <p:nvPr>
            <p:ph type="pic" sz="quarter" idx="15" hasCustomPrompt="1"/>
          </p:nvPr>
        </p:nvSpPr>
        <p:spPr>
          <a:xfrm>
            <a:off x="9144000" y="1600200"/>
            <a:ext cx="557784" cy="557784"/>
          </a:xfrm>
          <a:prstGeom prst="rect">
            <a:avLst/>
          </a:prstGeom>
        </p:spPr>
        <p:txBody>
          <a:bodyPr anchor="ctr" anchorCtr="0"/>
          <a:lstStyle>
            <a:lvl1pPr marL="0" indent="0" algn="ctr">
              <a:buFontTx/>
              <a:buNone/>
              <a:defRPr sz="800"/>
            </a:lvl1pPr>
          </a:lstStyle>
          <a:p>
            <a:r>
              <a:rPr lang="en-US"/>
              <a:t>[Icon]</a:t>
            </a:r>
          </a:p>
        </p:txBody>
      </p:sp>
      <p:sp>
        <p:nvSpPr>
          <p:cNvPr id="5" name="Content Placeholder 9">
            <a:extLst>
              <a:ext uri="{FF2B5EF4-FFF2-40B4-BE49-F238E27FC236}">
                <a16:creationId xmlns:a16="http://schemas.microsoft.com/office/drawing/2014/main" id="{873DCC96-E62A-5505-4F1E-4A80C8498209}"/>
              </a:ext>
            </a:extLst>
          </p:cNvPr>
          <p:cNvSpPr>
            <a:spLocks noGrp="1"/>
          </p:cNvSpPr>
          <p:nvPr>
            <p:ph sz="half" idx="11"/>
          </p:nvPr>
        </p:nvSpPr>
        <p:spPr>
          <a:xfrm>
            <a:off x="9144001" y="2285998"/>
            <a:ext cx="2499359" cy="3886202"/>
          </a:xfrm>
          <a:prstGeom prst="rect">
            <a:avLst/>
          </a:prstGeo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8B7C8174-B194-B25B-91AA-597E72C81310}"/>
              </a:ext>
            </a:extLst>
          </p:cNvPr>
          <p:cNvSpPr>
            <a:spLocks noGrp="1"/>
          </p:cNvSpPr>
          <p:nvPr>
            <p:ph type="dt" sz="half" idx="16"/>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13" name="Slide Number Placeholder 12">
            <a:extLst>
              <a:ext uri="{FF2B5EF4-FFF2-40B4-BE49-F238E27FC236}">
                <a16:creationId xmlns:a16="http://schemas.microsoft.com/office/drawing/2014/main" id="{089FF259-217B-3F10-C738-AE2C6A9EE838}"/>
              </a:ext>
            </a:extLst>
          </p:cNvPr>
          <p:cNvSpPr>
            <a:spLocks noGrp="1"/>
          </p:cNvSpPr>
          <p:nvPr>
            <p:ph type="sldNum" sz="quarter" idx="17"/>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182750821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4 Numbers">
    <p:bg>
      <p:bgPr>
        <a:solidFill>
          <a:srgbClr val="221F20"/>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54C21BF-3440-8CAE-0A59-466346C7713E}"/>
              </a:ext>
            </a:extLst>
          </p:cNvPr>
          <p:cNvSpPr>
            <a:spLocks noGrp="1"/>
          </p:cNvSpPr>
          <p:nvPr>
            <p:ph type="title" hasCustomPrompt="1"/>
          </p:nvPr>
        </p:nvSpPr>
        <p:spPr>
          <a:xfrm>
            <a:off x="548640" y="411481"/>
            <a:ext cx="8231293" cy="914400"/>
          </a:xfrm>
          <a:prstGeom prst="rect">
            <a:avLst/>
          </a:prstGeom>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1" y="2286000"/>
            <a:ext cx="2499359" cy="3886200"/>
          </a:xfrm>
          <a:prstGeom prst="rect">
            <a:avLst/>
          </a:prstGeom>
        </p:spPr>
        <p:txBody>
          <a:bodyPr/>
          <a:lstStyle>
            <a:lvl1pPr marL="0" indent="0">
              <a:spcBef>
                <a:spcPts val="1000"/>
              </a:spcBef>
              <a:buFontTx/>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1" y="2286000"/>
            <a:ext cx="2499359" cy="3886200"/>
          </a:xfrm>
          <a:prstGeom prst="rect">
            <a:avLst/>
          </a:prstGeo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3886200"/>
          </a:xfrm>
          <a:prstGeom prst="rect">
            <a:avLst/>
          </a:prstGeo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3886200"/>
          </a:xfrm>
          <a:prstGeom prst="rect">
            <a:avLst/>
          </a:prstGeo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B012D9A-AE72-0239-7D2F-3E585FB16AD8}"/>
              </a:ext>
            </a:extLst>
          </p:cNvPr>
          <p:cNvSpPr>
            <a:spLocks noGrp="1"/>
          </p:cNvSpPr>
          <p:nvPr>
            <p:ph type="dt" sz="half" idx="12"/>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17" name="Slide Number Placeholder 16">
            <a:extLst>
              <a:ext uri="{FF2B5EF4-FFF2-40B4-BE49-F238E27FC236}">
                <a16:creationId xmlns:a16="http://schemas.microsoft.com/office/drawing/2014/main" id="{D07D52D1-634D-ECD5-045A-38F96B973AD0}"/>
              </a:ext>
            </a:extLst>
          </p:cNvPr>
          <p:cNvSpPr>
            <a:spLocks noGrp="1"/>
          </p:cNvSpPr>
          <p:nvPr>
            <p:ph type="sldNum" sz="quarter" idx="13"/>
          </p:nvPr>
        </p:nvSpPr>
        <p:spPr>
          <a:xfrm>
            <a:off x="11210716" y="6629400"/>
            <a:ext cx="442001" cy="228600"/>
          </a:xfrm>
          <a:prstGeom prst="rect">
            <a:avLst/>
          </a:prstGeom>
        </p:spPr>
        <p:txBody>
          <a:bodyPr/>
          <a:lstStyle/>
          <a:p>
            <a:fld id="{79D051F2-C7C4-43BD-B552-C78CE0DE4128}" type="slidenum">
              <a:rPr lang="en-US" smtClean="0"/>
              <a:t>‹#›</a:t>
            </a:fld>
            <a:endParaRPr lang="en-US"/>
          </a:p>
        </p:txBody>
      </p:sp>
      <p:sp>
        <p:nvSpPr>
          <p:cNvPr id="21" name="Rectangle 15">
            <a:extLst>
              <a:ext uri="{FF2B5EF4-FFF2-40B4-BE49-F238E27FC236}">
                <a16:creationId xmlns:a16="http://schemas.microsoft.com/office/drawing/2014/main" id="{DEB0DA69-FBF7-5C40-833F-1B7B11772F88}"/>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sp>
        <p:nvSpPr>
          <p:cNvPr id="22" name="Rectangle 21">
            <a:extLst>
              <a:ext uri="{FF2B5EF4-FFF2-40B4-BE49-F238E27FC236}">
                <a16:creationId xmlns:a16="http://schemas.microsoft.com/office/drawing/2014/main" id="{D597C6E0-6809-7398-D956-E5305EC75B10}"/>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p>
        </p:txBody>
      </p:sp>
      <p:pic>
        <p:nvPicPr>
          <p:cNvPr id="2" name="Picture 1">
            <a:extLst>
              <a:ext uri="{FF2B5EF4-FFF2-40B4-BE49-F238E27FC236}">
                <a16:creationId xmlns:a16="http://schemas.microsoft.com/office/drawing/2014/main" id="{E584E015-ECF9-BB95-F3AC-0C50F66718F1}"/>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5539663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Numbers - Whit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D6FD270-DB0B-36F0-B138-75209607ED74}"/>
              </a:ext>
            </a:extLst>
          </p:cNvPr>
          <p:cNvSpPr>
            <a:spLocks noGrp="1"/>
          </p:cNvSpPr>
          <p:nvPr>
            <p:ph type="title" hasCustomPrompt="1"/>
          </p:nvPr>
        </p:nvSpPr>
        <p:spPr>
          <a:xfrm>
            <a:off x="548640" y="411481"/>
            <a:ext cx="8231293" cy="914400"/>
          </a:xfrm>
          <a:prstGeom prst="rect">
            <a:avLst/>
          </a:prstGeom>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1" y="2286000"/>
            <a:ext cx="2499359" cy="3886200"/>
          </a:xfrm>
          <a:prstGeom prst="rect">
            <a:avLst/>
          </a:prstGeom>
        </p:spPr>
        <p:txBody>
          <a:bodyPr/>
          <a:lstStyle>
            <a:lvl1pPr marL="0" indent="0">
              <a:spcBef>
                <a:spcPts val="1000"/>
              </a:spcBef>
              <a:buFontTx/>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1" y="2286000"/>
            <a:ext cx="2499359" cy="388620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388620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388620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E669241-96AF-C7FA-0BE4-6592ABD25879}"/>
              </a:ext>
            </a:extLst>
          </p:cNvPr>
          <p:cNvSpPr>
            <a:spLocks noGrp="1"/>
          </p:cNvSpPr>
          <p:nvPr>
            <p:ph type="dt" sz="half" idx="12"/>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17" name="Slide Number Placeholder 16">
            <a:extLst>
              <a:ext uri="{FF2B5EF4-FFF2-40B4-BE49-F238E27FC236}">
                <a16:creationId xmlns:a16="http://schemas.microsoft.com/office/drawing/2014/main" id="{A6C2643F-F661-8B8E-E36F-1F135C6F65B8}"/>
              </a:ext>
            </a:extLst>
          </p:cNvPr>
          <p:cNvSpPr>
            <a:spLocks noGrp="1"/>
          </p:cNvSpPr>
          <p:nvPr>
            <p:ph type="sldNum" sz="quarter" idx="13"/>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393255105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8 Numbers">
    <p:bg>
      <p:bgPr>
        <a:solidFill>
          <a:srgbClr val="221F20"/>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EEBA188-82A1-2FC4-842F-8120003B65B0}"/>
              </a:ext>
            </a:extLst>
          </p:cNvPr>
          <p:cNvSpPr>
            <a:spLocks noGrp="1"/>
          </p:cNvSpPr>
          <p:nvPr>
            <p:ph type="title" hasCustomPrompt="1"/>
          </p:nvPr>
        </p:nvSpPr>
        <p:spPr>
          <a:xfrm>
            <a:off x="548640" y="411481"/>
            <a:ext cx="8231293" cy="914400"/>
          </a:xfrm>
          <a:prstGeom prst="rect">
            <a:avLst/>
          </a:prstGeom>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1" y="2286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1" y="2286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p:nvCxnSpPr>
        <p:spPr>
          <a:xfrm>
            <a:off x="54864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p:nvSpPr>
        <p:spPr>
          <a:xfrm>
            <a:off x="54864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1" y="4572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p:nvCxnSpPr>
        <p:spPr>
          <a:xfrm>
            <a:off x="341376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p:nvSpPr>
        <p:spPr>
          <a:xfrm>
            <a:off x="341376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1" y="4572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p:nvCxnSpPr>
        <p:spPr>
          <a:xfrm>
            <a:off x="627888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p:nvSpPr>
        <p:spPr>
          <a:xfrm>
            <a:off x="627888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1" y="4572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p:nvCxnSpPr>
        <p:spPr>
          <a:xfrm>
            <a:off x="914400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p:nvSpPr>
        <p:spPr>
          <a:xfrm>
            <a:off x="914400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1" y="4572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6E3723B8-B265-6943-67A5-DF3F0D5EC1CD}"/>
              </a:ext>
            </a:extLst>
          </p:cNvPr>
          <p:cNvSpPr>
            <a:spLocks noGrp="1"/>
          </p:cNvSpPr>
          <p:nvPr>
            <p:ph type="dt" sz="half" idx="16"/>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29" name="Slide Number Placeholder 28">
            <a:extLst>
              <a:ext uri="{FF2B5EF4-FFF2-40B4-BE49-F238E27FC236}">
                <a16:creationId xmlns:a16="http://schemas.microsoft.com/office/drawing/2014/main" id="{8D4AF177-759A-A93C-2097-C2C22D93680F}"/>
              </a:ext>
            </a:extLst>
          </p:cNvPr>
          <p:cNvSpPr>
            <a:spLocks noGrp="1"/>
          </p:cNvSpPr>
          <p:nvPr>
            <p:ph type="sldNum" sz="quarter" idx="17"/>
          </p:nvPr>
        </p:nvSpPr>
        <p:spPr>
          <a:xfrm>
            <a:off x="11210716" y="6629400"/>
            <a:ext cx="442001" cy="228600"/>
          </a:xfrm>
          <a:prstGeom prst="rect">
            <a:avLst/>
          </a:prstGeom>
        </p:spPr>
        <p:txBody>
          <a:bodyPr/>
          <a:lstStyle/>
          <a:p>
            <a:fld id="{79D051F2-C7C4-43BD-B552-C78CE0DE4128}" type="slidenum">
              <a:rPr lang="en-US" smtClean="0"/>
              <a:t>‹#›</a:t>
            </a:fld>
            <a:endParaRPr lang="en-US"/>
          </a:p>
        </p:txBody>
      </p:sp>
      <p:sp>
        <p:nvSpPr>
          <p:cNvPr id="36" name="Rectangle 15">
            <a:extLst>
              <a:ext uri="{FF2B5EF4-FFF2-40B4-BE49-F238E27FC236}">
                <a16:creationId xmlns:a16="http://schemas.microsoft.com/office/drawing/2014/main" id="{FEDB97C0-F514-9C55-3E16-9FC0105AEFDF}"/>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p>
        </p:txBody>
      </p:sp>
      <p:sp>
        <p:nvSpPr>
          <p:cNvPr id="37" name="Rectangle 36">
            <a:extLst>
              <a:ext uri="{FF2B5EF4-FFF2-40B4-BE49-F238E27FC236}">
                <a16:creationId xmlns:a16="http://schemas.microsoft.com/office/drawing/2014/main" id="{0C06597B-21CB-E031-D41A-B15442D12216}"/>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pic>
        <p:nvPicPr>
          <p:cNvPr id="2" name="Picture 1">
            <a:extLst>
              <a:ext uri="{FF2B5EF4-FFF2-40B4-BE49-F238E27FC236}">
                <a16:creationId xmlns:a16="http://schemas.microsoft.com/office/drawing/2014/main" id="{7E419FAE-92B3-3B6A-EDE9-C7A373F39B65}"/>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03106752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8 Numbers - Whi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63F0940-E33E-9D7F-C52B-16CFD0545B23}"/>
              </a:ext>
            </a:extLst>
          </p:cNvPr>
          <p:cNvSpPr>
            <a:spLocks noGrp="1"/>
          </p:cNvSpPr>
          <p:nvPr>
            <p:ph type="title" hasCustomPrompt="1"/>
          </p:nvPr>
        </p:nvSpPr>
        <p:spPr>
          <a:xfrm>
            <a:off x="548640" y="411481"/>
            <a:ext cx="8231293" cy="914400"/>
          </a:xfrm>
          <a:prstGeom prst="rect">
            <a:avLst/>
          </a:prstGeom>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1" y="2286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1" y="2286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p:nvCxnSpPr>
        <p:spPr>
          <a:xfrm>
            <a:off x="54864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p:nvSpPr>
        <p:spPr>
          <a:xfrm>
            <a:off x="54864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1" y="4572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p:nvCxnSpPr>
        <p:spPr>
          <a:xfrm>
            <a:off x="341376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p:nvSpPr>
        <p:spPr>
          <a:xfrm>
            <a:off x="341376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1" y="4572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p:nvCxnSpPr>
        <p:spPr>
          <a:xfrm>
            <a:off x="627888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p:nvSpPr>
        <p:spPr>
          <a:xfrm>
            <a:off x="627888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1" y="4572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p:nvCxnSpPr>
        <p:spPr>
          <a:xfrm>
            <a:off x="914400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p:nvSpPr>
        <p:spPr>
          <a:xfrm>
            <a:off x="914400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1" y="4572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4C43927A-9072-62B2-E6B6-C90CC98BD41F}"/>
              </a:ext>
            </a:extLst>
          </p:cNvPr>
          <p:cNvSpPr>
            <a:spLocks noGrp="1"/>
          </p:cNvSpPr>
          <p:nvPr>
            <p:ph type="dt" sz="half" idx="16"/>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29" name="Slide Number Placeholder 28">
            <a:extLst>
              <a:ext uri="{FF2B5EF4-FFF2-40B4-BE49-F238E27FC236}">
                <a16:creationId xmlns:a16="http://schemas.microsoft.com/office/drawing/2014/main" id="{7C0BB974-2130-F29B-EFD0-42CC6056022B}"/>
              </a:ext>
            </a:extLst>
          </p:cNvPr>
          <p:cNvSpPr>
            <a:spLocks noGrp="1"/>
          </p:cNvSpPr>
          <p:nvPr>
            <p:ph type="sldNum" sz="quarter" idx="17"/>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1650808176"/>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ull Imag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0F3CE13-290E-12C4-BDCA-17CB5BAFF747}"/>
              </a:ext>
            </a:extLst>
          </p:cNvPr>
          <p:cNvSpPr>
            <a:spLocks noGrp="1"/>
          </p:cNvSpPr>
          <p:nvPr>
            <p:ph type="pic" sz="quarter" idx="10"/>
          </p:nvPr>
        </p:nvSpPr>
        <p:spPr>
          <a:xfrm>
            <a:off x="0" y="228600"/>
            <a:ext cx="12192000" cy="640080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4" name="Title 2">
            <a:extLst>
              <a:ext uri="{FF2B5EF4-FFF2-40B4-BE49-F238E27FC236}">
                <a16:creationId xmlns:a16="http://schemas.microsoft.com/office/drawing/2014/main" id="{0AF67DC4-909F-6BF0-DB86-8675E25715AB}"/>
              </a:ext>
            </a:extLst>
          </p:cNvPr>
          <p:cNvSpPr>
            <a:spLocks noGrp="1"/>
          </p:cNvSpPr>
          <p:nvPr>
            <p:ph type="title" hasCustomPrompt="1"/>
          </p:nvPr>
        </p:nvSpPr>
        <p:spPr>
          <a:xfrm>
            <a:off x="548640" y="411481"/>
            <a:ext cx="8231293" cy="914400"/>
          </a:xfrm>
          <a:prstGeom prst="rect">
            <a:avLst/>
          </a:prstGeom>
        </p:spPr>
        <p:txBody>
          <a:bodyPr/>
          <a:lstStyle/>
          <a:p>
            <a:r>
              <a:rPr lang="en-US"/>
              <a:t>[Slide title]</a:t>
            </a:r>
          </a:p>
        </p:txBody>
      </p:sp>
      <p:sp>
        <p:nvSpPr>
          <p:cNvPr id="3" name="Date Placeholder 2">
            <a:extLst>
              <a:ext uri="{FF2B5EF4-FFF2-40B4-BE49-F238E27FC236}">
                <a16:creationId xmlns:a16="http://schemas.microsoft.com/office/drawing/2014/main" id="{FFF3D174-1921-7F28-5394-750C376C77F2}"/>
              </a:ext>
            </a:extLst>
          </p:cNvPr>
          <p:cNvSpPr>
            <a:spLocks noGrp="1"/>
          </p:cNvSpPr>
          <p:nvPr>
            <p:ph type="dt" sz="half" idx="11"/>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5" name="Slide Number Placeholder 4">
            <a:extLst>
              <a:ext uri="{FF2B5EF4-FFF2-40B4-BE49-F238E27FC236}">
                <a16:creationId xmlns:a16="http://schemas.microsoft.com/office/drawing/2014/main" id="{04BD6737-D835-6484-7A3F-BAD2D784E28E}"/>
              </a:ext>
            </a:extLst>
          </p:cNvPr>
          <p:cNvSpPr>
            <a:spLocks noGrp="1"/>
          </p:cNvSpPr>
          <p:nvPr>
            <p:ph type="sldNum" sz="quarter" idx="12"/>
          </p:nvPr>
        </p:nvSpPr>
        <p:spPr>
          <a:xfrm>
            <a:off x="11210716" y="6629400"/>
            <a:ext cx="442001" cy="228600"/>
          </a:xfrm>
          <a:prstGeom prst="rect">
            <a:avLst/>
          </a:prstGeom>
        </p:spPr>
        <p:txBody>
          <a:bodyPr/>
          <a:lstStyle/>
          <a:p>
            <a:fld id="{79D051F2-C7C4-43BD-B552-C78CE0DE4128}" type="slidenum">
              <a:rPr lang="en-US" smtClean="0"/>
              <a:t>‹#›</a:t>
            </a:fld>
            <a:endParaRPr lang="en-US"/>
          </a:p>
        </p:txBody>
      </p:sp>
      <p:pic>
        <p:nvPicPr>
          <p:cNvPr id="6" name="Picture 5">
            <a:extLst>
              <a:ext uri="{FF2B5EF4-FFF2-40B4-BE49-F238E27FC236}">
                <a16:creationId xmlns:a16="http://schemas.microsoft.com/office/drawing/2014/main" id="{B4B09A03-7F71-C11F-C219-9F32BF2D5BC0}"/>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59605417"/>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and Image 0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5364480" cy="914400"/>
          </a:xfrm>
          <a:prstGeom prst="rect">
            <a:avLst/>
          </a:prstGeom>
        </p:spPr>
        <p:txBody>
          <a:bodyPr/>
          <a:lstStyle>
            <a:lvl1pPr>
              <a:defRPr sz="2800" b="1" cap="none" baseline="0"/>
            </a:lvl1pPr>
          </a:lstStyle>
          <a:p>
            <a:r>
              <a:rPr lang="en-US"/>
              <a:t>[Slide title]</a:t>
            </a:r>
          </a:p>
        </p:txBody>
      </p:sp>
      <p:sp>
        <p:nvSpPr>
          <p:cNvPr id="3" name="Content Placeholder 2"/>
          <p:cNvSpPr>
            <a:spLocks noGrp="1"/>
          </p:cNvSpPr>
          <p:nvPr>
            <p:ph sz="half" idx="1"/>
          </p:nvPr>
        </p:nvSpPr>
        <p:spPr>
          <a:xfrm>
            <a:off x="548639" y="1600200"/>
            <a:ext cx="5364480"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EDA6D-3B28-23A1-C2EE-BBB7617D7DCF}"/>
              </a:ext>
            </a:extLst>
          </p:cNvPr>
          <p:cNvSpPr>
            <a:spLocks noGrp="1"/>
          </p:cNvSpPr>
          <p:nvPr>
            <p:ph type="dt" sz="half" idx="11"/>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6" name="Slide Number Placeholder 5">
            <a:extLst>
              <a:ext uri="{FF2B5EF4-FFF2-40B4-BE49-F238E27FC236}">
                <a16:creationId xmlns:a16="http://schemas.microsoft.com/office/drawing/2014/main" id="{8F131B70-C8F2-D686-C30C-B4651FF0440C}"/>
              </a:ext>
            </a:extLst>
          </p:cNvPr>
          <p:cNvSpPr>
            <a:spLocks noGrp="1"/>
          </p:cNvSpPr>
          <p:nvPr>
            <p:ph type="sldNum" sz="quarter" idx="12"/>
          </p:nvPr>
        </p:nvSpPr>
        <p:spPr>
          <a:xfrm>
            <a:off x="11210716" y="6629400"/>
            <a:ext cx="442001" cy="228600"/>
          </a:xfrm>
          <a:prstGeom prst="rect">
            <a:avLst/>
          </a:prstGeom>
        </p:spPr>
        <p:txBody>
          <a:bodyPr/>
          <a:lstStyle/>
          <a:p>
            <a:fld id="{79D051F2-C7C4-43BD-B552-C78CE0DE4128}" type="slidenum">
              <a:rPr lang="en-US" smtClean="0"/>
              <a:t>‹#›</a:t>
            </a:fld>
            <a:endParaRPr lang="en-US"/>
          </a:p>
        </p:txBody>
      </p:sp>
      <p:sp>
        <p:nvSpPr>
          <p:cNvPr id="8" name="Picture Placeholder 3">
            <a:extLst>
              <a:ext uri="{FF2B5EF4-FFF2-40B4-BE49-F238E27FC236}">
                <a16:creationId xmlns:a16="http://schemas.microsoft.com/office/drawing/2014/main" id="{9D1DFBC2-C4E8-E691-E48C-B8D2CF49CDAF}"/>
              </a:ext>
            </a:extLst>
          </p:cNvPr>
          <p:cNvSpPr>
            <a:spLocks noGrp="1"/>
          </p:cNvSpPr>
          <p:nvPr>
            <p:ph type="pic" sz="quarter" idx="10"/>
          </p:nvPr>
        </p:nvSpPr>
        <p:spPr>
          <a:xfrm>
            <a:off x="6278037" y="1076324"/>
            <a:ext cx="5365748" cy="5095875"/>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Tree>
    <p:extLst>
      <p:ext uri="{BB962C8B-B14F-4D97-AF65-F5344CB8AC3E}">
        <p14:creationId xmlns:p14="http://schemas.microsoft.com/office/powerpoint/2010/main" val="115969158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and Image 0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D455EB0-A36D-4986-9393-AA1D5CE6C067}"/>
              </a:ext>
            </a:extLst>
          </p:cNvPr>
          <p:cNvSpPr>
            <a:spLocks noGrp="1"/>
          </p:cNvSpPr>
          <p:nvPr>
            <p:ph type="pic" sz="quarter" idx="10"/>
          </p:nvPr>
        </p:nvSpPr>
        <p:spPr>
          <a:xfrm>
            <a:off x="548639" y="411480"/>
            <a:ext cx="11094720" cy="310896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5" name="Title 2">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3794760"/>
            <a:ext cx="5364480" cy="914400"/>
          </a:xfrm>
          <a:prstGeom prst="rect">
            <a:avLst/>
          </a:prstGeom>
        </p:spPr>
        <p:txBody>
          <a:bodyPr/>
          <a:lstStyle>
            <a:lvl1pPr>
              <a:defRPr sz="2800" b="1" cap="none" baseline="0"/>
            </a:lvl1pPr>
          </a:lstStyle>
          <a:p>
            <a:r>
              <a:rPr lang="en-US"/>
              <a:t>[Slide title]</a:t>
            </a:r>
          </a:p>
        </p:txBody>
      </p:sp>
      <p:sp>
        <p:nvSpPr>
          <p:cNvPr id="3" name="Content Placeholder 3"/>
          <p:cNvSpPr>
            <a:spLocks noGrp="1"/>
          </p:cNvSpPr>
          <p:nvPr>
            <p:ph sz="half" idx="1"/>
          </p:nvPr>
        </p:nvSpPr>
        <p:spPr>
          <a:xfrm>
            <a:off x="6278879" y="3794760"/>
            <a:ext cx="5364480" cy="237744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39DE7-660B-3FA9-966D-AB1D9EF6AC81}"/>
              </a:ext>
            </a:extLst>
          </p:cNvPr>
          <p:cNvSpPr>
            <a:spLocks noGrp="1"/>
          </p:cNvSpPr>
          <p:nvPr>
            <p:ph type="dt" sz="half" idx="11"/>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6" name="Slide Number Placeholder 5">
            <a:extLst>
              <a:ext uri="{FF2B5EF4-FFF2-40B4-BE49-F238E27FC236}">
                <a16:creationId xmlns:a16="http://schemas.microsoft.com/office/drawing/2014/main" id="{25763529-A3F2-C0F4-1A5C-AAFFF34D7F24}"/>
              </a:ext>
            </a:extLst>
          </p:cNvPr>
          <p:cNvSpPr>
            <a:spLocks noGrp="1"/>
          </p:cNvSpPr>
          <p:nvPr>
            <p:ph type="sldNum" sz="quarter" idx="12"/>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3122500185"/>
      </p:ext>
    </p:extLst>
  </p:cSld>
  <p:clrMapOvr>
    <a:masterClrMapping/>
  </p:clrMapOvr>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and 2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8231293" cy="914400"/>
          </a:xfrm>
          <a:prstGeom prst="rect">
            <a:avLst/>
          </a:prstGeom>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5364480" cy="228600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4114800"/>
            <a:ext cx="5364480"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4526280"/>
            <a:ext cx="5364480" cy="1645920"/>
          </a:xfrm>
          <a:prstGeom prst="rect">
            <a:avLst/>
          </a:prstGeo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6278879" y="1600200"/>
            <a:ext cx="5364480" cy="228600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6278879" y="4114800"/>
            <a:ext cx="5364480"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6278879" y="4526280"/>
            <a:ext cx="5364480" cy="1645920"/>
          </a:xfrm>
          <a:prstGeom prst="rect">
            <a:avLst/>
          </a:prstGeo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E309248A-8803-C0D0-F841-DA0B643CD6D3}"/>
              </a:ext>
            </a:extLst>
          </p:cNvPr>
          <p:cNvSpPr>
            <a:spLocks noGrp="1"/>
          </p:cNvSpPr>
          <p:nvPr>
            <p:ph type="dt" sz="half" idx="14"/>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11" name="Slide Number Placeholder 10">
            <a:extLst>
              <a:ext uri="{FF2B5EF4-FFF2-40B4-BE49-F238E27FC236}">
                <a16:creationId xmlns:a16="http://schemas.microsoft.com/office/drawing/2014/main" id="{3E501E26-5E18-9AC3-2607-A695FA23E635}"/>
              </a:ext>
            </a:extLst>
          </p:cNvPr>
          <p:cNvSpPr>
            <a:spLocks noGrp="1"/>
          </p:cNvSpPr>
          <p:nvPr>
            <p:ph type="sldNum" sz="quarter" idx="15"/>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3471569407"/>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and 3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8231293" cy="914400"/>
          </a:xfrm>
          <a:prstGeom prst="rect">
            <a:avLst/>
          </a:prstGeom>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3450336" cy="16916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3520440"/>
            <a:ext cx="3450336"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3931920"/>
            <a:ext cx="3450336" cy="2240280"/>
          </a:xfrm>
          <a:prstGeom prst="rect">
            <a:avLst/>
          </a:prstGeo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4370831" y="1600200"/>
            <a:ext cx="3450336" cy="16916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4370831" y="3520440"/>
            <a:ext cx="3450336"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4370831" y="3931920"/>
            <a:ext cx="3450336" cy="2240280"/>
          </a:xfrm>
          <a:prstGeom prst="rect">
            <a:avLst/>
          </a:prstGeo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8193023" y="1600200"/>
            <a:ext cx="3450336" cy="16916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8193023" y="3520440"/>
            <a:ext cx="3450336"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8193023" y="3931920"/>
            <a:ext cx="3450336" cy="2240280"/>
          </a:xfrm>
          <a:prstGeom prst="rect">
            <a:avLst/>
          </a:prstGeo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BCC41EC7-A74C-7FAC-CAAF-B45134A90C1F}"/>
              </a:ext>
            </a:extLst>
          </p:cNvPr>
          <p:cNvSpPr>
            <a:spLocks noGrp="1"/>
          </p:cNvSpPr>
          <p:nvPr>
            <p:ph type="dt" sz="half" idx="18"/>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14" name="Slide Number Placeholder 13">
            <a:extLst>
              <a:ext uri="{FF2B5EF4-FFF2-40B4-BE49-F238E27FC236}">
                <a16:creationId xmlns:a16="http://schemas.microsoft.com/office/drawing/2014/main" id="{0DCE38A9-CABF-9588-DDD8-93DD198F7EC2}"/>
              </a:ext>
            </a:extLst>
          </p:cNvPr>
          <p:cNvSpPr>
            <a:spLocks noGrp="1"/>
          </p:cNvSpPr>
          <p:nvPr>
            <p:ph type="sldNum" sz="quarter" idx="19"/>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417095949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and 4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8231293" cy="914400"/>
          </a:xfrm>
          <a:prstGeom prst="rect">
            <a:avLst/>
          </a:prstGeom>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41"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9"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3" name="Content Placeholder 4"/>
          <p:cNvSpPr>
            <a:spLocks noGrp="1"/>
          </p:cNvSpPr>
          <p:nvPr>
            <p:ph sz="half" idx="1"/>
          </p:nvPr>
        </p:nvSpPr>
        <p:spPr>
          <a:xfrm>
            <a:off x="548641" y="3474720"/>
            <a:ext cx="2499359" cy="2697480"/>
          </a:xfrm>
          <a:prstGeom prst="rect">
            <a:avLst/>
          </a:prstGeo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3428805"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3428805"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4" name="Content Placeholder 7"/>
          <p:cNvSpPr>
            <a:spLocks noGrp="1"/>
          </p:cNvSpPr>
          <p:nvPr>
            <p:ph sz="half" idx="2"/>
          </p:nvPr>
        </p:nvSpPr>
        <p:spPr>
          <a:xfrm>
            <a:off x="3428805" y="3474720"/>
            <a:ext cx="2499359" cy="2697480"/>
          </a:xfrm>
          <a:prstGeom prst="rect">
            <a:avLst/>
          </a:prstGeo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6263841"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6263841"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6263841" y="3474720"/>
            <a:ext cx="2499359" cy="2697480"/>
          </a:xfrm>
          <a:prstGeom prst="rect">
            <a:avLst/>
          </a:prstGeo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1">
            <a:extLst>
              <a:ext uri="{FF2B5EF4-FFF2-40B4-BE49-F238E27FC236}">
                <a16:creationId xmlns:a16="http://schemas.microsoft.com/office/drawing/2014/main" id="{D206E8B5-48CF-3920-10E8-5C214FEE93B1}"/>
              </a:ext>
            </a:extLst>
          </p:cNvPr>
          <p:cNvSpPr>
            <a:spLocks noGrp="1"/>
          </p:cNvSpPr>
          <p:nvPr>
            <p:ph type="pic" sz="quarter" idx="19"/>
          </p:nvPr>
        </p:nvSpPr>
        <p:spPr>
          <a:xfrm>
            <a:off x="9144001"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Text Placeholder 12">
            <a:extLst>
              <a:ext uri="{FF2B5EF4-FFF2-40B4-BE49-F238E27FC236}">
                <a16:creationId xmlns:a16="http://schemas.microsoft.com/office/drawing/2014/main" id="{30A8711B-6FCD-CC40-76D9-6F2EED66A6EF}"/>
              </a:ext>
            </a:extLst>
          </p:cNvPr>
          <p:cNvSpPr>
            <a:spLocks noGrp="1"/>
          </p:cNvSpPr>
          <p:nvPr>
            <p:ph type="body" sz="quarter" idx="20" hasCustomPrompt="1"/>
          </p:nvPr>
        </p:nvSpPr>
        <p:spPr>
          <a:xfrm>
            <a:off x="9144001"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5" name="Content Placeholder 13">
            <a:extLst>
              <a:ext uri="{FF2B5EF4-FFF2-40B4-BE49-F238E27FC236}">
                <a16:creationId xmlns:a16="http://schemas.microsoft.com/office/drawing/2014/main" id="{ABA13BFB-DABC-41BC-F712-51774CC8BA1C}"/>
              </a:ext>
            </a:extLst>
          </p:cNvPr>
          <p:cNvSpPr>
            <a:spLocks noGrp="1"/>
          </p:cNvSpPr>
          <p:nvPr>
            <p:ph sz="half" idx="21"/>
          </p:nvPr>
        </p:nvSpPr>
        <p:spPr>
          <a:xfrm>
            <a:off x="9144001" y="3474720"/>
            <a:ext cx="2499359" cy="2697480"/>
          </a:xfrm>
          <a:prstGeom prst="rect">
            <a:avLst/>
          </a:prstGeo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6FA3AB29-95C5-BB81-8596-7248603E0DBA}"/>
              </a:ext>
            </a:extLst>
          </p:cNvPr>
          <p:cNvSpPr>
            <a:spLocks noGrp="1"/>
          </p:cNvSpPr>
          <p:nvPr>
            <p:ph type="dt" sz="half" idx="22"/>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17" name="Slide Number Placeholder 16">
            <a:extLst>
              <a:ext uri="{FF2B5EF4-FFF2-40B4-BE49-F238E27FC236}">
                <a16:creationId xmlns:a16="http://schemas.microsoft.com/office/drawing/2014/main" id="{F8249F74-522A-F15A-97B8-27047D5DEDAE}"/>
              </a:ext>
            </a:extLst>
          </p:cNvPr>
          <p:cNvSpPr>
            <a:spLocks noGrp="1"/>
          </p:cNvSpPr>
          <p:nvPr>
            <p:ph type="sldNum" sz="quarter" idx="23"/>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3094769796"/>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1189037"/>
          </a:xfrm>
          <a:prstGeom prst="rect">
            <a:avLst/>
          </a:prstGeom>
        </p:spPr>
        <p:txBody>
          <a:bodyPr anchor="t" anchorCtr="0"/>
          <a:lstStyle>
            <a:lvl1pPr>
              <a:lnSpc>
                <a:spcPct val="80000"/>
              </a:lnSpc>
              <a:defRPr sz="4000" spc="-100" baseline="0">
                <a:solidFill>
                  <a:schemeClr val="tx2"/>
                </a:solidFill>
              </a:defRPr>
            </a:lvl1pPr>
          </a:lstStyle>
          <a:p>
            <a:r>
              <a:rPr lang="en-US"/>
              <a:t>[Section title]</a:t>
            </a:r>
          </a:p>
        </p:txBody>
      </p:sp>
      <p:sp>
        <p:nvSpPr>
          <p:cNvPr id="9" name="Text Placeholder 2">
            <a:extLst>
              <a:ext uri="{FF2B5EF4-FFF2-40B4-BE49-F238E27FC236}">
                <a16:creationId xmlns:a16="http://schemas.microsoft.com/office/drawing/2014/main" id="{B62121C3-FD56-A9B2-1088-141E0BDB4C18}"/>
              </a:ext>
            </a:extLst>
          </p:cNvPr>
          <p:cNvSpPr>
            <a:spLocks noGrp="1"/>
          </p:cNvSpPr>
          <p:nvPr>
            <p:ph type="body" sz="quarter" idx="11" hasCustomPrompt="1"/>
          </p:nvPr>
        </p:nvSpPr>
        <p:spPr>
          <a:xfrm>
            <a:off x="548640" y="2148840"/>
            <a:ext cx="6795135" cy="4023360"/>
          </a:xfrm>
          <a:prstGeom prst="rect">
            <a:avLst/>
          </a:prstGeo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B1DBADC8-E5B3-9DDB-F294-C14F7AA987B8}"/>
              </a:ext>
            </a:extLst>
          </p:cNvPr>
          <p:cNvSpPr>
            <a:spLocks noGrp="1"/>
          </p:cNvSpPr>
          <p:nvPr>
            <p:ph type="dt" sz="half" idx="12"/>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6" name="Slide Number Placeholder 5">
            <a:extLst>
              <a:ext uri="{FF2B5EF4-FFF2-40B4-BE49-F238E27FC236}">
                <a16:creationId xmlns:a16="http://schemas.microsoft.com/office/drawing/2014/main" id="{4A7DADDA-8448-690C-2CAB-FA7E28471B81}"/>
              </a:ext>
            </a:extLst>
          </p:cNvPr>
          <p:cNvSpPr>
            <a:spLocks noGrp="1"/>
          </p:cNvSpPr>
          <p:nvPr>
            <p:ph type="sldNum" sz="quarter" idx="13"/>
          </p:nvPr>
        </p:nvSpPr>
        <p:spPr>
          <a:xfrm>
            <a:off x="11210716" y="6629400"/>
            <a:ext cx="442001" cy="228600"/>
          </a:xfrm>
          <a:prstGeom prst="rect">
            <a:avLst/>
          </a:prstGeom>
        </p:spPr>
        <p:txBody>
          <a:bodyPr/>
          <a:lstStyle/>
          <a:p>
            <a:fld id="{79D051F2-C7C4-43BD-B552-C78CE0DE4128}" type="slidenum">
              <a:rPr lang="en-US" smtClean="0"/>
              <a:t>‹#›</a:t>
            </a:fld>
            <a:endParaRPr lang="en-US"/>
          </a:p>
        </p:txBody>
      </p:sp>
      <p:sp>
        <p:nvSpPr>
          <p:cNvPr id="13" name="Rectangle 15">
            <a:extLst>
              <a:ext uri="{FF2B5EF4-FFF2-40B4-BE49-F238E27FC236}">
                <a16:creationId xmlns:a16="http://schemas.microsoft.com/office/drawing/2014/main" id="{29767174-7781-C263-3756-CD54301026C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sp>
        <p:nvSpPr>
          <p:cNvPr id="14" name="Rectangle 13">
            <a:extLst>
              <a:ext uri="{FF2B5EF4-FFF2-40B4-BE49-F238E27FC236}">
                <a16:creationId xmlns:a16="http://schemas.microsoft.com/office/drawing/2014/main" id="{D36F2182-1ACE-5AD5-681B-31F3C2187042}"/>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pic>
        <p:nvPicPr>
          <p:cNvPr id="3" name="Picture 2">
            <a:extLst>
              <a:ext uri="{FF2B5EF4-FFF2-40B4-BE49-F238E27FC236}">
                <a16:creationId xmlns:a16="http://schemas.microsoft.com/office/drawing/2014/main" id="{9A0C2669-2091-19FC-7FA5-E8DD4A44F8CF}"/>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9439280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Header - Image">
    <p:bg>
      <p:bgPr>
        <a:solidFill>
          <a:schemeClr val="tx1"/>
        </a:solidFill>
        <a:effectLst/>
      </p:bgPr>
    </p:bg>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D68235BF-5094-B6AD-6429-61352C54DE99}"/>
              </a:ext>
            </a:extLst>
          </p:cNvPr>
          <p:cNvSpPr>
            <a:spLocks noGrp="1"/>
          </p:cNvSpPr>
          <p:nvPr>
            <p:ph type="pic" sz="quarter" idx="10"/>
          </p:nvPr>
        </p:nvSpPr>
        <p:spPr>
          <a:xfrm>
            <a:off x="0" y="228600"/>
            <a:ext cx="12192000" cy="6400800"/>
          </a:xfrm>
          <a:prstGeom prst="rect">
            <a:avLst/>
          </a:prstGeom>
          <a:solidFill>
            <a:srgbClr val="565557"/>
          </a:solidFill>
        </p:spPr>
        <p:txBody>
          <a:bodyPr anchor="ctr" anchorCtr="0"/>
          <a:lstStyle>
            <a:lvl1pPr marL="0" indent="0" algn="ctr">
              <a:buFontTx/>
              <a:buNone/>
              <a:defRPr sz="1000">
                <a:solidFill>
                  <a:srgbClr val="FFFFFF"/>
                </a:solidFill>
              </a:defRPr>
            </a:lvl1pPr>
          </a:lstStyle>
          <a:p>
            <a:r>
              <a:rPr lang="en-US"/>
              <a:t>Click icon to add picture</a:t>
            </a:r>
            <a:endParaRPr lang="en-US" dirty="0"/>
          </a:p>
        </p:txBody>
      </p:sp>
      <p:sp>
        <p:nvSpPr>
          <p:cNvPr id="2" name="Title 2"/>
          <p:cNvSpPr>
            <a:spLocks noGrp="1"/>
          </p:cNvSpPr>
          <p:nvPr>
            <p:ph type="title" hasCustomPrompt="1"/>
          </p:nvPr>
        </p:nvSpPr>
        <p:spPr>
          <a:xfrm>
            <a:off x="548640" y="411481"/>
            <a:ext cx="8231293" cy="1189037"/>
          </a:xfrm>
          <a:prstGeom prst="rect">
            <a:avLst/>
          </a:prstGeo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3">
            <a:extLst>
              <a:ext uri="{FF2B5EF4-FFF2-40B4-BE49-F238E27FC236}">
                <a16:creationId xmlns:a16="http://schemas.microsoft.com/office/drawing/2014/main" id="{CADC6E9F-9E2F-3968-F76A-CD8240DB9C82}"/>
              </a:ext>
            </a:extLst>
          </p:cNvPr>
          <p:cNvSpPr>
            <a:spLocks noGrp="1"/>
          </p:cNvSpPr>
          <p:nvPr>
            <p:ph type="body" sz="quarter" idx="11" hasCustomPrompt="1"/>
          </p:nvPr>
        </p:nvSpPr>
        <p:spPr>
          <a:xfrm>
            <a:off x="548640" y="2148840"/>
            <a:ext cx="6795135" cy="914400"/>
          </a:xfrm>
          <a:prstGeom prst="rect">
            <a:avLst/>
          </a:prstGeo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9B2EB74B-4EFA-464C-722C-FBCA5174031B}"/>
              </a:ext>
            </a:extLst>
          </p:cNvPr>
          <p:cNvSpPr>
            <a:spLocks noGrp="1"/>
          </p:cNvSpPr>
          <p:nvPr>
            <p:ph type="dt" sz="half" idx="12"/>
          </p:nvPr>
        </p:nvSpPr>
        <p:spPr>
          <a:xfrm>
            <a:off x="547688" y="6629400"/>
            <a:ext cx="823912" cy="228600"/>
          </a:xfrm>
          <a:prstGeom prst="rect">
            <a:avLst/>
          </a:prstGeom>
        </p:spPr>
        <p:txBody>
          <a:bodyPr/>
          <a:lstStyle>
            <a:lvl1pPr>
              <a:defRPr>
                <a:solidFill>
                  <a:schemeClr val="bg1"/>
                </a:solidFill>
              </a:defRPr>
            </a:lvl1pPr>
          </a:lstStyle>
          <a:p>
            <a:fld id="{971AFA9C-17DA-4726-B9E3-ADECF7729AF7}" type="datetimeFigureOut">
              <a:rPr lang="en-US" smtClean="0"/>
              <a:t>7/22/2026</a:t>
            </a:fld>
            <a:endParaRPr lang="en-US"/>
          </a:p>
        </p:txBody>
      </p:sp>
      <p:sp>
        <p:nvSpPr>
          <p:cNvPr id="6" name="Slide Number Placeholder 5">
            <a:extLst>
              <a:ext uri="{FF2B5EF4-FFF2-40B4-BE49-F238E27FC236}">
                <a16:creationId xmlns:a16="http://schemas.microsoft.com/office/drawing/2014/main" id="{D8C19503-16E7-50C5-8995-F8E0DCB6B626}"/>
              </a:ext>
            </a:extLst>
          </p:cNvPr>
          <p:cNvSpPr>
            <a:spLocks noGrp="1"/>
          </p:cNvSpPr>
          <p:nvPr>
            <p:ph type="sldNum" sz="quarter" idx="13"/>
          </p:nvPr>
        </p:nvSpPr>
        <p:spPr>
          <a:xfrm>
            <a:off x="11210716" y="6629400"/>
            <a:ext cx="442001" cy="228600"/>
          </a:xfrm>
          <a:prstGeom prst="rect">
            <a:avLst/>
          </a:prstGeom>
        </p:spPr>
        <p:txBody>
          <a:bodyPr/>
          <a:lstStyle>
            <a:lvl1pPr>
              <a:defRPr>
                <a:solidFill>
                  <a:schemeClr val="bg1"/>
                </a:solidFill>
              </a:defRPr>
            </a:lvl1pPr>
          </a:lstStyle>
          <a:p>
            <a:fld id="{79D051F2-C7C4-43BD-B552-C78CE0DE4128}" type="slidenum">
              <a:rPr lang="en-US" smtClean="0"/>
              <a:t>‹#›</a:t>
            </a:fld>
            <a:endParaRPr lang="en-US"/>
          </a:p>
        </p:txBody>
      </p:sp>
      <p:pic>
        <p:nvPicPr>
          <p:cNvPr id="7" name="Picture 6">
            <a:extLst>
              <a:ext uri="{FF2B5EF4-FFF2-40B4-BE49-F238E27FC236}">
                <a16:creationId xmlns:a16="http://schemas.microsoft.com/office/drawing/2014/main" id="{B8E613F9-1842-268A-DF27-3F9D76502705}"/>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35764675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Header - White 01">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1189037"/>
          </a:xfrm>
          <a:prstGeom prst="rect">
            <a:avLst/>
          </a:prstGeo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2148840"/>
            <a:ext cx="6795135" cy="4023360"/>
          </a:xfrm>
          <a:prstGeom prst="rect">
            <a:avLst/>
          </a:prstGeo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D8CC6170-ECB5-A830-2874-091E36410134}"/>
              </a:ext>
            </a:extLst>
          </p:cNvPr>
          <p:cNvSpPr>
            <a:spLocks noGrp="1"/>
          </p:cNvSpPr>
          <p:nvPr>
            <p:ph type="dt" sz="half" idx="12"/>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6" name="Slide Number Placeholder 5">
            <a:extLst>
              <a:ext uri="{FF2B5EF4-FFF2-40B4-BE49-F238E27FC236}">
                <a16:creationId xmlns:a16="http://schemas.microsoft.com/office/drawing/2014/main" id="{DCB1CE1D-5DB3-7DB4-A801-B688218E7EC6}"/>
              </a:ext>
            </a:extLst>
          </p:cNvPr>
          <p:cNvSpPr>
            <a:spLocks noGrp="1"/>
          </p:cNvSpPr>
          <p:nvPr>
            <p:ph type="sldNum" sz="quarter" idx="13"/>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2838631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ction Header - White 0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0"/>
            <a:ext cx="5365327" cy="914400"/>
          </a:xfrm>
          <a:prstGeom prst="rect">
            <a:avLst/>
          </a:prstGeom>
        </p:spPr>
        <p:txBody>
          <a:bodyPr anchor="t" anchorCtr="0"/>
          <a:lstStyle>
            <a:lvl1pPr>
              <a:lnSpc>
                <a:spcPct val="90000"/>
              </a:lnSpc>
              <a:defRPr sz="2400" spc="0" baseline="0">
                <a:solidFill>
                  <a:schemeClr val="tx1"/>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1600200"/>
            <a:ext cx="6795135" cy="4572000"/>
          </a:xfrm>
          <a:prstGeom prst="rect">
            <a:avLst/>
          </a:prstGeom>
        </p:spPr>
        <p:txBody>
          <a:bodyPr/>
          <a:lstStyle>
            <a:lvl1pPr marL="0" indent="0">
              <a:lnSpc>
                <a:spcPct val="90000"/>
              </a:lnSpc>
              <a:spcBef>
                <a:spcPts val="0"/>
              </a:spcBef>
              <a:buFontTx/>
              <a:buNone/>
              <a:defRPr sz="36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[Long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23A978CF-9C5E-3CFC-1FBF-80FF0C14A03A}"/>
              </a:ext>
            </a:extLst>
          </p:cNvPr>
          <p:cNvSpPr>
            <a:spLocks noGrp="1"/>
          </p:cNvSpPr>
          <p:nvPr>
            <p:ph type="dt" sz="half" idx="12"/>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6" name="Slide Number Placeholder 5">
            <a:extLst>
              <a:ext uri="{FF2B5EF4-FFF2-40B4-BE49-F238E27FC236}">
                <a16:creationId xmlns:a16="http://schemas.microsoft.com/office/drawing/2014/main" id="{A2496E61-43C3-4A10-6216-8AA17EF97B83}"/>
              </a:ext>
            </a:extLst>
          </p:cNvPr>
          <p:cNvSpPr>
            <a:spLocks noGrp="1"/>
          </p:cNvSpPr>
          <p:nvPr>
            <p:ph type="sldNum" sz="quarter" idx="13"/>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84587663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Section Header - Half Image">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1"/>
            <a:ext cx="5365327" cy="1189037"/>
          </a:xfrm>
          <a:prstGeom prst="rect">
            <a:avLst/>
          </a:prstGeo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a:prstGeom prst="rect">
            <a:avLst/>
          </a:prstGeom>
        </p:spPr>
        <p:txBody>
          <a:bodyPr/>
          <a:lstStyle>
            <a:lvl1pPr marL="0" indent="0">
              <a:spcBef>
                <a:spcPts val="1000"/>
              </a:spcBef>
              <a:buFontTx/>
              <a:buNone/>
              <a:defRPr/>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3" name="Date Placeholder 2">
            <a:extLst>
              <a:ext uri="{FF2B5EF4-FFF2-40B4-BE49-F238E27FC236}">
                <a16:creationId xmlns:a16="http://schemas.microsoft.com/office/drawing/2014/main" id="{3F98909E-3F3B-28FF-B01F-B77401FC0BCC}"/>
              </a:ext>
            </a:extLst>
          </p:cNvPr>
          <p:cNvSpPr>
            <a:spLocks noGrp="1"/>
          </p:cNvSpPr>
          <p:nvPr>
            <p:ph type="dt" sz="half" idx="12"/>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4" name="Slide Number Placeholder 3">
            <a:extLst>
              <a:ext uri="{FF2B5EF4-FFF2-40B4-BE49-F238E27FC236}">
                <a16:creationId xmlns:a16="http://schemas.microsoft.com/office/drawing/2014/main" id="{FC4506F2-72D4-8024-72B5-E5E4464D05D0}"/>
              </a:ext>
            </a:extLst>
          </p:cNvPr>
          <p:cNvSpPr>
            <a:spLocks noGrp="1"/>
          </p:cNvSpPr>
          <p:nvPr>
            <p:ph type="sldNum" sz="quarter" idx="13"/>
          </p:nvPr>
        </p:nvSpPr>
        <p:spPr>
          <a:xfrm>
            <a:off x="11210716" y="6629400"/>
            <a:ext cx="442001" cy="228600"/>
          </a:xfrm>
          <a:prstGeom prst="rect">
            <a:avLst/>
          </a:prstGeom>
        </p:spPr>
        <p:txBody>
          <a:bodyPr/>
          <a:lstStyle/>
          <a:p>
            <a:fld id="{79D051F2-C7C4-43BD-B552-C78CE0DE4128}" type="slidenum">
              <a:rPr lang="en-US" smtClean="0"/>
              <a:t>‹#›</a:t>
            </a:fld>
            <a:endParaRPr lang="en-US"/>
          </a:p>
        </p:txBody>
      </p:sp>
      <p:sp>
        <p:nvSpPr>
          <p:cNvPr id="10" name="Picture Placeholder 3">
            <a:extLst>
              <a:ext uri="{FF2B5EF4-FFF2-40B4-BE49-F238E27FC236}">
                <a16:creationId xmlns:a16="http://schemas.microsoft.com/office/drawing/2014/main" id="{6FB94CE1-6713-07D6-4B5A-4A8C98A3721E}"/>
              </a:ext>
            </a:extLst>
          </p:cNvPr>
          <p:cNvSpPr>
            <a:spLocks noGrp="1"/>
          </p:cNvSpPr>
          <p:nvPr>
            <p:ph type="pic" sz="quarter" idx="10"/>
          </p:nvPr>
        </p:nvSpPr>
        <p:spPr>
          <a:xfrm>
            <a:off x="6278037" y="1076324"/>
            <a:ext cx="5365748" cy="5095875"/>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Rectangle 15">
            <a:extLst>
              <a:ext uri="{FF2B5EF4-FFF2-40B4-BE49-F238E27FC236}">
                <a16:creationId xmlns:a16="http://schemas.microsoft.com/office/drawing/2014/main" id="{F827E20F-449C-FD35-0420-0D0665538DFA}"/>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sp>
        <p:nvSpPr>
          <p:cNvPr id="15" name="Rectangle 14">
            <a:extLst>
              <a:ext uri="{FF2B5EF4-FFF2-40B4-BE49-F238E27FC236}">
                <a16:creationId xmlns:a16="http://schemas.microsoft.com/office/drawing/2014/main" id="{9B78D2D4-DCB9-0AD3-0C18-6C6757224CC2}"/>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pic>
        <p:nvPicPr>
          <p:cNvPr id="5" name="Picture 4">
            <a:extLst>
              <a:ext uri="{FF2B5EF4-FFF2-40B4-BE49-F238E27FC236}">
                <a16:creationId xmlns:a16="http://schemas.microsoft.com/office/drawing/2014/main" id="{010600B0-1249-F5D8-D1B7-CC4F0AD64E01}"/>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246410545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Header - Half Image -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1"/>
            <a:ext cx="5365327" cy="1189037"/>
          </a:xfrm>
          <a:prstGeom prst="rect">
            <a:avLst/>
          </a:prstGeo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a:prstGeom prst="rect">
            <a:avLst/>
          </a:prstGeom>
        </p:spPr>
        <p:txBody>
          <a:bodyPr/>
          <a:lstStyle>
            <a:lvl1pPr marL="0" indent="0">
              <a:spcBef>
                <a:spcPts val="1000"/>
              </a:spcBef>
              <a:buFontTx/>
              <a:buNone/>
              <a:defRPr/>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Picture Placeholder 3">
            <a:extLst>
              <a:ext uri="{FF2B5EF4-FFF2-40B4-BE49-F238E27FC236}">
                <a16:creationId xmlns:a16="http://schemas.microsoft.com/office/drawing/2014/main" id="{99F1DF14-7FE6-F760-F31F-7EF2AD60D9CA}"/>
              </a:ext>
            </a:extLst>
          </p:cNvPr>
          <p:cNvSpPr>
            <a:spLocks noGrp="1"/>
          </p:cNvSpPr>
          <p:nvPr>
            <p:ph type="pic" sz="quarter" idx="10"/>
          </p:nvPr>
        </p:nvSpPr>
        <p:spPr>
          <a:xfrm>
            <a:off x="6278037" y="1076324"/>
            <a:ext cx="5365748" cy="5095875"/>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3" name="Date Placeholder 2">
            <a:extLst>
              <a:ext uri="{FF2B5EF4-FFF2-40B4-BE49-F238E27FC236}">
                <a16:creationId xmlns:a16="http://schemas.microsoft.com/office/drawing/2014/main" id="{20223B66-3A13-0C9F-B944-AC25D742AF96}"/>
              </a:ext>
            </a:extLst>
          </p:cNvPr>
          <p:cNvSpPr>
            <a:spLocks noGrp="1"/>
          </p:cNvSpPr>
          <p:nvPr>
            <p:ph type="dt" sz="half" idx="12"/>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4" name="Slide Number Placeholder 3">
            <a:extLst>
              <a:ext uri="{FF2B5EF4-FFF2-40B4-BE49-F238E27FC236}">
                <a16:creationId xmlns:a16="http://schemas.microsoft.com/office/drawing/2014/main" id="{131544B9-C835-CF1D-D28F-2122F2789519}"/>
              </a:ext>
            </a:extLst>
          </p:cNvPr>
          <p:cNvSpPr>
            <a:spLocks noGrp="1"/>
          </p:cNvSpPr>
          <p:nvPr>
            <p:ph type="sldNum" sz="quarter" idx="13"/>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13388438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914400"/>
          </a:xfrm>
          <a:prstGeom prst="rect">
            <a:avLst/>
          </a:prstGeom>
        </p:spPr>
        <p:txBody>
          <a:bodyPr/>
          <a:lstStyle/>
          <a:p>
            <a:r>
              <a:rPr lang="en-US"/>
              <a:t>[Slide title]</a:t>
            </a:r>
          </a:p>
        </p:txBody>
      </p:sp>
      <p:sp>
        <p:nvSpPr>
          <p:cNvPr id="4" name="Date Placeholder 3">
            <a:extLst>
              <a:ext uri="{FF2B5EF4-FFF2-40B4-BE49-F238E27FC236}">
                <a16:creationId xmlns:a16="http://schemas.microsoft.com/office/drawing/2014/main" id="{4379C0D1-24E4-F8B5-5008-90B631F4469A}"/>
              </a:ext>
            </a:extLst>
          </p:cNvPr>
          <p:cNvSpPr>
            <a:spLocks noGrp="1"/>
          </p:cNvSpPr>
          <p:nvPr>
            <p:ph type="dt" sz="half" idx="10"/>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5" name="Slide Number Placeholder 4">
            <a:extLst>
              <a:ext uri="{FF2B5EF4-FFF2-40B4-BE49-F238E27FC236}">
                <a16:creationId xmlns:a16="http://schemas.microsoft.com/office/drawing/2014/main" id="{1FD0708B-B177-BDB5-031F-585D18C07E8A}"/>
              </a:ext>
            </a:extLst>
          </p:cNvPr>
          <p:cNvSpPr>
            <a:spLocks noGrp="1"/>
          </p:cNvSpPr>
          <p:nvPr>
            <p:ph type="sldNum" sz="quarter" idx="11"/>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4065142214"/>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Title Only - Black">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914400"/>
          </a:xfrm>
          <a:prstGeom prst="rect">
            <a:avLst/>
          </a:prstGeom>
        </p:spPr>
        <p:txBody>
          <a:bodyPr/>
          <a:lstStyle/>
          <a:p>
            <a:r>
              <a:rPr lang="en-US"/>
              <a:t>[Slide title]</a:t>
            </a:r>
          </a:p>
        </p:txBody>
      </p:sp>
      <p:sp>
        <p:nvSpPr>
          <p:cNvPr id="4" name="Date Placeholder 3">
            <a:extLst>
              <a:ext uri="{FF2B5EF4-FFF2-40B4-BE49-F238E27FC236}">
                <a16:creationId xmlns:a16="http://schemas.microsoft.com/office/drawing/2014/main" id="{53232747-3E71-8E75-327E-02C587769F40}"/>
              </a:ext>
            </a:extLst>
          </p:cNvPr>
          <p:cNvSpPr>
            <a:spLocks noGrp="1"/>
          </p:cNvSpPr>
          <p:nvPr>
            <p:ph type="dt" sz="half" idx="10"/>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5" name="Slide Number Placeholder 4">
            <a:extLst>
              <a:ext uri="{FF2B5EF4-FFF2-40B4-BE49-F238E27FC236}">
                <a16:creationId xmlns:a16="http://schemas.microsoft.com/office/drawing/2014/main" id="{36282339-D15E-F6F1-894B-9E0056121556}"/>
              </a:ext>
            </a:extLst>
          </p:cNvPr>
          <p:cNvSpPr>
            <a:spLocks noGrp="1"/>
          </p:cNvSpPr>
          <p:nvPr>
            <p:ph type="sldNum" sz="quarter" idx="11"/>
          </p:nvPr>
        </p:nvSpPr>
        <p:spPr>
          <a:xfrm>
            <a:off x="11210716" y="6629400"/>
            <a:ext cx="442001" cy="228600"/>
          </a:xfrm>
          <a:prstGeom prst="rect">
            <a:avLst/>
          </a:prstGeom>
        </p:spPr>
        <p:txBody>
          <a:bodyPr/>
          <a:lstStyle/>
          <a:p>
            <a:fld id="{79D051F2-C7C4-43BD-B552-C78CE0DE4128}" type="slidenum">
              <a:rPr lang="en-US" smtClean="0"/>
              <a:t>‹#›</a:t>
            </a:fld>
            <a:endParaRPr lang="en-US"/>
          </a:p>
        </p:txBody>
      </p:sp>
      <p:sp>
        <p:nvSpPr>
          <p:cNvPr id="12" name="Rectangle 15">
            <a:extLst>
              <a:ext uri="{FF2B5EF4-FFF2-40B4-BE49-F238E27FC236}">
                <a16:creationId xmlns:a16="http://schemas.microsoft.com/office/drawing/2014/main" id="{833783EA-3887-4D75-CFC6-A032432DD7A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sp>
        <p:nvSpPr>
          <p:cNvPr id="13" name="Rectangle 12">
            <a:extLst>
              <a:ext uri="{FF2B5EF4-FFF2-40B4-BE49-F238E27FC236}">
                <a16:creationId xmlns:a16="http://schemas.microsoft.com/office/drawing/2014/main" id="{AC42907C-64C3-CBB8-169A-BB3EFFC55BCC}"/>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pic>
        <p:nvPicPr>
          <p:cNvPr id="3" name="Picture 2">
            <a:extLst>
              <a:ext uri="{FF2B5EF4-FFF2-40B4-BE49-F238E27FC236}">
                <a16:creationId xmlns:a16="http://schemas.microsoft.com/office/drawing/2014/main" id="{444B3BC7-1721-F04F-32EA-9BA47104C8AA}"/>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228353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63EDA0-A0A8-B169-0C67-503B7AD628A6}"/>
              </a:ext>
            </a:extLst>
          </p:cNvPr>
          <p:cNvSpPr>
            <a:spLocks noGrp="1"/>
          </p:cNvSpPr>
          <p:nvPr>
            <p:ph type="dt" sz="half" idx="10"/>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4" name="Slide Number Placeholder 3">
            <a:extLst>
              <a:ext uri="{FF2B5EF4-FFF2-40B4-BE49-F238E27FC236}">
                <a16:creationId xmlns:a16="http://schemas.microsoft.com/office/drawing/2014/main" id="{8ED91F9A-E3C3-E735-5763-000960145427}"/>
              </a:ext>
            </a:extLst>
          </p:cNvPr>
          <p:cNvSpPr>
            <a:spLocks noGrp="1"/>
          </p:cNvSpPr>
          <p:nvPr>
            <p:ph type="sldNum" sz="quarter" idx="11"/>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4125085601"/>
      </p:ext>
    </p:extLst>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Blank - Black">
    <p:bg>
      <p:bgPr>
        <a:solidFill>
          <a:srgbClr val="221F20"/>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4D7CC9F-EDC9-A6F7-DA66-4A306089A171}"/>
              </a:ext>
            </a:extLst>
          </p:cNvPr>
          <p:cNvSpPr>
            <a:spLocks noGrp="1"/>
          </p:cNvSpPr>
          <p:nvPr>
            <p:ph type="dt" sz="half" idx="10"/>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4" name="Slide Number Placeholder 3">
            <a:extLst>
              <a:ext uri="{FF2B5EF4-FFF2-40B4-BE49-F238E27FC236}">
                <a16:creationId xmlns:a16="http://schemas.microsoft.com/office/drawing/2014/main" id="{F09D9C3A-06B5-D7B7-AE0A-005090EAD783}"/>
              </a:ext>
            </a:extLst>
          </p:cNvPr>
          <p:cNvSpPr>
            <a:spLocks noGrp="1"/>
          </p:cNvSpPr>
          <p:nvPr>
            <p:ph type="sldNum" sz="quarter" idx="11"/>
          </p:nvPr>
        </p:nvSpPr>
        <p:spPr>
          <a:xfrm>
            <a:off x="11210716" y="6629400"/>
            <a:ext cx="442001" cy="228600"/>
          </a:xfrm>
          <a:prstGeom prst="rect">
            <a:avLst/>
          </a:prstGeom>
        </p:spPr>
        <p:txBody>
          <a:bodyPr/>
          <a:lstStyle/>
          <a:p>
            <a:fld id="{79D051F2-C7C4-43BD-B552-C78CE0DE4128}" type="slidenum">
              <a:rPr lang="en-US" smtClean="0"/>
              <a:t>‹#›</a:t>
            </a:fld>
            <a:endParaRPr lang="en-US"/>
          </a:p>
        </p:txBody>
      </p:sp>
      <p:sp>
        <p:nvSpPr>
          <p:cNvPr id="11" name="Rectangle 15">
            <a:extLst>
              <a:ext uri="{FF2B5EF4-FFF2-40B4-BE49-F238E27FC236}">
                <a16:creationId xmlns:a16="http://schemas.microsoft.com/office/drawing/2014/main" id="{B76758EE-15B3-7721-5E75-E147C8870680}"/>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sp>
        <p:nvSpPr>
          <p:cNvPr id="12" name="Rectangle 11">
            <a:extLst>
              <a:ext uri="{FF2B5EF4-FFF2-40B4-BE49-F238E27FC236}">
                <a16:creationId xmlns:a16="http://schemas.microsoft.com/office/drawing/2014/main" id="{7CC5DC3A-1F9F-1C52-8FA1-007E776E4AAA}"/>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pic>
        <p:nvPicPr>
          <p:cNvPr id="2" name="Picture 1">
            <a:extLst>
              <a:ext uri="{FF2B5EF4-FFF2-40B4-BE49-F238E27FC236}">
                <a16:creationId xmlns:a16="http://schemas.microsoft.com/office/drawing/2014/main" id="{69D1ED16-EB0F-ACBF-80D9-A9A76A8D7524}"/>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28067762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Thank You">
    <p:bg>
      <p:bgPr>
        <a:solidFill>
          <a:srgbClr val="221F20"/>
        </a:solidFill>
        <a:effectLst/>
      </p:bgPr>
    </p:bg>
    <p:spTree>
      <p:nvGrpSpPr>
        <p:cNvPr id="1" name=""/>
        <p:cNvGrpSpPr/>
        <p:nvPr/>
      </p:nvGrpSpPr>
      <p:grpSpPr>
        <a:xfrm>
          <a:off x="0" y="0"/>
          <a:ext cx="0" cy="0"/>
          <a:chOff x="0" y="0"/>
          <a:chExt cx="0" cy="0"/>
        </a:xfrm>
      </p:grpSpPr>
      <p:sp>
        <p:nvSpPr>
          <p:cNvPr id="7" name="TextBox">
            <a:extLst>
              <a:ext uri="{FF2B5EF4-FFF2-40B4-BE49-F238E27FC236}">
                <a16:creationId xmlns:a16="http://schemas.microsoft.com/office/drawing/2014/main" id="{9FBB499C-D22E-E02E-342C-293D573F4036}"/>
              </a:ext>
            </a:extLst>
          </p:cNvPr>
          <p:cNvSpPr txBox="1"/>
          <p:nvPr/>
        </p:nvSpPr>
        <p:spPr>
          <a:xfrm>
            <a:off x="548216" y="2148840"/>
            <a:ext cx="11094720" cy="1371600"/>
          </a:xfrm>
          <a:prstGeom prst="rect">
            <a:avLst/>
          </a:prstGeom>
          <a:noFill/>
        </p:spPr>
        <p:txBody>
          <a:bodyPr wrap="square" lIns="0" tIns="0" rIns="0" bIns="0" rtlCol="0">
            <a:noAutofit/>
          </a:bodyPr>
          <a:lstStyle/>
          <a:p>
            <a:pPr marL="0" indent="0">
              <a:lnSpc>
                <a:spcPct val="90000"/>
              </a:lnSpc>
              <a:spcBef>
                <a:spcPts val="0"/>
              </a:spcBef>
              <a:buSzPct val="100000"/>
              <a:buFontTx/>
              <a:buNone/>
            </a:pPr>
            <a:r>
              <a:rPr lang="en-US" sz="4800" cap="all" baseline="0">
                <a:solidFill>
                  <a:srgbClr val="FFCC01"/>
                </a:solidFill>
              </a:rPr>
              <a:t>THANK YOU.</a:t>
            </a:r>
          </a:p>
        </p:txBody>
      </p:sp>
      <p:sp>
        <p:nvSpPr>
          <p:cNvPr id="5" name="Text Placeholder 1">
            <a:extLst>
              <a:ext uri="{FF2B5EF4-FFF2-40B4-BE49-F238E27FC236}">
                <a16:creationId xmlns:a16="http://schemas.microsoft.com/office/drawing/2014/main" id="{900DDD06-33DA-C48B-4271-22D241C5EC75}"/>
              </a:ext>
            </a:extLst>
          </p:cNvPr>
          <p:cNvSpPr>
            <a:spLocks noGrp="1"/>
          </p:cNvSpPr>
          <p:nvPr>
            <p:ph type="body" sz="quarter" idx="10" hasCustomPrompt="1"/>
          </p:nvPr>
        </p:nvSpPr>
        <p:spPr>
          <a:xfrm>
            <a:off x="548218" y="4819414"/>
            <a:ext cx="5365749" cy="1371599"/>
          </a:xfrm>
          <a:prstGeom prst="rect">
            <a:avLst/>
          </a:prstGeom>
        </p:spPr>
        <p:txBody>
          <a:bodyPr anchor="b" anchorCtr="0"/>
          <a:lstStyle>
            <a:lvl1pPr marL="0" indent="0">
              <a:spcBef>
                <a:spcPts val="0"/>
              </a:spcBef>
              <a:buFontTx/>
              <a:buNone/>
              <a:defRPr sz="1200"/>
            </a:lvl1pPr>
            <a:lvl2pPr marL="0" indent="0">
              <a:spcBef>
                <a:spcPts val="0"/>
              </a:spcBef>
              <a:buFontTx/>
              <a:buNone/>
              <a:defRPr sz="1200"/>
            </a:lvl2pPr>
            <a:lvl3pPr marL="0" indent="0">
              <a:spcBef>
                <a:spcPts val="0"/>
              </a:spcBef>
              <a:buFontTx/>
              <a:buNone/>
              <a:defRPr sz="1200"/>
            </a:lvl3pPr>
            <a:lvl4pPr marL="0" indent="0">
              <a:spcBef>
                <a:spcPts val="0"/>
              </a:spcBef>
              <a:buFontTx/>
              <a:buNone/>
              <a:defRPr sz="1200"/>
            </a:lvl4pPr>
            <a:lvl5pPr marL="0" indent="0">
              <a:spcBef>
                <a:spcPts val="0"/>
              </a:spcBef>
              <a:buFontTx/>
              <a:buNone/>
              <a:defRPr sz="1200"/>
            </a:lvl5pPr>
            <a:lvl6pPr marL="0" indent="0">
              <a:spcBef>
                <a:spcPts val="0"/>
              </a:spcBef>
              <a:buFontTx/>
              <a:buNone/>
              <a:defRPr sz="1200"/>
            </a:lvl6pPr>
            <a:lvl7pPr marL="0" indent="0">
              <a:spcBef>
                <a:spcPts val="0"/>
              </a:spcBef>
              <a:buFontTx/>
              <a:buNone/>
              <a:defRPr sz="1200"/>
            </a:lvl7pPr>
            <a:lvl8pPr marL="0" indent="0">
              <a:spcBef>
                <a:spcPts val="0"/>
              </a:spcBef>
              <a:buFontTx/>
              <a:buNone/>
              <a:defRPr sz="1200"/>
            </a:lvl8pPr>
            <a:lvl9pPr marL="0" indent="0">
              <a:spcBef>
                <a:spcPts val="0"/>
              </a:spcBef>
              <a:buFontTx/>
              <a:buNone/>
              <a:defRPr sz="1200"/>
            </a:lvl9pPr>
          </a:lstStyle>
          <a:p>
            <a:pPr lvl="0"/>
            <a:r>
              <a:rPr lang="en-US"/>
              <a:t>[Optional contact information]</a:t>
            </a:r>
          </a:p>
        </p:txBody>
      </p:sp>
      <p:sp>
        <p:nvSpPr>
          <p:cNvPr id="2" name="Date Placeholder 1">
            <a:extLst>
              <a:ext uri="{FF2B5EF4-FFF2-40B4-BE49-F238E27FC236}">
                <a16:creationId xmlns:a16="http://schemas.microsoft.com/office/drawing/2014/main" id="{8D632A57-06FC-652E-6EE4-1F70D322E5B3}"/>
              </a:ext>
            </a:extLst>
          </p:cNvPr>
          <p:cNvSpPr>
            <a:spLocks noGrp="1"/>
          </p:cNvSpPr>
          <p:nvPr>
            <p:ph type="dt" sz="half" idx="11"/>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4" name="Slide Number Placeholder 3">
            <a:extLst>
              <a:ext uri="{FF2B5EF4-FFF2-40B4-BE49-F238E27FC236}">
                <a16:creationId xmlns:a16="http://schemas.microsoft.com/office/drawing/2014/main" id="{69E1E829-FABB-578E-0154-2C87BBF4E6A0}"/>
              </a:ext>
            </a:extLst>
          </p:cNvPr>
          <p:cNvSpPr>
            <a:spLocks noGrp="1"/>
          </p:cNvSpPr>
          <p:nvPr>
            <p:ph type="sldNum" sz="quarter" idx="12"/>
          </p:nvPr>
        </p:nvSpPr>
        <p:spPr>
          <a:xfrm>
            <a:off x="11210716" y="6629400"/>
            <a:ext cx="442001" cy="228600"/>
          </a:xfrm>
          <a:prstGeom prst="rect">
            <a:avLst/>
          </a:prstGeom>
        </p:spPr>
        <p:txBody>
          <a:bodyPr/>
          <a:lstStyle/>
          <a:p>
            <a:fld id="{79D051F2-C7C4-43BD-B552-C78CE0DE4128}" type="slidenum">
              <a:rPr lang="en-US" smtClean="0"/>
              <a:t>‹#›</a:t>
            </a:fld>
            <a:endParaRPr lang="en-US"/>
          </a:p>
        </p:txBody>
      </p:sp>
      <p:pic>
        <p:nvPicPr>
          <p:cNvPr id="6" name="Picture 5">
            <a:extLst>
              <a:ext uri="{FF2B5EF4-FFF2-40B4-BE49-F238E27FC236}">
                <a16:creationId xmlns:a16="http://schemas.microsoft.com/office/drawing/2014/main" id="{B3490B06-8AF4-4B9B-7F1E-C2E93EEF2F63}"/>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755770750"/>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Logo">
    <p:bg>
      <p:bgPr>
        <a:solidFill>
          <a:srgbClr val="221F20"/>
        </a:solidFill>
        <a:effectLst/>
      </p:bgPr>
    </p:bg>
    <p:spTree>
      <p:nvGrpSpPr>
        <p:cNvPr id="1" name=""/>
        <p:cNvGrpSpPr/>
        <p:nvPr/>
      </p:nvGrpSpPr>
      <p:grpSpPr>
        <a:xfrm>
          <a:off x="0" y="0"/>
          <a:ext cx="0" cy="0"/>
          <a:chOff x="0" y="0"/>
          <a:chExt cx="0" cy="0"/>
        </a:xfrm>
      </p:grpSpPr>
      <p:pic>
        <p:nvPicPr>
          <p:cNvPr id="2" name="U.S. Army" descr="U.S. Army">
            <a:extLst>
              <a:ext uri="{FF2B5EF4-FFF2-40B4-BE49-F238E27FC236}">
                <a16:creationId xmlns:a16="http://schemas.microsoft.com/office/drawing/2014/main" id="{0B06A788-76BC-690C-D43E-FC2BDE0FB202}"/>
              </a:ext>
            </a:extLst>
          </p:cNvPr>
          <p:cNvPicPr>
            <a:picLocks noChangeAspect="1"/>
          </p:cNvPicPr>
          <p:nvPr/>
        </p:nvPicPr>
        <p:blipFill>
          <a:blip r:embed="rId2"/>
          <a:stretch>
            <a:fillRect/>
          </a:stretch>
        </p:blipFill>
        <p:spPr bwMode="black">
          <a:xfrm>
            <a:off x="2827020" y="2194560"/>
            <a:ext cx="6537960" cy="2468880"/>
          </a:xfrm>
          <a:prstGeom prst="rect">
            <a:avLst/>
          </a:prstGeom>
        </p:spPr>
      </p:pic>
    </p:spTree>
    <p:extLst>
      <p:ext uri="{BB962C8B-B14F-4D97-AF65-F5344CB8AC3E}">
        <p14:creationId xmlns:p14="http://schemas.microsoft.com/office/powerpoint/2010/main" val="53405031"/>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9A25F-48AD-B7A3-3D9B-3DC3D785A85D}"/>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A312A15-0410-A7CA-A9D8-43BD6886A5E6}"/>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F8027A1-7EB5-0678-EB0F-650BD7B194F1}"/>
              </a:ext>
            </a:extLst>
          </p:cNvPr>
          <p:cNvSpPr>
            <a:spLocks noGrp="1"/>
          </p:cNvSpPr>
          <p:nvPr>
            <p:ph type="dt" sz="half" idx="10"/>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5" name="Footer Placeholder 4">
            <a:extLst>
              <a:ext uri="{FF2B5EF4-FFF2-40B4-BE49-F238E27FC236}">
                <a16:creationId xmlns:a16="http://schemas.microsoft.com/office/drawing/2014/main" id="{30BCD30D-C707-EB24-E631-D0451E6B5F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8F5385-DE6D-8457-5ACD-902B1E9353D0}"/>
              </a:ext>
            </a:extLst>
          </p:cNvPr>
          <p:cNvSpPr>
            <a:spLocks noGrp="1"/>
          </p:cNvSpPr>
          <p:nvPr>
            <p:ph type="sldNum" sz="quarter" idx="12"/>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31828878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D7D6D-A7B7-74EA-6F74-BAC98296402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238D3C-1A6F-289C-01D0-FC0269EF3E5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96C649-11FB-438A-AD59-9806225D32FD}"/>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B33B82-9CC4-ADC8-65F7-7702DD6C0DA7}"/>
              </a:ext>
            </a:extLst>
          </p:cNvPr>
          <p:cNvSpPr>
            <a:spLocks noGrp="1"/>
          </p:cNvSpPr>
          <p:nvPr>
            <p:ph type="dt" sz="half" idx="10"/>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6" name="Footer Placeholder 5">
            <a:extLst>
              <a:ext uri="{FF2B5EF4-FFF2-40B4-BE49-F238E27FC236}">
                <a16:creationId xmlns:a16="http://schemas.microsoft.com/office/drawing/2014/main" id="{5D491D42-AB19-DC33-0C4F-15A205A2A0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55D150-C001-8E81-3EC1-3DDA1A934637}"/>
              </a:ext>
            </a:extLst>
          </p:cNvPr>
          <p:cNvSpPr>
            <a:spLocks noGrp="1"/>
          </p:cNvSpPr>
          <p:nvPr>
            <p:ph type="sldNum" sz="quarter" idx="12"/>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29171760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6D627-4126-76BB-49CC-802CFFF6F9F1}"/>
              </a:ext>
            </a:extLst>
          </p:cNvPr>
          <p:cNvSpPr>
            <a:spLocks noGrp="1"/>
          </p:cNvSpPr>
          <p:nvPr>
            <p:ph type="title"/>
          </p:nvPr>
        </p:nvSpPr>
        <p:spPr>
          <a:xfrm>
            <a:off x="548640" y="411481"/>
            <a:ext cx="8231293" cy="914400"/>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A6F3C272-A5FE-0B53-A485-80572D12E1FF}"/>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E64E39B-8710-B75C-19D6-9A82A326FA91}"/>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3456664-2E10-493D-CCC1-B9E27A5EB2F2}"/>
              </a:ext>
            </a:extLst>
          </p:cNvPr>
          <p:cNvSpPr>
            <a:spLocks noGrp="1"/>
          </p:cNvSpPr>
          <p:nvPr>
            <p:ph type="dt" sz="half" idx="10"/>
          </p:nvPr>
        </p:nvSpPr>
        <p:spPr>
          <a:xfrm>
            <a:off x="547688" y="6629400"/>
            <a:ext cx="823912" cy="228600"/>
          </a:xfrm>
          <a:prstGeom prst="rect">
            <a:avLst/>
          </a:prstGeom>
        </p:spPr>
        <p:txBody>
          <a:bodyPr/>
          <a:lstStyle/>
          <a:p>
            <a:fld id="{971AFA9C-17DA-4726-B9E3-ADECF7729AF7}" type="datetimeFigureOut">
              <a:rPr lang="en-US" smtClean="0"/>
              <a:t>7/22/2026</a:t>
            </a:fld>
            <a:endParaRPr lang="en-US"/>
          </a:p>
        </p:txBody>
      </p:sp>
      <p:sp>
        <p:nvSpPr>
          <p:cNvPr id="6" name="Footer Placeholder 5">
            <a:extLst>
              <a:ext uri="{FF2B5EF4-FFF2-40B4-BE49-F238E27FC236}">
                <a16:creationId xmlns:a16="http://schemas.microsoft.com/office/drawing/2014/main" id="{E4127F7E-8CC3-D827-3CEB-A0E08CA083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82C5AF-AA21-6708-D407-33B6906041B8}"/>
              </a:ext>
            </a:extLst>
          </p:cNvPr>
          <p:cNvSpPr>
            <a:spLocks noGrp="1"/>
          </p:cNvSpPr>
          <p:nvPr>
            <p:ph type="sldNum" sz="quarter" idx="12"/>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6197711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rgbClr val="221F20"/>
        </a:solid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39F9F092-1A2E-3BC5-0D99-EE4B132543F8}"/>
              </a:ext>
            </a:extLst>
          </p:cNvPr>
          <p:cNvSpPr>
            <a:spLocks noGrp="1"/>
          </p:cNvSpPr>
          <p:nvPr>
            <p:ph type="dt" sz="half" idx="49"/>
          </p:nvPr>
        </p:nvSpPr>
        <p:spPr/>
        <p:txBody>
          <a:bodyPr/>
          <a:lstStyle/>
          <a:p>
            <a:fld id="{971AFA9C-17DA-4726-B9E3-ADECF7729AF7}" type="datetimeFigureOut">
              <a:rPr lang="en-US" smtClean="0"/>
              <a:t>7/22/2026</a:t>
            </a:fld>
            <a:endParaRPr lang="en-US"/>
          </a:p>
        </p:txBody>
      </p:sp>
      <p:sp>
        <p:nvSpPr>
          <p:cNvPr id="21" name="Slide Number Placeholder 20">
            <a:extLst>
              <a:ext uri="{FF2B5EF4-FFF2-40B4-BE49-F238E27FC236}">
                <a16:creationId xmlns:a16="http://schemas.microsoft.com/office/drawing/2014/main" id="{4D3DAC6A-DFDF-B313-4DB4-FA56B489F422}"/>
              </a:ext>
            </a:extLst>
          </p:cNvPr>
          <p:cNvSpPr>
            <a:spLocks noGrp="1"/>
          </p:cNvSpPr>
          <p:nvPr>
            <p:ph type="sldNum" sz="quarter" idx="50"/>
          </p:nvPr>
        </p:nvSpPr>
        <p:spPr/>
        <p:txBody>
          <a:bodyPr/>
          <a:lstStyle/>
          <a:p>
            <a:fld id="{79D051F2-C7C4-43BD-B552-C78CE0DE4128}" type="slidenum">
              <a:rPr lang="en-US" smtClean="0"/>
              <a:t>‹#›</a:t>
            </a:fld>
            <a:endParaRPr lang="en-US"/>
          </a:p>
        </p:txBody>
      </p:sp>
      <p:sp>
        <p:nvSpPr>
          <p:cNvPr id="13" name="Text Placeholder 30">
            <a:extLst>
              <a:ext uri="{FF2B5EF4-FFF2-40B4-BE49-F238E27FC236}">
                <a16:creationId xmlns:a16="http://schemas.microsoft.com/office/drawing/2014/main" id="{FC933DC4-3663-15AC-8A64-D7573EE2EC9F}"/>
              </a:ext>
            </a:extLst>
          </p:cNvPr>
          <p:cNvSpPr>
            <a:spLocks noGrp="1"/>
          </p:cNvSpPr>
          <p:nvPr>
            <p:ph type="body" sz="quarter" idx="39" hasCustomPrompt="1"/>
          </p:nvPr>
        </p:nvSpPr>
        <p:spPr>
          <a:xfrm>
            <a:off x="547688" y="5133530"/>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2" name="Text Placeholder 30">
            <a:extLst>
              <a:ext uri="{FF2B5EF4-FFF2-40B4-BE49-F238E27FC236}">
                <a16:creationId xmlns:a16="http://schemas.microsoft.com/office/drawing/2014/main" id="{1FE393D1-D968-8D71-45F7-5B4A7CEF5CF9}"/>
              </a:ext>
            </a:extLst>
          </p:cNvPr>
          <p:cNvSpPr>
            <a:spLocks noGrp="1"/>
          </p:cNvSpPr>
          <p:nvPr>
            <p:ph type="body" sz="quarter" idx="40" hasCustomPrompt="1"/>
          </p:nvPr>
        </p:nvSpPr>
        <p:spPr>
          <a:xfrm>
            <a:off x="547688" y="4952738"/>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3" name="Text Placeholder 30">
            <a:extLst>
              <a:ext uri="{FF2B5EF4-FFF2-40B4-BE49-F238E27FC236}">
                <a16:creationId xmlns:a16="http://schemas.microsoft.com/office/drawing/2014/main" id="{DF69BC8A-AD59-63A3-64A2-27F7496859F1}"/>
              </a:ext>
            </a:extLst>
          </p:cNvPr>
          <p:cNvSpPr>
            <a:spLocks noGrp="1"/>
          </p:cNvSpPr>
          <p:nvPr>
            <p:ph type="body" sz="quarter" idx="41" hasCustomPrompt="1"/>
          </p:nvPr>
        </p:nvSpPr>
        <p:spPr>
          <a:xfrm>
            <a:off x="547688" y="5314322"/>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24" name="Text Placeholder 30">
            <a:extLst>
              <a:ext uri="{FF2B5EF4-FFF2-40B4-BE49-F238E27FC236}">
                <a16:creationId xmlns:a16="http://schemas.microsoft.com/office/drawing/2014/main" id="{EDE4793B-EE3D-A719-6990-5D9F67CBAF13}"/>
              </a:ext>
            </a:extLst>
          </p:cNvPr>
          <p:cNvSpPr>
            <a:spLocks noGrp="1"/>
          </p:cNvSpPr>
          <p:nvPr>
            <p:ph type="body" sz="quarter" idx="42" hasCustomPrompt="1"/>
          </p:nvPr>
        </p:nvSpPr>
        <p:spPr>
          <a:xfrm>
            <a:off x="547688" y="5495114"/>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25" name="Text Placeholder 30">
            <a:extLst>
              <a:ext uri="{FF2B5EF4-FFF2-40B4-BE49-F238E27FC236}">
                <a16:creationId xmlns:a16="http://schemas.microsoft.com/office/drawing/2014/main" id="{A24EE18E-6DA7-CB84-1F21-8DF1C7482384}"/>
              </a:ext>
            </a:extLst>
          </p:cNvPr>
          <p:cNvSpPr>
            <a:spLocks noGrp="1"/>
          </p:cNvSpPr>
          <p:nvPr>
            <p:ph type="body" sz="quarter" idx="43" hasCustomPrompt="1"/>
          </p:nvPr>
        </p:nvSpPr>
        <p:spPr>
          <a:xfrm>
            <a:off x="547688" y="5675906"/>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26" name="Text Placeholder 30">
            <a:extLst>
              <a:ext uri="{FF2B5EF4-FFF2-40B4-BE49-F238E27FC236}">
                <a16:creationId xmlns:a16="http://schemas.microsoft.com/office/drawing/2014/main" id="{AAEE65B4-7FC0-51E0-61A9-DA039122F268}"/>
              </a:ext>
            </a:extLst>
          </p:cNvPr>
          <p:cNvSpPr>
            <a:spLocks noGrp="1"/>
          </p:cNvSpPr>
          <p:nvPr>
            <p:ph type="body" sz="quarter" idx="44"/>
          </p:nvPr>
        </p:nvSpPr>
        <p:spPr>
          <a:xfrm>
            <a:off x="1981200" y="5133530"/>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7" name="Text Placeholder 30">
            <a:extLst>
              <a:ext uri="{FF2B5EF4-FFF2-40B4-BE49-F238E27FC236}">
                <a16:creationId xmlns:a16="http://schemas.microsoft.com/office/drawing/2014/main" id="{6483CD3B-2F61-38F8-2851-B10539781BDC}"/>
              </a:ext>
            </a:extLst>
          </p:cNvPr>
          <p:cNvSpPr>
            <a:spLocks noGrp="1"/>
          </p:cNvSpPr>
          <p:nvPr>
            <p:ph type="body" sz="quarter" idx="45"/>
          </p:nvPr>
        </p:nvSpPr>
        <p:spPr>
          <a:xfrm>
            <a:off x="1981200" y="4952738"/>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8" name="Text Placeholder 30">
            <a:extLst>
              <a:ext uri="{FF2B5EF4-FFF2-40B4-BE49-F238E27FC236}">
                <a16:creationId xmlns:a16="http://schemas.microsoft.com/office/drawing/2014/main" id="{F72C11EB-F1A8-B896-9775-C7ADA2F83259}"/>
              </a:ext>
            </a:extLst>
          </p:cNvPr>
          <p:cNvSpPr>
            <a:spLocks noGrp="1"/>
          </p:cNvSpPr>
          <p:nvPr>
            <p:ph type="body" sz="quarter" idx="46"/>
          </p:nvPr>
        </p:nvSpPr>
        <p:spPr>
          <a:xfrm>
            <a:off x="1981200" y="5314322"/>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9" name="Text Placeholder 30">
            <a:extLst>
              <a:ext uri="{FF2B5EF4-FFF2-40B4-BE49-F238E27FC236}">
                <a16:creationId xmlns:a16="http://schemas.microsoft.com/office/drawing/2014/main" id="{4BF91907-2C5A-9E08-110C-64B850CA6482}"/>
              </a:ext>
            </a:extLst>
          </p:cNvPr>
          <p:cNvSpPr>
            <a:spLocks noGrp="1"/>
          </p:cNvSpPr>
          <p:nvPr>
            <p:ph type="body" sz="quarter" idx="47"/>
          </p:nvPr>
        </p:nvSpPr>
        <p:spPr>
          <a:xfrm>
            <a:off x="1981200" y="5495114"/>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30" name="Text Placeholder 30">
            <a:extLst>
              <a:ext uri="{FF2B5EF4-FFF2-40B4-BE49-F238E27FC236}">
                <a16:creationId xmlns:a16="http://schemas.microsoft.com/office/drawing/2014/main" id="{0F5C0BB3-E700-E0BE-1E5D-F32BFF0DB730}"/>
              </a:ext>
            </a:extLst>
          </p:cNvPr>
          <p:cNvSpPr>
            <a:spLocks noGrp="1"/>
          </p:cNvSpPr>
          <p:nvPr>
            <p:ph type="body" sz="quarter" idx="48"/>
          </p:nvPr>
        </p:nvSpPr>
        <p:spPr>
          <a:xfrm>
            <a:off x="1981200" y="5675906"/>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pic>
        <p:nvPicPr>
          <p:cNvPr id="5" name="U.S. Army" descr="U.S. Army">
            <a:extLst>
              <a:ext uri="{FF2B5EF4-FFF2-40B4-BE49-F238E27FC236}">
                <a16:creationId xmlns:a16="http://schemas.microsoft.com/office/drawing/2014/main" id="{8765D769-2E19-A1D0-70F0-660B5118F32F}"/>
              </a:ext>
            </a:extLst>
          </p:cNvPr>
          <p:cNvPicPr>
            <a:picLocks noChangeAspect="1"/>
          </p:cNvPicPr>
          <p:nvPr/>
        </p:nvPicPr>
        <p:blipFill>
          <a:blip r:embed="rId2"/>
          <a:stretch>
            <a:fillRect/>
          </a:stretch>
        </p:blipFill>
        <p:spPr bwMode="black">
          <a:xfrm>
            <a:off x="244899" y="112631"/>
            <a:ext cx="3246120" cy="1225808"/>
          </a:xfrm>
          <a:prstGeom prst="rect">
            <a:avLst/>
          </a:prstGeom>
        </p:spPr>
      </p:pic>
      <p:pic>
        <p:nvPicPr>
          <p:cNvPr id="7" name="Picture 6">
            <a:extLst>
              <a:ext uri="{FF2B5EF4-FFF2-40B4-BE49-F238E27FC236}">
                <a16:creationId xmlns:a16="http://schemas.microsoft.com/office/drawing/2014/main" id="{4367708F-A6ED-2C67-AAB2-F57AAA10F9A2}"/>
              </a:ext>
            </a:extLst>
          </p:cNvPr>
          <p:cNvPicPr>
            <a:picLocks noChangeAspect="1"/>
          </p:cNvPicPr>
          <p:nvPr/>
        </p:nvPicPr>
        <p:blipFill>
          <a:blip r:embed="rId3"/>
          <a:srcRect/>
          <a:stretch/>
        </p:blipFill>
        <p:spPr>
          <a:xfrm>
            <a:off x="10004616" y="411162"/>
            <a:ext cx="1629707" cy="478023"/>
          </a:xfrm>
          <a:prstGeom prst="rect">
            <a:avLst/>
          </a:prstGeom>
        </p:spPr>
      </p:pic>
      <p:grpSp>
        <p:nvGrpSpPr>
          <p:cNvPr id="4" name="Group">
            <a:extLst>
              <a:ext uri="{FF2B5EF4-FFF2-40B4-BE49-F238E27FC236}">
                <a16:creationId xmlns:a16="http://schemas.microsoft.com/office/drawing/2014/main" id="{0D2A18CE-EA59-FCDB-5CF9-72169831C632}"/>
              </a:ext>
              <a:ext uri="{C183D7F6-B498-43B3-948B-1728B52AA6E4}">
                <adec:decorative xmlns:adec="http://schemas.microsoft.com/office/drawing/2017/decorative" val="1"/>
              </a:ext>
            </a:extLst>
          </p:cNvPr>
          <p:cNvGrpSpPr/>
          <p:nvPr/>
        </p:nvGrpSpPr>
        <p:grpSpPr>
          <a:xfrm>
            <a:off x="548218" y="1974220"/>
            <a:ext cx="7173381" cy="2377440"/>
            <a:chOff x="411163" y="2240280"/>
            <a:chExt cx="6446837" cy="2377440"/>
          </a:xfrm>
        </p:grpSpPr>
        <p:sp>
          <p:nvSpPr>
            <p:cNvPr id="15" name="Rectangle">
              <a:extLst>
                <a:ext uri="{FF2B5EF4-FFF2-40B4-BE49-F238E27FC236}">
                  <a16:creationId xmlns:a16="http://schemas.microsoft.com/office/drawing/2014/main" id="{453FC9A3-D341-95FE-49D0-507EC65462D2}"/>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18" name="Line">
              <a:extLst>
                <a:ext uri="{FF2B5EF4-FFF2-40B4-BE49-F238E27FC236}">
                  <a16:creationId xmlns:a16="http://schemas.microsoft.com/office/drawing/2014/main" id="{2A030869-4AC4-CE94-F004-03103C4DBCA4}"/>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19" name="Line">
              <a:extLst>
                <a:ext uri="{FF2B5EF4-FFF2-40B4-BE49-F238E27FC236}">
                  <a16:creationId xmlns:a16="http://schemas.microsoft.com/office/drawing/2014/main" id="{5AB8E5F3-02DC-C870-FF70-6B7F087F40F4}"/>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31" name="Title 1">
            <a:extLst>
              <a:ext uri="{FF2B5EF4-FFF2-40B4-BE49-F238E27FC236}">
                <a16:creationId xmlns:a16="http://schemas.microsoft.com/office/drawing/2014/main" id="{0A3716E9-1A78-32FC-3DC4-30F600373863}"/>
              </a:ext>
            </a:extLst>
          </p:cNvPr>
          <p:cNvSpPr>
            <a:spLocks noGrp="1"/>
          </p:cNvSpPr>
          <p:nvPr>
            <p:ph type="ctrTitle" hasCustomPrompt="1"/>
          </p:nvPr>
        </p:nvSpPr>
        <p:spPr>
          <a:xfrm>
            <a:off x="914400" y="2202820"/>
            <a:ext cx="6429375" cy="1325880"/>
          </a:xfrm>
        </p:spPr>
        <p:txBody>
          <a:bodyPr anchor="t" anchorCtr="0"/>
          <a:lstStyle>
            <a:lvl1pPr algn="l">
              <a:lnSpc>
                <a:spcPct val="80000"/>
              </a:lnSpc>
              <a:defRPr sz="3600"/>
            </a:lvl1pPr>
          </a:lstStyle>
          <a:p>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CC01"/>
                </a:solidFill>
                <a:effectLst/>
                <a:uLnTx/>
                <a:uFillTx/>
                <a:latin typeface="Arial"/>
                <a:ea typeface="+mj-ea"/>
                <a:cs typeface="+mj-cs"/>
              </a:rPr>
              <a:t>THREE LINES MAX</a:t>
            </a:r>
            <a:endParaRPr lang="en-US"/>
          </a:p>
        </p:txBody>
      </p:sp>
      <p:sp>
        <p:nvSpPr>
          <p:cNvPr id="32" name="Subtitle 2">
            <a:extLst>
              <a:ext uri="{FF2B5EF4-FFF2-40B4-BE49-F238E27FC236}">
                <a16:creationId xmlns:a16="http://schemas.microsoft.com/office/drawing/2014/main" id="{9BBCBD69-970D-2A8D-E951-CFBC732DBCF4}"/>
              </a:ext>
            </a:extLst>
          </p:cNvPr>
          <p:cNvSpPr>
            <a:spLocks noGrp="1"/>
          </p:cNvSpPr>
          <p:nvPr>
            <p:ph type="subTitle" idx="1" hasCustomPrompt="1"/>
          </p:nvPr>
        </p:nvSpPr>
        <p:spPr>
          <a:xfrm>
            <a:off x="914401"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33" name="Text Placeholder 3">
            <a:extLst>
              <a:ext uri="{FF2B5EF4-FFF2-40B4-BE49-F238E27FC236}">
                <a16:creationId xmlns:a16="http://schemas.microsoft.com/office/drawing/2014/main" id="{845FCD4C-F9C5-DECB-5274-6DEC95A50B53}"/>
              </a:ext>
            </a:extLst>
          </p:cNvPr>
          <p:cNvSpPr>
            <a:spLocks noGrp="1"/>
          </p:cNvSpPr>
          <p:nvPr>
            <p:ph type="body" sz="quarter" idx="10" hasCustomPrompt="1"/>
          </p:nvPr>
        </p:nvSpPr>
        <p:spPr>
          <a:xfrm>
            <a:off x="5212079"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
        <p:nvSpPr>
          <p:cNvPr id="2" name="Rectangle 1">
            <a:extLst>
              <a:ext uri="{FF2B5EF4-FFF2-40B4-BE49-F238E27FC236}">
                <a16:creationId xmlns:a16="http://schemas.microsoft.com/office/drawing/2014/main" id="{410D24ED-E5F8-CA86-25F1-78110A690DC5}"/>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p>
        </p:txBody>
      </p:sp>
      <p:sp>
        <p:nvSpPr>
          <p:cNvPr id="3" name="Rectangle 15">
            <a:extLst>
              <a:ext uri="{FF2B5EF4-FFF2-40B4-BE49-F238E27FC236}">
                <a16:creationId xmlns:a16="http://schemas.microsoft.com/office/drawing/2014/main" id="{5F51F9D9-5896-27C6-545B-841C41CB76F2}"/>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p>
        </p:txBody>
      </p:sp>
    </p:spTree>
    <p:extLst>
      <p:ext uri="{BB962C8B-B14F-4D97-AF65-F5344CB8AC3E}">
        <p14:creationId xmlns:p14="http://schemas.microsoft.com/office/powerpoint/2010/main" val="918920967"/>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Slide - White">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D1B5714-1C67-5305-161F-BB8ABA64529E}"/>
              </a:ext>
            </a:extLst>
          </p:cNvPr>
          <p:cNvSpPr>
            <a:spLocks noGrp="1"/>
          </p:cNvSpPr>
          <p:nvPr>
            <p:ph type="dt" sz="half" idx="11"/>
          </p:nvPr>
        </p:nvSpPr>
        <p:spPr/>
        <p:txBody>
          <a:bodyPr/>
          <a:lstStyle/>
          <a:p>
            <a:fld id="{971AFA9C-17DA-4726-B9E3-ADECF7729AF7}" type="datetimeFigureOut">
              <a:rPr lang="en-US" smtClean="0"/>
              <a:t>7/22/2026</a:t>
            </a:fld>
            <a:endParaRPr lang="en-US"/>
          </a:p>
        </p:txBody>
      </p:sp>
      <p:sp>
        <p:nvSpPr>
          <p:cNvPr id="7" name="Slide Number Placeholder 6">
            <a:extLst>
              <a:ext uri="{FF2B5EF4-FFF2-40B4-BE49-F238E27FC236}">
                <a16:creationId xmlns:a16="http://schemas.microsoft.com/office/drawing/2014/main" id="{BC66A96F-567A-34EC-DC2C-66C406228A96}"/>
              </a:ext>
            </a:extLst>
          </p:cNvPr>
          <p:cNvSpPr>
            <a:spLocks noGrp="1"/>
          </p:cNvSpPr>
          <p:nvPr>
            <p:ph type="sldNum" sz="quarter" idx="12"/>
          </p:nvPr>
        </p:nvSpPr>
        <p:spPr/>
        <p:txBody>
          <a:bodyPr/>
          <a:lstStyle/>
          <a:p>
            <a:fld id="{79D051F2-C7C4-43BD-B552-C78CE0DE4128}" type="slidenum">
              <a:rPr lang="en-US" smtClean="0"/>
              <a:t>‹#›</a:t>
            </a:fld>
            <a:endParaRPr lang="en-US"/>
          </a:p>
        </p:txBody>
      </p:sp>
      <p:pic>
        <p:nvPicPr>
          <p:cNvPr id="8" name="U.S. Army" descr="U.S. Army">
            <a:extLst>
              <a:ext uri="{FF2B5EF4-FFF2-40B4-BE49-F238E27FC236}">
                <a16:creationId xmlns:a16="http://schemas.microsoft.com/office/drawing/2014/main" id="{C4525471-71C4-E84C-06B5-CF4BA10994C2}"/>
              </a:ext>
            </a:extLst>
          </p:cNvPr>
          <p:cNvPicPr>
            <a:picLocks noChangeAspect="1"/>
          </p:cNvPicPr>
          <p:nvPr/>
        </p:nvPicPr>
        <p:blipFill>
          <a:blip r:embed="rId2"/>
          <a:stretch>
            <a:fillRect/>
          </a:stretch>
        </p:blipFill>
        <p:spPr bwMode="black">
          <a:xfrm>
            <a:off x="180891" y="104974"/>
            <a:ext cx="3246120" cy="1225808"/>
          </a:xfrm>
          <a:prstGeom prst="rect">
            <a:avLst/>
          </a:prstGeom>
          <a:noFill/>
        </p:spPr>
      </p:pic>
      <p:sp>
        <p:nvSpPr>
          <p:cNvPr id="9" name="Text Placeholder 30">
            <a:extLst>
              <a:ext uri="{FF2B5EF4-FFF2-40B4-BE49-F238E27FC236}">
                <a16:creationId xmlns:a16="http://schemas.microsoft.com/office/drawing/2014/main" id="{00EB67EC-5954-991C-39BB-6509621390EB}"/>
              </a:ext>
            </a:extLst>
          </p:cNvPr>
          <p:cNvSpPr>
            <a:spLocks noGrp="1"/>
          </p:cNvSpPr>
          <p:nvPr>
            <p:ph type="body" sz="quarter" idx="39" hasCustomPrompt="1"/>
          </p:nvPr>
        </p:nvSpPr>
        <p:spPr>
          <a:xfrm>
            <a:off x="547688" y="5133530"/>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3" name="Text Placeholder 30">
            <a:extLst>
              <a:ext uri="{FF2B5EF4-FFF2-40B4-BE49-F238E27FC236}">
                <a16:creationId xmlns:a16="http://schemas.microsoft.com/office/drawing/2014/main" id="{E6059881-3615-6A80-014A-12F5EBBBE25A}"/>
              </a:ext>
            </a:extLst>
          </p:cNvPr>
          <p:cNvSpPr>
            <a:spLocks noGrp="1"/>
          </p:cNvSpPr>
          <p:nvPr>
            <p:ph type="body" sz="quarter" idx="40" hasCustomPrompt="1"/>
          </p:nvPr>
        </p:nvSpPr>
        <p:spPr>
          <a:xfrm>
            <a:off x="547688" y="4952738"/>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4" name="Text Placeholder 30">
            <a:extLst>
              <a:ext uri="{FF2B5EF4-FFF2-40B4-BE49-F238E27FC236}">
                <a16:creationId xmlns:a16="http://schemas.microsoft.com/office/drawing/2014/main" id="{E2D99AAA-01B9-ED71-F90F-711F200233EB}"/>
              </a:ext>
            </a:extLst>
          </p:cNvPr>
          <p:cNvSpPr>
            <a:spLocks noGrp="1"/>
          </p:cNvSpPr>
          <p:nvPr>
            <p:ph type="body" sz="quarter" idx="41" hasCustomPrompt="1"/>
          </p:nvPr>
        </p:nvSpPr>
        <p:spPr>
          <a:xfrm>
            <a:off x="547688" y="5314322"/>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6" name="Text Placeholder 30">
            <a:extLst>
              <a:ext uri="{FF2B5EF4-FFF2-40B4-BE49-F238E27FC236}">
                <a16:creationId xmlns:a16="http://schemas.microsoft.com/office/drawing/2014/main" id="{AA78AC6A-4B5E-2F9D-94D1-897336CBC5FD}"/>
              </a:ext>
            </a:extLst>
          </p:cNvPr>
          <p:cNvSpPr>
            <a:spLocks noGrp="1"/>
          </p:cNvSpPr>
          <p:nvPr>
            <p:ph type="body" sz="quarter" idx="42" hasCustomPrompt="1"/>
          </p:nvPr>
        </p:nvSpPr>
        <p:spPr>
          <a:xfrm>
            <a:off x="547688" y="5495114"/>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7" name="Text Placeholder 30">
            <a:extLst>
              <a:ext uri="{FF2B5EF4-FFF2-40B4-BE49-F238E27FC236}">
                <a16:creationId xmlns:a16="http://schemas.microsoft.com/office/drawing/2014/main" id="{E909E494-A135-FCDC-B270-D6B7047A3B14}"/>
              </a:ext>
            </a:extLst>
          </p:cNvPr>
          <p:cNvSpPr>
            <a:spLocks noGrp="1"/>
          </p:cNvSpPr>
          <p:nvPr>
            <p:ph type="body" sz="quarter" idx="43" hasCustomPrompt="1"/>
          </p:nvPr>
        </p:nvSpPr>
        <p:spPr>
          <a:xfrm>
            <a:off x="547688" y="5675906"/>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8" name="Text Placeholder 30">
            <a:extLst>
              <a:ext uri="{FF2B5EF4-FFF2-40B4-BE49-F238E27FC236}">
                <a16:creationId xmlns:a16="http://schemas.microsoft.com/office/drawing/2014/main" id="{99D08674-52BB-F86B-32DC-93D0F45597F7}"/>
              </a:ext>
            </a:extLst>
          </p:cNvPr>
          <p:cNvSpPr>
            <a:spLocks noGrp="1"/>
          </p:cNvSpPr>
          <p:nvPr>
            <p:ph type="body" sz="quarter" idx="44"/>
          </p:nvPr>
        </p:nvSpPr>
        <p:spPr>
          <a:xfrm>
            <a:off x="1981200" y="5133530"/>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9" name="Text Placeholder 30">
            <a:extLst>
              <a:ext uri="{FF2B5EF4-FFF2-40B4-BE49-F238E27FC236}">
                <a16:creationId xmlns:a16="http://schemas.microsoft.com/office/drawing/2014/main" id="{75B8A948-14E8-9F98-4694-85A4D577B42A}"/>
              </a:ext>
            </a:extLst>
          </p:cNvPr>
          <p:cNvSpPr>
            <a:spLocks noGrp="1"/>
          </p:cNvSpPr>
          <p:nvPr>
            <p:ph type="body" sz="quarter" idx="45"/>
          </p:nvPr>
        </p:nvSpPr>
        <p:spPr>
          <a:xfrm>
            <a:off x="1981200" y="4952738"/>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0" name="Text Placeholder 30">
            <a:extLst>
              <a:ext uri="{FF2B5EF4-FFF2-40B4-BE49-F238E27FC236}">
                <a16:creationId xmlns:a16="http://schemas.microsoft.com/office/drawing/2014/main" id="{8594BC0E-E83A-A7AB-AD3C-A280B5A706D3}"/>
              </a:ext>
            </a:extLst>
          </p:cNvPr>
          <p:cNvSpPr>
            <a:spLocks noGrp="1"/>
          </p:cNvSpPr>
          <p:nvPr>
            <p:ph type="body" sz="quarter" idx="46"/>
          </p:nvPr>
        </p:nvSpPr>
        <p:spPr>
          <a:xfrm>
            <a:off x="1981200" y="5314322"/>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1" name="Text Placeholder 30">
            <a:extLst>
              <a:ext uri="{FF2B5EF4-FFF2-40B4-BE49-F238E27FC236}">
                <a16:creationId xmlns:a16="http://schemas.microsoft.com/office/drawing/2014/main" id="{45C25EBB-0808-3B97-D5EC-84FE1867AB1B}"/>
              </a:ext>
            </a:extLst>
          </p:cNvPr>
          <p:cNvSpPr>
            <a:spLocks noGrp="1"/>
          </p:cNvSpPr>
          <p:nvPr>
            <p:ph type="body" sz="quarter" idx="47"/>
          </p:nvPr>
        </p:nvSpPr>
        <p:spPr>
          <a:xfrm>
            <a:off x="1981200" y="5495114"/>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31" name="Text Placeholder 30">
            <a:extLst>
              <a:ext uri="{FF2B5EF4-FFF2-40B4-BE49-F238E27FC236}">
                <a16:creationId xmlns:a16="http://schemas.microsoft.com/office/drawing/2014/main" id="{1EEF3E66-AAEE-1C6B-9049-032018F0EF1A}"/>
              </a:ext>
            </a:extLst>
          </p:cNvPr>
          <p:cNvSpPr>
            <a:spLocks noGrp="1"/>
          </p:cNvSpPr>
          <p:nvPr>
            <p:ph type="body" sz="quarter" idx="48"/>
          </p:nvPr>
        </p:nvSpPr>
        <p:spPr>
          <a:xfrm>
            <a:off x="1981200" y="5675906"/>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grpSp>
        <p:nvGrpSpPr>
          <p:cNvPr id="48" name="Group">
            <a:extLst>
              <a:ext uri="{FF2B5EF4-FFF2-40B4-BE49-F238E27FC236}">
                <a16:creationId xmlns:a16="http://schemas.microsoft.com/office/drawing/2014/main" id="{1D6D8113-2B65-BAC0-DBC2-601012CF0173}"/>
              </a:ext>
              <a:ext uri="{C183D7F6-B498-43B3-948B-1728B52AA6E4}">
                <adec:decorative xmlns:adec="http://schemas.microsoft.com/office/drawing/2017/decorative" val="1"/>
              </a:ext>
            </a:extLst>
          </p:cNvPr>
          <p:cNvGrpSpPr/>
          <p:nvPr/>
        </p:nvGrpSpPr>
        <p:grpSpPr>
          <a:xfrm>
            <a:off x="548219" y="1974220"/>
            <a:ext cx="7173382" cy="2377440"/>
            <a:chOff x="411163" y="2240280"/>
            <a:chExt cx="6446837" cy="2377440"/>
          </a:xfrm>
        </p:grpSpPr>
        <p:sp>
          <p:nvSpPr>
            <p:cNvPr id="49" name="Rectangle">
              <a:extLst>
                <a:ext uri="{FF2B5EF4-FFF2-40B4-BE49-F238E27FC236}">
                  <a16:creationId xmlns:a16="http://schemas.microsoft.com/office/drawing/2014/main" id="{7528BC0B-D239-46B3-8ED2-9B82FDC07FCC}"/>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221F20"/>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50" name="Line">
              <a:extLst>
                <a:ext uri="{FF2B5EF4-FFF2-40B4-BE49-F238E27FC236}">
                  <a16:creationId xmlns:a16="http://schemas.microsoft.com/office/drawing/2014/main" id="{435BD1FC-4390-71A4-34EE-951EFF0886B1}"/>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cxnSp>
          <p:nvCxnSpPr>
            <p:cNvPr id="51" name="Line">
              <a:extLst>
                <a:ext uri="{FF2B5EF4-FFF2-40B4-BE49-F238E27FC236}">
                  <a16:creationId xmlns:a16="http://schemas.microsoft.com/office/drawing/2014/main" id="{F4A81146-41CE-E3FA-3A50-29CA5D91DB4F}"/>
                </a:ext>
                <a:ext uri="{C183D7F6-B498-43B3-948B-1728B52AA6E4}">
                  <adec:decorative xmlns:adec="http://schemas.microsoft.com/office/drawing/2017/decorative" val="1"/>
                </a:ext>
              </a:extLst>
            </p:cNvPr>
            <p:cNvCxnSpPr>
              <a:cxnSpLocks/>
            </p:cNvCxnSpPr>
            <p:nvPr userDrawn="1"/>
          </p:nvCxnSpPr>
          <p:spPr>
            <a:xfrm>
              <a:off x="4272796" y="3931920"/>
              <a:ext cx="0" cy="68580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grpSp>
      <p:sp>
        <p:nvSpPr>
          <p:cNvPr id="52" name="Title 1">
            <a:extLst>
              <a:ext uri="{FF2B5EF4-FFF2-40B4-BE49-F238E27FC236}">
                <a16:creationId xmlns:a16="http://schemas.microsoft.com/office/drawing/2014/main" id="{34261743-5C6B-193D-74C7-FC918BD33CB3}"/>
              </a:ext>
            </a:extLst>
          </p:cNvPr>
          <p:cNvSpPr>
            <a:spLocks noGrp="1"/>
          </p:cNvSpPr>
          <p:nvPr>
            <p:ph type="ctrTitle" hasCustomPrompt="1"/>
          </p:nvPr>
        </p:nvSpPr>
        <p:spPr>
          <a:xfrm>
            <a:off x="914399" y="2202820"/>
            <a:ext cx="6429375"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53" name="Subtitle 2">
            <a:extLst>
              <a:ext uri="{FF2B5EF4-FFF2-40B4-BE49-F238E27FC236}">
                <a16:creationId xmlns:a16="http://schemas.microsoft.com/office/drawing/2014/main" id="{09DA0322-2B5C-8F10-EE8B-1FE75C5A5BFA}"/>
              </a:ext>
            </a:extLst>
          </p:cNvPr>
          <p:cNvSpPr>
            <a:spLocks noGrp="1"/>
          </p:cNvSpPr>
          <p:nvPr>
            <p:ph type="subTitle" idx="1" hasCustomPrompt="1"/>
          </p:nvPr>
        </p:nvSpPr>
        <p:spPr>
          <a:xfrm>
            <a:off x="914400" y="3784732"/>
            <a:ext cx="3565525"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54" name="Text Placeholder 3">
            <a:extLst>
              <a:ext uri="{FF2B5EF4-FFF2-40B4-BE49-F238E27FC236}">
                <a16:creationId xmlns:a16="http://schemas.microsoft.com/office/drawing/2014/main" id="{76359DCF-E748-9D74-A7A5-1B8C52B3E366}"/>
              </a:ext>
            </a:extLst>
          </p:cNvPr>
          <p:cNvSpPr>
            <a:spLocks noGrp="1"/>
          </p:cNvSpPr>
          <p:nvPr>
            <p:ph type="body" sz="quarter" idx="10" hasCustomPrompt="1"/>
          </p:nvPr>
        </p:nvSpPr>
        <p:spPr>
          <a:xfrm>
            <a:off x="5212079"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Tree>
    <p:extLst>
      <p:ext uri="{BB962C8B-B14F-4D97-AF65-F5344CB8AC3E}">
        <p14:creationId xmlns:p14="http://schemas.microsoft.com/office/powerpoint/2010/main" val="2276460857"/>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Title Slide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F9D3AB9C-26E9-8E88-3B55-B4A5EC7C31F2}"/>
              </a:ext>
            </a:extLst>
          </p:cNvPr>
          <p:cNvSpPr>
            <a:spLocks noGrp="1"/>
          </p:cNvSpPr>
          <p:nvPr>
            <p:ph type="dt" sz="half" idx="49"/>
          </p:nvPr>
        </p:nvSpPr>
        <p:spPr/>
        <p:txBody>
          <a:bodyPr/>
          <a:lstStyle/>
          <a:p>
            <a:fld id="{971AFA9C-17DA-4726-B9E3-ADECF7729AF7}" type="datetimeFigureOut">
              <a:rPr lang="en-US" smtClean="0"/>
              <a:t>7/22/2026</a:t>
            </a:fld>
            <a:endParaRPr lang="en-US"/>
          </a:p>
        </p:txBody>
      </p:sp>
      <p:sp>
        <p:nvSpPr>
          <p:cNvPr id="21" name="Slide Number Placeholder 20">
            <a:extLst>
              <a:ext uri="{FF2B5EF4-FFF2-40B4-BE49-F238E27FC236}">
                <a16:creationId xmlns:a16="http://schemas.microsoft.com/office/drawing/2014/main" id="{CF1316F0-9F13-53EA-1597-09232B2FF1AB}"/>
              </a:ext>
            </a:extLst>
          </p:cNvPr>
          <p:cNvSpPr>
            <a:spLocks noGrp="1"/>
          </p:cNvSpPr>
          <p:nvPr>
            <p:ph type="sldNum" sz="quarter" idx="50"/>
          </p:nvPr>
        </p:nvSpPr>
        <p:spPr/>
        <p:txBody>
          <a:bodyPr/>
          <a:lstStyle/>
          <a:p>
            <a:fld id="{79D051F2-C7C4-43BD-B552-C78CE0DE4128}" type="slidenum">
              <a:rPr lang="en-US" smtClean="0"/>
              <a:t>‹#›</a:t>
            </a:fld>
            <a:endParaRPr lang="en-US"/>
          </a:p>
        </p:txBody>
      </p:sp>
      <p:pic>
        <p:nvPicPr>
          <p:cNvPr id="5" name="U.S. Army" descr="U.S. Army">
            <a:extLst>
              <a:ext uri="{FF2B5EF4-FFF2-40B4-BE49-F238E27FC236}">
                <a16:creationId xmlns:a16="http://schemas.microsoft.com/office/drawing/2014/main" id="{499EE878-E6B9-0543-B958-85A17AE36A27}"/>
              </a:ext>
            </a:extLst>
          </p:cNvPr>
          <p:cNvPicPr>
            <a:picLocks noChangeAspect="1"/>
          </p:cNvPicPr>
          <p:nvPr/>
        </p:nvPicPr>
        <p:blipFill>
          <a:blip r:embed="rId3"/>
          <a:stretch>
            <a:fillRect/>
          </a:stretch>
        </p:blipFill>
        <p:spPr bwMode="black">
          <a:xfrm>
            <a:off x="244899" y="112631"/>
            <a:ext cx="3246120" cy="1225808"/>
          </a:xfrm>
          <a:prstGeom prst="rect">
            <a:avLst/>
          </a:prstGeom>
        </p:spPr>
      </p:pic>
      <p:sp>
        <p:nvSpPr>
          <p:cNvPr id="8" name="Text Placeholder 30">
            <a:extLst>
              <a:ext uri="{FF2B5EF4-FFF2-40B4-BE49-F238E27FC236}">
                <a16:creationId xmlns:a16="http://schemas.microsoft.com/office/drawing/2014/main" id="{96CD17E6-26AB-FBB2-220C-D5185212C519}"/>
              </a:ext>
            </a:extLst>
          </p:cNvPr>
          <p:cNvSpPr>
            <a:spLocks noGrp="1"/>
          </p:cNvSpPr>
          <p:nvPr>
            <p:ph type="body" sz="quarter" idx="39" hasCustomPrompt="1"/>
          </p:nvPr>
        </p:nvSpPr>
        <p:spPr>
          <a:xfrm>
            <a:off x="547688" y="5133530"/>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9" name="Text Placeholder 30">
            <a:extLst>
              <a:ext uri="{FF2B5EF4-FFF2-40B4-BE49-F238E27FC236}">
                <a16:creationId xmlns:a16="http://schemas.microsoft.com/office/drawing/2014/main" id="{FCD1ED33-CCD9-E1B6-327A-71BC6F62C4DB}"/>
              </a:ext>
            </a:extLst>
          </p:cNvPr>
          <p:cNvSpPr>
            <a:spLocks noGrp="1"/>
          </p:cNvSpPr>
          <p:nvPr>
            <p:ph type="body" sz="quarter" idx="40" hasCustomPrompt="1"/>
          </p:nvPr>
        </p:nvSpPr>
        <p:spPr>
          <a:xfrm>
            <a:off x="547688" y="4952738"/>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1" name="Text Placeholder 30">
            <a:extLst>
              <a:ext uri="{FF2B5EF4-FFF2-40B4-BE49-F238E27FC236}">
                <a16:creationId xmlns:a16="http://schemas.microsoft.com/office/drawing/2014/main" id="{A255632D-60F3-C439-D931-6B2874E894D7}"/>
              </a:ext>
            </a:extLst>
          </p:cNvPr>
          <p:cNvSpPr>
            <a:spLocks noGrp="1"/>
          </p:cNvSpPr>
          <p:nvPr>
            <p:ph type="body" sz="quarter" idx="41" hasCustomPrompt="1"/>
          </p:nvPr>
        </p:nvSpPr>
        <p:spPr>
          <a:xfrm>
            <a:off x="547688" y="5314322"/>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2" name="Text Placeholder 30">
            <a:extLst>
              <a:ext uri="{FF2B5EF4-FFF2-40B4-BE49-F238E27FC236}">
                <a16:creationId xmlns:a16="http://schemas.microsoft.com/office/drawing/2014/main" id="{0BD3A2B1-9D40-83E3-4243-B4A52B6A636E}"/>
              </a:ext>
            </a:extLst>
          </p:cNvPr>
          <p:cNvSpPr>
            <a:spLocks noGrp="1"/>
          </p:cNvSpPr>
          <p:nvPr>
            <p:ph type="body" sz="quarter" idx="42" hasCustomPrompt="1"/>
          </p:nvPr>
        </p:nvSpPr>
        <p:spPr>
          <a:xfrm>
            <a:off x="547688" y="5495114"/>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4" name="Text Placeholder 30">
            <a:extLst>
              <a:ext uri="{FF2B5EF4-FFF2-40B4-BE49-F238E27FC236}">
                <a16:creationId xmlns:a16="http://schemas.microsoft.com/office/drawing/2014/main" id="{7AADD113-BD09-95AA-FFBA-DCC255F69FAA}"/>
              </a:ext>
            </a:extLst>
          </p:cNvPr>
          <p:cNvSpPr>
            <a:spLocks noGrp="1"/>
          </p:cNvSpPr>
          <p:nvPr>
            <p:ph type="body" sz="quarter" idx="43" hasCustomPrompt="1"/>
          </p:nvPr>
        </p:nvSpPr>
        <p:spPr>
          <a:xfrm>
            <a:off x="547688" y="5675906"/>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5" name="Text Placeholder 30">
            <a:extLst>
              <a:ext uri="{FF2B5EF4-FFF2-40B4-BE49-F238E27FC236}">
                <a16:creationId xmlns:a16="http://schemas.microsoft.com/office/drawing/2014/main" id="{A9D52B79-92E5-4D64-1757-D13A0674723F}"/>
              </a:ext>
            </a:extLst>
          </p:cNvPr>
          <p:cNvSpPr>
            <a:spLocks noGrp="1"/>
          </p:cNvSpPr>
          <p:nvPr>
            <p:ph type="body" sz="quarter" idx="44"/>
          </p:nvPr>
        </p:nvSpPr>
        <p:spPr>
          <a:xfrm>
            <a:off x="1981200" y="5133530"/>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6" name="Text Placeholder 30">
            <a:extLst>
              <a:ext uri="{FF2B5EF4-FFF2-40B4-BE49-F238E27FC236}">
                <a16:creationId xmlns:a16="http://schemas.microsoft.com/office/drawing/2014/main" id="{DF04F3CB-62F5-7A9F-E397-4800E51C0E24}"/>
              </a:ext>
            </a:extLst>
          </p:cNvPr>
          <p:cNvSpPr>
            <a:spLocks noGrp="1"/>
          </p:cNvSpPr>
          <p:nvPr>
            <p:ph type="body" sz="quarter" idx="45"/>
          </p:nvPr>
        </p:nvSpPr>
        <p:spPr>
          <a:xfrm>
            <a:off x="1981200" y="4952738"/>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7" name="Text Placeholder 30">
            <a:extLst>
              <a:ext uri="{FF2B5EF4-FFF2-40B4-BE49-F238E27FC236}">
                <a16:creationId xmlns:a16="http://schemas.microsoft.com/office/drawing/2014/main" id="{DA62CE27-72C2-A083-C796-4F047A2FF421}"/>
              </a:ext>
            </a:extLst>
          </p:cNvPr>
          <p:cNvSpPr>
            <a:spLocks noGrp="1"/>
          </p:cNvSpPr>
          <p:nvPr>
            <p:ph type="body" sz="quarter" idx="46"/>
          </p:nvPr>
        </p:nvSpPr>
        <p:spPr>
          <a:xfrm>
            <a:off x="1981200" y="5314322"/>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8" name="Text Placeholder 30">
            <a:extLst>
              <a:ext uri="{FF2B5EF4-FFF2-40B4-BE49-F238E27FC236}">
                <a16:creationId xmlns:a16="http://schemas.microsoft.com/office/drawing/2014/main" id="{52DBCCDB-5EAD-73A2-7911-8AF50B29DC4E}"/>
              </a:ext>
            </a:extLst>
          </p:cNvPr>
          <p:cNvSpPr>
            <a:spLocks noGrp="1"/>
          </p:cNvSpPr>
          <p:nvPr>
            <p:ph type="body" sz="quarter" idx="47"/>
          </p:nvPr>
        </p:nvSpPr>
        <p:spPr>
          <a:xfrm>
            <a:off x="1981200" y="5495114"/>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9" name="Text Placeholder 30">
            <a:extLst>
              <a:ext uri="{FF2B5EF4-FFF2-40B4-BE49-F238E27FC236}">
                <a16:creationId xmlns:a16="http://schemas.microsoft.com/office/drawing/2014/main" id="{90D5656D-B16A-18B1-A790-538AB817A94E}"/>
              </a:ext>
            </a:extLst>
          </p:cNvPr>
          <p:cNvSpPr>
            <a:spLocks noGrp="1"/>
          </p:cNvSpPr>
          <p:nvPr>
            <p:ph type="body" sz="quarter" idx="48"/>
          </p:nvPr>
        </p:nvSpPr>
        <p:spPr>
          <a:xfrm>
            <a:off x="1981200" y="5675906"/>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grpSp>
        <p:nvGrpSpPr>
          <p:cNvPr id="23" name="Group">
            <a:extLst>
              <a:ext uri="{FF2B5EF4-FFF2-40B4-BE49-F238E27FC236}">
                <a16:creationId xmlns:a16="http://schemas.microsoft.com/office/drawing/2014/main" id="{732179A9-275F-FEF3-042C-4AB3B9CBCAA2}"/>
              </a:ext>
              <a:ext uri="{C183D7F6-B498-43B3-948B-1728B52AA6E4}">
                <adec:decorative xmlns:adec="http://schemas.microsoft.com/office/drawing/2017/decorative" val="1"/>
              </a:ext>
            </a:extLst>
          </p:cNvPr>
          <p:cNvGrpSpPr/>
          <p:nvPr/>
        </p:nvGrpSpPr>
        <p:grpSpPr>
          <a:xfrm>
            <a:off x="548218" y="1974220"/>
            <a:ext cx="7173381" cy="2377440"/>
            <a:chOff x="411163" y="2240280"/>
            <a:chExt cx="6446837" cy="2377440"/>
          </a:xfrm>
        </p:grpSpPr>
        <p:sp>
          <p:nvSpPr>
            <p:cNvPr id="24" name="Rectangle">
              <a:extLst>
                <a:ext uri="{FF2B5EF4-FFF2-40B4-BE49-F238E27FC236}">
                  <a16:creationId xmlns:a16="http://schemas.microsoft.com/office/drawing/2014/main" id="{B785B252-84B5-5634-9FB4-0C2362931260}"/>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25" name="Line">
              <a:extLst>
                <a:ext uri="{FF2B5EF4-FFF2-40B4-BE49-F238E27FC236}">
                  <a16:creationId xmlns:a16="http://schemas.microsoft.com/office/drawing/2014/main" id="{1DF8A784-7C74-A05E-2009-0B4EC38FF5F7}"/>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26" name="Line">
              <a:extLst>
                <a:ext uri="{FF2B5EF4-FFF2-40B4-BE49-F238E27FC236}">
                  <a16:creationId xmlns:a16="http://schemas.microsoft.com/office/drawing/2014/main" id="{2E02CEE1-988F-0417-BE5F-BA01AFD1B251}"/>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27" name="Title 1">
            <a:extLst>
              <a:ext uri="{FF2B5EF4-FFF2-40B4-BE49-F238E27FC236}">
                <a16:creationId xmlns:a16="http://schemas.microsoft.com/office/drawing/2014/main" id="{63A7B886-8E04-5007-BB32-A7D7AE38413B}"/>
              </a:ext>
            </a:extLst>
          </p:cNvPr>
          <p:cNvSpPr>
            <a:spLocks noGrp="1"/>
          </p:cNvSpPr>
          <p:nvPr>
            <p:ph type="ctrTitle" hasCustomPrompt="1"/>
          </p:nvPr>
        </p:nvSpPr>
        <p:spPr>
          <a:xfrm>
            <a:off x="914401" y="2202820"/>
            <a:ext cx="6429374"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28" name="Subtitle 2">
            <a:extLst>
              <a:ext uri="{FF2B5EF4-FFF2-40B4-BE49-F238E27FC236}">
                <a16:creationId xmlns:a16="http://schemas.microsoft.com/office/drawing/2014/main" id="{378B44EF-38A4-9707-9ED0-23F22C855CA7}"/>
              </a:ext>
            </a:extLst>
          </p:cNvPr>
          <p:cNvSpPr>
            <a:spLocks noGrp="1"/>
          </p:cNvSpPr>
          <p:nvPr>
            <p:ph type="subTitle" idx="1" hasCustomPrompt="1"/>
          </p:nvPr>
        </p:nvSpPr>
        <p:spPr>
          <a:xfrm>
            <a:off x="914401"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29" name="Text Placeholder 3">
            <a:extLst>
              <a:ext uri="{FF2B5EF4-FFF2-40B4-BE49-F238E27FC236}">
                <a16:creationId xmlns:a16="http://schemas.microsoft.com/office/drawing/2014/main" id="{6EB225BD-8BA1-27E0-7708-54249ED7D35A}"/>
              </a:ext>
            </a:extLst>
          </p:cNvPr>
          <p:cNvSpPr>
            <a:spLocks noGrp="1"/>
          </p:cNvSpPr>
          <p:nvPr>
            <p:ph type="body" sz="quarter" idx="10" hasCustomPrompt="1"/>
          </p:nvPr>
        </p:nvSpPr>
        <p:spPr>
          <a:xfrm>
            <a:off x="5212079"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pic>
        <p:nvPicPr>
          <p:cNvPr id="30" name="Picture 29">
            <a:extLst>
              <a:ext uri="{FF2B5EF4-FFF2-40B4-BE49-F238E27FC236}">
                <a16:creationId xmlns:a16="http://schemas.microsoft.com/office/drawing/2014/main" id="{7DA15189-0EE0-5679-2F6C-19C49A630D80}"/>
              </a:ext>
            </a:extLst>
          </p:cNvPr>
          <p:cNvPicPr>
            <a:picLocks noChangeAspect="1"/>
          </p:cNvPicPr>
          <p:nvPr/>
        </p:nvPicPr>
        <p:blipFill>
          <a:blip r:embed="rId4"/>
          <a:srcRect/>
          <a:stretch/>
        </p:blipFill>
        <p:spPr>
          <a:xfrm>
            <a:off x="10004616" y="411162"/>
            <a:ext cx="1629707" cy="478023"/>
          </a:xfrm>
          <a:prstGeom prst="rect">
            <a:avLst/>
          </a:prstGeom>
        </p:spPr>
      </p:pic>
      <p:sp>
        <p:nvSpPr>
          <p:cNvPr id="2" name="Rectangle 15">
            <a:extLst>
              <a:ext uri="{FF2B5EF4-FFF2-40B4-BE49-F238E27FC236}">
                <a16:creationId xmlns:a16="http://schemas.microsoft.com/office/drawing/2014/main" id="{D4C88638-6856-0BEB-48E7-78E46B7E57D8}"/>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p>
        </p:txBody>
      </p:sp>
      <p:sp>
        <p:nvSpPr>
          <p:cNvPr id="3" name="Rectangle 2">
            <a:extLst>
              <a:ext uri="{FF2B5EF4-FFF2-40B4-BE49-F238E27FC236}">
                <a16:creationId xmlns:a16="http://schemas.microsoft.com/office/drawing/2014/main" id="{BDCC2702-2764-1DE3-1940-31386289C0D0}"/>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p>
        </p:txBody>
      </p:sp>
    </p:spTree>
    <p:extLst>
      <p:ext uri="{BB962C8B-B14F-4D97-AF65-F5344CB8AC3E}">
        <p14:creationId xmlns:p14="http://schemas.microsoft.com/office/powerpoint/2010/main" val="380862432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3" name="Content Placeholder 2"/>
          <p:cNvSpPr>
            <a:spLocks noGrp="1"/>
          </p:cNvSpPr>
          <p:nvPr>
            <p:ph idx="1"/>
          </p:nvPr>
        </p:nvSpPr>
        <p:spPr>
          <a:xfrm>
            <a:off x="548640" y="1600198"/>
            <a:ext cx="67951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FBB89F-F200-3967-06C8-C1B71C7F0FF9}"/>
              </a:ext>
            </a:extLst>
          </p:cNvPr>
          <p:cNvSpPr>
            <a:spLocks noGrp="1"/>
          </p:cNvSpPr>
          <p:nvPr>
            <p:ph type="dt" sz="half" idx="10"/>
          </p:nvPr>
        </p:nvSpPr>
        <p:spPr>
          <a:xfrm>
            <a:off x="548640" y="6629400"/>
            <a:ext cx="822960" cy="228600"/>
          </a:xfrm>
        </p:spPr>
        <p:txBody>
          <a:bodyPr lIns="0"/>
          <a:lstStyle/>
          <a:p>
            <a:fld id="{971AFA9C-17DA-4726-B9E3-ADECF7729AF7}" type="datetimeFigureOut">
              <a:rPr lang="en-US" smtClean="0"/>
              <a:t>7/22/2026</a:t>
            </a:fld>
            <a:endParaRPr lang="en-US"/>
          </a:p>
        </p:txBody>
      </p:sp>
      <p:sp>
        <p:nvSpPr>
          <p:cNvPr id="6" name="Slide Number Placeholder 5">
            <a:extLst>
              <a:ext uri="{FF2B5EF4-FFF2-40B4-BE49-F238E27FC236}">
                <a16:creationId xmlns:a16="http://schemas.microsoft.com/office/drawing/2014/main" id="{03C0BAD3-337A-DC60-A7ED-BF13F0826264}"/>
              </a:ext>
            </a:extLst>
          </p:cNvPr>
          <p:cNvSpPr>
            <a:spLocks noGrp="1"/>
          </p:cNvSpPr>
          <p:nvPr>
            <p:ph type="sldNum" sz="quarter" idx="11"/>
          </p:nvPr>
        </p:nvSpPr>
        <p:spPr>
          <a:xfrm>
            <a:off x="11245104" y="6629400"/>
            <a:ext cx="399210" cy="228600"/>
          </a:xfrm>
        </p:spPr>
        <p:txBody>
          <a:bodyPr rIns="0"/>
          <a:lstStyle/>
          <a:p>
            <a:fld id="{79D051F2-C7C4-43BD-B552-C78CE0DE4128}" type="slidenum">
              <a:rPr lang="en-US" smtClean="0"/>
              <a:t>‹#›</a:t>
            </a:fld>
            <a:endParaRPr lang="en-US"/>
          </a:p>
        </p:txBody>
      </p:sp>
    </p:spTree>
    <p:extLst>
      <p:ext uri="{BB962C8B-B14F-4D97-AF65-F5344CB8AC3E}">
        <p14:creationId xmlns:p14="http://schemas.microsoft.com/office/powerpoint/2010/main" val="3481837229"/>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2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887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43576077-E818-BDF1-A607-CD8784277FC5}"/>
              </a:ext>
            </a:extLst>
          </p:cNvPr>
          <p:cNvSpPr>
            <a:spLocks noGrp="1"/>
          </p:cNvSpPr>
          <p:nvPr>
            <p:ph type="dt" sz="half" idx="10"/>
          </p:nvPr>
        </p:nvSpPr>
        <p:spPr/>
        <p:txBody>
          <a:bodyPr/>
          <a:lstStyle/>
          <a:p>
            <a:fld id="{971AFA9C-17DA-4726-B9E3-ADECF7729AF7}" type="datetimeFigureOut">
              <a:rPr lang="en-US" smtClean="0"/>
              <a:t>7/22/2026</a:t>
            </a:fld>
            <a:endParaRPr lang="en-US"/>
          </a:p>
        </p:txBody>
      </p:sp>
      <p:sp>
        <p:nvSpPr>
          <p:cNvPr id="7" name="Slide Number Placeholder 6">
            <a:extLst>
              <a:ext uri="{FF2B5EF4-FFF2-40B4-BE49-F238E27FC236}">
                <a16:creationId xmlns:a16="http://schemas.microsoft.com/office/drawing/2014/main" id="{B0B9DE45-E855-FE62-197B-32BBD9BBBA57}"/>
              </a:ext>
            </a:extLst>
          </p:cNvPr>
          <p:cNvSpPr>
            <a:spLocks noGrp="1"/>
          </p:cNvSpPr>
          <p:nvPr>
            <p:ph type="sldNum" sz="quarter" idx="11"/>
          </p:nvPr>
        </p:nvSpPr>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130878164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9713ED7-122D-D0BC-7C53-E1C615A94F8B}"/>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70832"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8193023"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645ED9-A46E-B9F8-0D30-36DF4C37823A}"/>
              </a:ext>
            </a:extLst>
          </p:cNvPr>
          <p:cNvSpPr>
            <a:spLocks noGrp="1"/>
          </p:cNvSpPr>
          <p:nvPr>
            <p:ph type="dt" sz="half" idx="11"/>
          </p:nvPr>
        </p:nvSpPr>
        <p:spPr/>
        <p:txBody>
          <a:bodyPr/>
          <a:lstStyle/>
          <a:p>
            <a:fld id="{971AFA9C-17DA-4726-B9E3-ADECF7729AF7}" type="datetimeFigureOut">
              <a:rPr lang="en-US" smtClean="0"/>
              <a:t>7/22/2026</a:t>
            </a:fld>
            <a:endParaRPr lang="en-US"/>
          </a:p>
        </p:txBody>
      </p:sp>
      <p:sp>
        <p:nvSpPr>
          <p:cNvPr id="8" name="Slide Number Placeholder 7">
            <a:extLst>
              <a:ext uri="{FF2B5EF4-FFF2-40B4-BE49-F238E27FC236}">
                <a16:creationId xmlns:a16="http://schemas.microsoft.com/office/drawing/2014/main" id="{87D0D458-416D-011B-0311-0C2B249BFF89}"/>
              </a:ext>
            </a:extLst>
          </p:cNvPr>
          <p:cNvSpPr>
            <a:spLocks noGrp="1"/>
          </p:cNvSpPr>
          <p:nvPr>
            <p:ph type="sldNum" sz="quarter" idx="12"/>
          </p:nvPr>
        </p:nvSpPr>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171900947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4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4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1376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99E75897-C7CA-D608-954E-EA24E33CBEB8}"/>
              </a:ext>
            </a:extLst>
          </p:cNvPr>
          <p:cNvSpPr>
            <a:spLocks noGrp="1"/>
          </p:cNvSpPr>
          <p:nvPr>
            <p:ph type="dt" sz="half" idx="12"/>
          </p:nvPr>
        </p:nvSpPr>
        <p:spPr/>
        <p:txBody>
          <a:bodyPr/>
          <a:lstStyle/>
          <a:p>
            <a:fld id="{971AFA9C-17DA-4726-B9E3-ADECF7729AF7}" type="datetimeFigureOut">
              <a:rPr lang="en-US" smtClean="0"/>
              <a:t>7/22/2026</a:t>
            </a:fld>
            <a:endParaRPr lang="en-US"/>
          </a:p>
        </p:txBody>
      </p:sp>
      <p:sp>
        <p:nvSpPr>
          <p:cNvPr id="9" name="Slide Number Placeholder 8">
            <a:extLst>
              <a:ext uri="{FF2B5EF4-FFF2-40B4-BE49-F238E27FC236}">
                <a16:creationId xmlns:a16="http://schemas.microsoft.com/office/drawing/2014/main" id="{FF00C8CD-D32C-E34D-BB8E-34B4CB816D39}"/>
              </a:ext>
            </a:extLst>
          </p:cNvPr>
          <p:cNvSpPr>
            <a:spLocks noGrp="1"/>
          </p:cNvSpPr>
          <p:nvPr>
            <p:ph type="sldNum" sz="quarter" idx="13"/>
          </p:nvPr>
        </p:nvSpPr>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91709383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4 Icon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9" name="Picture Placeholder 2">
            <a:extLst>
              <a:ext uri="{FF2B5EF4-FFF2-40B4-BE49-F238E27FC236}">
                <a16:creationId xmlns:a16="http://schemas.microsoft.com/office/drawing/2014/main" id="{2FDCDCBF-BE41-ACC6-2307-F24F0B601969}"/>
              </a:ext>
            </a:extLst>
          </p:cNvPr>
          <p:cNvSpPr>
            <a:spLocks noGrp="1" noChangeAspect="1"/>
          </p:cNvSpPr>
          <p:nvPr>
            <p:ph type="pic" sz="quarter" idx="12" hasCustomPrompt="1"/>
          </p:nvPr>
        </p:nvSpPr>
        <p:spPr>
          <a:xfrm>
            <a:off x="548640" y="1600200"/>
            <a:ext cx="557784" cy="555498"/>
          </a:xfrm>
        </p:spPr>
        <p:txBody>
          <a:bodyPr anchor="ctr" anchorCtr="0"/>
          <a:lstStyle>
            <a:lvl1pPr marL="0" indent="0" algn="ctr">
              <a:buFontTx/>
              <a:buNone/>
              <a:defRPr sz="800"/>
            </a:lvl1pPr>
          </a:lstStyle>
          <a:p>
            <a:r>
              <a:rPr lang="en-US"/>
              <a:t>[Icon]</a:t>
            </a:r>
          </a:p>
        </p:txBody>
      </p:sp>
      <p:sp>
        <p:nvSpPr>
          <p:cNvPr id="3" name="Content Placeholder 3"/>
          <p:cNvSpPr>
            <a:spLocks noGrp="1"/>
          </p:cNvSpPr>
          <p:nvPr>
            <p:ph sz="half" idx="1"/>
          </p:nvPr>
        </p:nvSpPr>
        <p:spPr>
          <a:xfrm>
            <a:off x="54864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C7652FE0-2E63-C05D-5D80-EE5429B0A7EE}"/>
              </a:ext>
            </a:extLst>
          </p:cNvPr>
          <p:cNvSpPr>
            <a:spLocks noGrp="1" noChangeAspect="1"/>
          </p:cNvSpPr>
          <p:nvPr>
            <p:ph type="pic" sz="quarter" idx="13" hasCustomPrompt="1"/>
          </p:nvPr>
        </p:nvSpPr>
        <p:spPr>
          <a:xfrm>
            <a:off x="3413760" y="1600200"/>
            <a:ext cx="557784" cy="557784"/>
          </a:xfrm>
        </p:spPr>
        <p:txBody>
          <a:bodyPr anchor="ctr" anchorCtr="0"/>
          <a:lstStyle>
            <a:lvl1pPr marL="0" indent="0" algn="ctr">
              <a:buFontTx/>
              <a:buNone/>
              <a:defRPr sz="800"/>
            </a:lvl1pPr>
          </a:lstStyle>
          <a:p>
            <a:r>
              <a:rPr lang="en-US"/>
              <a:t>[Icon]</a:t>
            </a:r>
          </a:p>
        </p:txBody>
      </p:sp>
      <p:sp>
        <p:nvSpPr>
          <p:cNvPr id="4" name="Content Placeholder 5"/>
          <p:cNvSpPr>
            <a:spLocks noGrp="1"/>
          </p:cNvSpPr>
          <p:nvPr>
            <p:ph sz="half" idx="2"/>
          </p:nvPr>
        </p:nvSpPr>
        <p:spPr>
          <a:xfrm>
            <a:off x="341376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B76F3E0A-3A89-0179-6808-7B86658B2939}"/>
              </a:ext>
            </a:extLst>
          </p:cNvPr>
          <p:cNvSpPr>
            <a:spLocks noGrp="1" noChangeAspect="1"/>
          </p:cNvSpPr>
          <p:nvPr>
            <p:ph type="pic" sz="quarter" idx="14" hasCustomPrompt="1"/>
          </p:nvPr>
        </p:nvSpPr>
        <p:spPr>
          <a:xfrm>
            <a:off x="6278880" y="1600200"/>
            <a:ext cx="557784" cy="557784"/>
          </a:xfrm>
        </p:spPr>
        <p:txBody>
          <a:bodyPr anchor="ctr" anchorCtr="0"/>
          <a:lstStyle>
            <a:lvl1pPr marL="0" indent="0" algn="ctr">
              <a:buFontTx/>
              <a:buNone/>
              <a:defRPr sz="800"/>
            </a:lvl1pPr>
          </a:lstStyle>
          <a:p>
            <a:r>
              <a:rPr lang="en-US"/>
              <a:t>[Icon]</a:t>
            </a:r>
          </a:p>
        </p:txBody>
      </p:sp>
      <p:sp>
        <p:nvSpPr>
          <p:cNvPr id="6" name="Content Placeholder 7">
            <a:extLst>
              <a:ext uri="{FF2B5EF4-FFF2-40B4-BE49-F238E27FC236}">
                <a16:creationId xmlns:a16="http://schemas.microsoft.com/office/drawing/2014/main" id="{617618FB-CD21-AF4A-B264-6355E9BD7981}"/>
              </a:ext>
            </a:extLst>
          </p:cNvPr>
          <p:cNvSpPr>
            <a:spLocks noGrp="1"/>
          </p:cNvSpPr>
          <p:nvPr>
            <p:ph sz="half" idx="10"/>
          </p:nvPr>
        </p:nvSpPr>
        <p:spPr>
          <a:xfrm>
            <a:off x="627888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8">
            <a:extLst>
              <a:ext uri="{FF2B5EF4-FFF2-40B4-BE49-F238E27FC236}">
                <a16:creationId xmlns:a16="http://schemas.microsoft.com/office/drawing/2014/main" id="{83E5AF74-1A89-50D1-F570-2D5345102584}"/>
              </a:ext>
            </a:extLst>
          </p:cNvPr>
          <p:cNvSpPr>
            <a:spLocks noGrp="1" noChangeAspect="1"/>
          </p:cNvSpPr>
          <p:nvPr>
            <p:ph type="pic" sz="quarter" idx="15" hasCustomPrompt="1"/>
          </p:nvPr>
        </p:nvSpPr>
        <p:spPr>
          <a:xfrm>
            <a:off x="9144000" y="1600200"/>
            <a:ext cx="557784" cy="557784"/>
          </a:xfrm>
        </p:spPr>
        <p:txBody>
          <a:bodyPr anchor="ctr" anchorCtr="0"/>
          <a:lstStyle>
            <a:lvl1pPr marL="0" indent="0" algn="ctr">
              <a:buFontTx/>
              <a:buNone/>
              <a:defRPr sz="800"/>
            </a:lvl1pPr>
          </a:lstStyle>
          <a:p>
            <a:r>
              <a:rPr lang="en-US"/>
              <a:t>[Icon]</a:t>
            </a:r>
          </a:p>
        </p:txBody>
      </p:sp>
      <p:sp>
        <p:nvSpPr>
          <p:cNvPr id="5" name="Content Placeholder 9">
            <a:extLst>
              <a:ext uri="{FF2B5EF4-FFF2-40B4-BE49-F238E27FC236}">
                <a16:creationId xmlns:a16="http://schemas.microsoft.com/office/drawing/2014/main" id="{873DCC96-E62A-5505-4F1E-4A80C8498209}"/>
              </a:ext>
            </a:extLst>
          </p:cNvPr>
          <p:cNvSpPr>
            <a:spLocks noGrp="1"/>
          </p:cNvSpPr>
          <p:nvPr>
            <p:ph sz="half" idx="11"/>
          </p:nvPr>
        </p:nvSpPr>
        <p:spPr>
          <a:xfrm>
            <a:off x="914400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8B7C8174-B194-B25B-91AA-597E72C81310}"/>
              </a:ext>
            </a:extLst>
          </p:cNvPr>
          <p:cNvSpPr>
            <a:spLocks noGrp="1"/>
          </p:cNvSpPr>
          <p:nvPr>
            <p:ph type="dt" sz="half" idx="16"/>
          </p:nvPr>
        </p:nvSpPr>
        <p:spPr/>
        <p:txBody>
          <a:bodyPr/>
          <a:lstStyle/>
          <a:p>
            <a:fld id="{971AFA9C-17DA-4726-B9E3-ADECF7729AF7}" type="datetimeFigureOut">
              <a:rPr lang="en-US" smtClean="0"/>
              <a:t>7/22/2026</a:t>
            </a:fld>
            <a:endParaRPr lang="en-US"/>
          </a:p>
        </p:txBody>
      </p:sp>
      <p:sp>
        <p:nvSpPr>
          <p:cNvPr id="13" name="Slide Number Placeholder 12">
            <a:extLst>
              <a:ext uri="{FF2B5EF4-FFF2-40B4-BE49-F238E27FC236}">
                <a16:creationId xmlns:a16="http://schemas.microsoft.com/office/drawing/2014/main" id="{089FF259-217B-3F10-C738-AE2C6A9EE838}"/>
              </a:ext>
            </a:extLst>
          </p:cNvPr>
          <p:cNvSpPr>
            <a:spLocks noGrp="1"/>
          </p:cNvSpPr>
          <p:nvPr>
            <p:ph type="sldNum" sz="quarter" idx="17"/>
          </p:nvPr>
        </p:nvSpPr>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3861029019"/>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4 Numbers">
    <p:bg>
      <p:bgPr>
        <a:solidFill>
          <a:srgbClr val="221F20"/>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54C21BF-3440-8CAE-0A59-466346C7713E}"/>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1" y="2286000"/>
            <a:ext cx="2499359" cy="3886200"/>
          </a:xfrm>
        </p:spPr>
        <p:txBody>
          <a:bodyPr/>
          <a:lstStyle>
            <a:lvl1pPr marL="0" indent="0">
              <a:spcBef>
                <a:spcPts val="1000"/>
              </a:spcBef>
              <a:buFontTx/>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1" y="2286000"/>
            <a:ext cx="2499359" cy="3886200"/>
          </a:xfr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3886200"/>
          </a:xfr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3886200"/>
          </a:xfr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B012D9A-AE72-0239-7D2F-3E585FB16AD8}"/>
              </a:ext>
            </a:extLst>
          </p:cNvPr>
          <p:cNvSpPr>
            <a:spLocks noGrp="1"/>
          </p:cNvSpPr>
          <p:nvPr>
            <p:ph type="dt" sz="half" idx="12"/>
          </p:nvPr>
        </p:nvSpPr>
        <p:spPr/>
        <p:txBody>
          <a:bodyPr/>
          <a:lstStyle/>
          <a:p>
            <a:fld id="{971AFA9C-17DA-4726-B9E3-ADECF7729AF7}" type="datetimeFigureOut">
              <a:rPr lang="en-US" smtClean="0"/>
              <a:t>7/22/2026</a:t>
            </a:fld>
            <a:endParaRPr lang="en-US"/>
          </a:p>
        </p:txBody>
      </p:sp>
      <p:sp>
        <p:nvSpPr>
          <p:cNvPr id="17" name="Slide Number Placeholder 16">
            <a:extLst>
              <a:ext uri="{FF2B5EF4-FFF2-40B4-BE49-F238E27FC236}">
                <a16:creationId xmlns:a16="http://schemas.microsoft.com/office/drawing/2014/main" id="{D07D52D1-634D-ECD5-045A-38F96B973AD0}"/>
              </a:ext>
            </a:extLst>
          </p:cNvPr>
          <p:cNvSpPr>
            <a:spLocks noGrp="1"/>
          </p:cNvSpPr>
          <p:nvPr>
            <p:ph type="sldNum" sz="quarter" idx="13"/>
          </p:nvPr>
        </p:nvSpPr>
        <p:spPr/>
        <p:txBody>
          <a:bodyPr/>
          <a:lstStyle/>
          <a:p>
            <a:fld id="{79D051F2-C7C4-43BD-B552-C78CE0DE4128}" type="slidenum">
              <a:rPr lang="en-US" smtClean="0"/>
              <a:t>‹#›</a:t>
            </a:fld>
            <a:endParaRPr lang="en-US"/>
          </a:p>
        </p:txBody>
      </p:sp>
      <p:sp>
        <p:nvSpPr>
          <p:cNvPr id="21" name="Rectangle 15">
            <a:extLst>
              <a:ext uri="{FF2B5EF4-FFF2-40B4-BE49-F238E27FC236}">
                <a16:creationId xmlns:a16="http://schemas.microsoft.com/office/drawing/2014/main" id="{DEB0DA69-FBF7-5C40-833F-1B7B11772F88}"/>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sp>
        <p:nvSpPr>
          <p:cNvPr id="22" name="Rectangle 21">
            <a:extLst>
              <a:ext uri="{FF2B5EF4-FFF2-40B4-BE49-F238E27FC236}">
                <a16:creationId xmlns:a16="http://schemas.microsoft.com/office/drawing/2014/main" id="{D597C6E0-6809-7398-D956-E5305EC75B10}"/>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pic>
        <p:nvPicPr>
          <p:cNvPr id="2" name="Picture 1">
            <a:extLst>
              <a:ext uri="{FF2B5EF4-FFF2-40B4-BE49-F238E27FC236}">
                <a16:creationId xmlns:a16="http://schemas.microsoft.com/office/drawing/2014/main" id="{E584E015-ECF9-BB95-F3AC-0C50F66718F1}"/>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89002562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4 Numbers - Whit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D6FD270-DB0B-36F0-B138-75209607ED74}"/>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1" y="2286000"/>
            <a:ext cx="2499359" cy="3886200"/>
          </a:xfrm>
        </p:spPr>
        <p:txBody>
          <a:bodyPr/>
          <a:lstStyle>
            <a:lvl1pPr marL="0" indent="0">
              <a:spcBef>
                <a:spcPts val="1000"/>
              </a:spcBef>
              <a:buFontTx/>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1" y="2286000"/>
            <a:ext cx="2499359" cy="388620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388620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388620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E669241-96AF-C7FA-0BE4-6592ABD25879}"/>
              </a:ext>
            </a:extLst>
          </p:cNvPr>
          <p:cNvSpPr>
            <a:spLocks noGrp="1"/>
          </p:cNvSpPr>
          <p:nvPr>
            <p:ph type="dt" sz="half" idx="12"/>
          </p:nvPr>
        </p:nvSpPr>
        <p:spPr/>
        <p:txBody>
          <a:bodyPr/>
          <a:lstStyle/>
          <a:p>
            <a:fld id="{971AFA9C-17DA-4726-B9E3-ADECF7729AF7}" type="datetimeFigureOut">
              <a:rPr lang="en-US" smtClean="0"/>
              <a:t>7/22/2026</a:t>
            </a:fld>
            <a:endParaRPr lang="en-US"/>
          </a:p>
        </p:txBody>
      </p:sp>
      <p:sp>
        <p:nvSpPr>
          <p:cNvPr id="17" name="Slide Number Placeholder 16">
            <a:extLst>
              <a:ext uri="{FF2B5EF4-FFF2-40B4-BE49-F238E27FC236}">
                <a16:creationId xmlns:a16="http://schemas.microsoft.com/office/drawing/2014/main" id="{A6C2643F-F661-8B8E-E36F-1F135C6F65B8}"/>
              </a:ext>
            </a:extLst>
          </p:cNvPr>
          <p:cNvSpPr>
            <a:spLocks noGrp="1"/>
          </p:cNvSpPr>
          <p:nvPr>
            <p:ph type="sldNum" sz="quarter" idx="13"/>
          </p:nvPr>
        </p:nvSpPr>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228012694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8 Numbers">
    <p:bg>
      <p:bgPr>
        <a:solidFill>
          <a:srgbClr val="221F20"/>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EEBA188-82A1-2FC4-842F-8120003B65B0}"/>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p:nvCxnSpPr>
        <p:spPr>
          <a:xfrm>
            <a:off x="54864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p:nvSpPr>
        <p:spPr>
          <a:xfrm>
            <a:off x="54864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p:nvCxnSpPr>
        <p:spPr>
          <a:xfrm>
            <a:off x="341376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p:nvSpPr>
        <p:spPr>
          <a:xfrm>
            <a:off x="341376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p:nvCxnSpPr>
        <p:spPr>
          <a:xfrm>
            <a:off x="627888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p:nvSpPr>
        <p:spPr>
          <a:xfrm>
            <a:off x="627888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p:nvCxnSpPr>
        <p:spPr>
          <a:xfrm>
            <a:off x="914400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p:nvSpPr>
        <p:spPr>
          <a:xfrm>
            <a:off x="914400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6E3723B8-B265-6943-67A5-DF3F0D5EC1CD}"/>
              </a:ext>
            </a:extLst>
          </p:cNvPr>
          <p:cNvSpPr>
            <a:spLocks noGrp="1"/>
          </p:cNvSpPr>
          <p:nvPr>
            <p:ph type="dt" sz="half" idx="16"/>
          </p:nvPr>
        </p:nvSpPr>
        <p:spPr/>
        <p:txBody>
          <a:bodyPr/>
          <a:lstStyle/>
          <a:p>
            <a:fld id="{971AFA9C-17DA-4726-B9E3-ADECF7729AF7}" type="datetimeFigureOut">
              <a:rPr lang="en-US" smtClean="0"/>
              <a:t>7/22/2026</a:t>
            </a:fld>
            <a:endParaRPr lang="en-US"/>
          </a:p>
        </p:txBody>
      </p:sp>
      <p:sp>
        <p:nvSpPr>
          <p:cNvPr id="29" name="Slide Number Placeholder 28">
            <a:extLst>
              <a:ext uri="{FF2B5EF4-FFF2-40B4-BE49-F238E27FC236}">
                <a16:creationId xmlns:a16="http://schemas.microsoft.com/office/drawing/2014/main" id="{8D4AF177-759A-A93C-2097-C2C22D93680F}"/>
              </a:ext>
            </a:extLst>
          </p:cNvPr>
          <p:cNvSpPr>
            <a:spLocks noGrp="1"/>
          </p:cNvSpPr>
          <p:nvPr>
            <p:ph type="sldNum" sz="quarter" idx="17"/>
          </p:nvPr>
        </p:nvSpPr>
        <p:spPr/>
        <p:txBody>
          <a:bodyPr/>
          <a:lstStyle/>
          <a:p>
            <a:fld id="{79D051F2-C7C4-43BD-B552-C78CE0DE4128}" type="slidenum">
              <a:rPr lang="en-US" smtClean="0"/>
              <a:t>‹#›</a:t>
            </a:fld>
            <a:endParaRPr lang="en-US"/>
          </a:p>
        </p:txBody>
      </p:sp>
      <p:sp>
        <p:nvSpPr>
          <p:cNvPr id="36" name="Rectangle 15">
            <a:extLst>
              <a:ext uri="{FF2B5EF4-FFF2-40B4-BE49-F238E27FC236}">
                <a16:creationId xmlns:a16="http://schemas.microsoft.com/office/drawing/2014/main" id="{FEDB97C0-F514-9C55-3E16-9FC0105AEFDF}"/>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sp>
        <p:nvSpPr>
          <p:cNvPr id="37" name="Rectangle 36">
            <a:extLst>
              <a:ext uri="{FF2B5EF4-FFF2-40B4-BE49-F238E27FC236}">
                <a16:creationId xmlns:a16="http://schemas.microsoft.com/office/drawing/2014/main" id="{0C06597B-21CB-E031-D41A-B15442D12216}"/>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pic>
        <p:nvPicPr>
          <p:cNvPr id="2" name="Picture 1">
            <a:extLst>
              <a:ext uri="{FF2B5EF4-FFF2-40B4-BE49-F238E27FC236}">
                <a16:creationId xmlns:a16="http://schemas.microsoft.com/office/drawing/2014/main" id="{7E419FAE-92B3-3B6A-EDE9-C7A373F39B65}"/>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4302932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8 Numbers - Whi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63F0940-E33E-9D7F-C52B-16CFD0545B23}"/>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p:nvCxnSpPr>
        <p:spPr>
          <a:xfrm>
            <a:off x="54864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p:nvSpPr>
        <p:spPr>
          <a:xfrm>
            <a:off x="54864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p:nvCxnSpPr>
        <p:spPr>
          <a:xfrm>
            <a:off x="341376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p:nvSpPr>
        <p:spPr>
          <a:xfrm>
            <a:off x="341376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p:nvCxnSpPr>
        <p:spPr>
          <a:xfrm>
            <a:off x="627888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p:nvSpPr>
        <p:spPr>
          <a:xfrm>
            <a:off x="627888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p:nvCxnSpPr>
        <p:spPr>
          <a:xfrm>
            <a:off x="914400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p:nvSpPr>
        <p:spPr>
          <a:xfrm>
            <a:off x="914400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4C43927A-9072-62B2-E6B6-C90CC98BD41F}"/>
              </a:ext>
            </a:extLst>
          </p:cNvPr>
          <p:cNvSpPr>
            <a:spLocks noGrp="1"/>
          </p:cNvSpPr>
          <p:nvPr>
            <p:ph type="dt" sz="half" idx="16"/>
          </p:nvPr>
        </p:nvSpPr>
        <p:spPr/>
        <p:txBody>
          <a:bodyPr/>
          <a:lstStyle/>
          <a:p>
            <a:fld id="{971AFA9C-17DA-4726-B9E3-ADECF7729AF7}" type="datetimeFigureOut">
              <a:rPr lang="en-US" smtClean="0"/>
              <a:t>7/22/2026</a:t>
            </a:fld>
            <a:endParaRPr lang="en-US"/>
          </a:p>
        </p:txBody>
      </p:sp>
      <p:sp>
        <p:nvSpPr>
          <p:cNvPr id="29" name="Slide Number Placeholder 28">
            <a:extLst>
              <a:ext uri="{FF2B5EF4-FFF2-40B4-BE49-F238E27FC236}">
                <a16:creationId xmlns:a16="http://schemas.microsoft.com/office/drawing/2014/main" id="{7C0BB974-2130-F29B-EFD0-42CC6056022B}"/>
              </a:ext>
            </a:extLst>
          </p:cNvPr>
          <p:cNvSpPr>
            <a:spLocks noGrp="1"/>
          </p:cNvSpPr>
          <p:nvPr>
            <p:ph type="sldNum" sz="quarter" idx="17"/>
          </p:nvPr>
        </p:nvSpPr>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1098129219"/>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Full Imag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0F3CE13-290E-12C4-BDCA-17CB5BAFF747}"/>
              </a:ext>
            </a:extLst>
          </p:cNvPr>
          <p:cNvSpPr>
            <a:spLocks noGrp="1"/>
          </p:cNvSpPr>
          <p:nvPr>
            <p:ph type="pic" sz="quarter" idx="10"/>
          </p:nvPr>
        </p:nvSpPr>
        <p:spPr>
          <a:xfrm>
            <a:off x="0" y="228600"/>
            <a:ext cx="12192000" cy="64008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4" name="Title 2">
            <a:extLst>
              <a:ext uri="{FF2B5EF4-FFF2-40B4-BE49-F238E27FC236}">
                <a16:creationId xmlns:a16="http://schemas.microsoft.com/office/drawing/2014/main" id="{0AF67DC4-909F-6BF0-DB86-8675E25715AB}"/>
              </a:ext>
            </a:extLst>
          </p:cNvPr>
          <p:cNvSpPr>
            <a:spLocks noGrp="1"/>
          </p:cNvSpPr>
          <p:nvPr>
            <p:ph type="title" hasCustomPrompt="1"/>
          </p:nvPr>
        </p:nvSpPr>
        <p:spPr/>
        <p:txBody>
          <a:bodyPr/>
          <a:lstStyle/>
          <a:p>
            <a:r>
              <a:rPr lang="en-US"/>
              <a:t>[Slide title]</a:t>
            </a:r>
          </a:p>
        </p:txBody>
      </p:sp>
      <p:sp>
        <p:nvSpPr>
          <p:cNvPr id="3" name="Date Placeholder 2">
            <a:extLst>
              <a:ext uri="{FF2B5EF4-FFF2-40B4-BE49-F238E27FC236}">
                <a16:creationId xmlns:a16="http://schemas.microsoft.com/office/drawing/2014/main" id="{FFF3D174-1921-7F28-5394-750C376C77F2}"/>
              </a:ext>
            </a:extLst>
          </p:cNvPr>
          <p:cNvSpPr>
            <a:spLocks noGrp="1"/>
          </p:cNvSpPr>
          <p:nvPr>
            <p:ph type="dt" sz="half" idx="11"/>
          </p:nvPr>
        </p:nvSpPr>
        <p:spPr/>
        <p:txBody>
          <a:bodyPr/>
          <a:lstStyle/>
          <a:p>
            <a:fld id="{971AFA9C-17DA-4726-B9E3-ADECF7729AF7}" type="datetimeFigureOut">
              <a:rPr lang="en-US" smtClean="0"/>
              <a:t>7/22/2026</a:t>
            </a:fld>
            <a:endParaRPr lang="en-US"/>
          </a:p>
        </p:txBody>
      </p:sp>
      <p:sp>
        <p:nvSpPr>
          <p:cNvPr id="5" name="Slide Number Placeholder 4">
            <a:extLst>
              <a:ext uri="{FF2B5EF4-FFF2-40B4-BE49-F238E27FC236}">
                <a16:creationId xmlns:a16="http://schemas.microsoft.com/office/drawing/2014/main" id="{04BD6737-D835-6484-7A3F-BAD2D784E28E}"/>
              </a:ext>
            </a:extLst>
          </p:cNvPr>
          <p:cNvSpPr>
            <a:spLocks noGrp="1"/>
          </p:cNvSpPr>
          <p:nvPr>
            <p:ph type="sldNum" sz="quarter" idx="12"/>
          </p:nvPr>
        </p:nvSpPr>
        <p:spPr/>
        <p:txBody>
          <a:bodyPr/>
          <a:lstStyle/>
          <a:p>
            <a:fld id="{79D051F2-C7C4-43BD-B552-C78CE0DE4128}" type="slidenum">
              <a:rPr lang="en-US" smtClean="0"/>
              <a:t>‹#›</a:t>
            </a:fld>
            <a:endParaRPr lang="en-US"/>
          </a:p>
        </p:txBody>
      </p:sp>
      <p:pic>
        <p:nvPicPr>
          <p:cNvPr id="6" name="Picture 5">
            <a:extLst>
              <a:ext uri="{FF2B5EF4-FFF2-40B4-BE49-F238E27FC236}">
                <a16:creationId xmlns:a16="http://schemas.microsoft.com/office/drawing/2014/main" id="{B4B09A03-7F71-C11F-C219-9F32BF2D5BC0}"/>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282574167"/>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tent and Image 0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5364480" cy="914400"/>
          </a:xfrm>
        </p:spPr>
        <p:txBody>
          <a:bodyPr/>
          <a:lstStyle>
            <a:lvl1pPr>
              <a:defRPr sz="2800" b="1" cap="none" baseline="0"/>
            </a:lvl1pPr>
          </a:lstStyle>
          <a:p>
            <a:r>
              <a:rPr lang="en-US"/>
              <a:t>[Slide title]</a:t>
            </a:r>
          </a:p>
        </p:txBody>
      </p:sp>
      <p:sp>
        <p:nvSpPr>
          <p:cNvPr id="3" name="Content Placeholder 2"/>
          <p:cNvSpPr>
            <a:spLocks noGrp="1"/>
          </p:cNvSpPr>
          <p:nvPr>
            <p:ph sz="half" idx="1"/>
          </p:nvPr>
        </p:nvSpPr>
        <p:spPr>
          <a:xfrm>
            <a:off x="54863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EDA6D-3B28-23A1-C2EE-BBB7617D7DCF}"/>
              </a:ext>
            </a:extLst>
          </p:cNvPr>
          <p:cNvSpPr>
            <a:spLocks noGrp="1"/>
          </p:cNvSpPr>
          <p:nvPr>
            <p:ph type="dt" sz="half" idx="11"/>
          </p:nvPr>
        </p:nvSpPr>
        <p:spPr/>
        <p:txBody>
          <a:bodyPr/>
          <a:lstStyle/>
          <a:p>
            <a:fld id="{971AFA9C-17DA-4726-B9E3-ADECF7729AF7}" type="datetimeFigureOut">
              <a:rPr lang="en-US" smtClean="0"/>
              <a:t>7/22/2026</a:t>
            </a:fld>
            <a:endParaRPr lang="en-US"/>
          </a:p>
        </p:txBody>
      </p:sp>
      <p:sp>
        <p:nvSpPr>
          <p:cNvPr id="6" name="Slide Number Placeholder 5">
            <a:extLst>
              <a:ext uri="{FF2B5EF4-FFF2-40B4-BE49-F238E27FC236}">
                <a16:creationId xmlns:a16="http://schemas.microsoft.com/office/drawing/2014/main" id="{8F131B70-C8F2-D686-C30C-B4651FF0440C}"/>
              </a:ext>
            </a:extLst>
          </p:cNvPr>
          <p:cNvSpPr>
            <a:spLocks noGrp="1"/>
          </p:cNvSpPr>
          <p:nvPr>
            <p:ph type="sldNum" sz="quarter" idx="12"/>
          </p:nvPr>
        </p:nvSpPr>
        <p:spPr/>
        <p:txBody>
          <a:bodyPr/>
          <a:lstStyle/>
          <a:p>
            <a:fld id="{79D051F2-C7C4-43BD-B552-C78CE0DE4128}" type="slidenum">
              <a:rPr lang="en-US" smtClean="0"/>
              <a:t>‹#›</a:t>
            </a:fld>
            <a:endParaRPr lang="en-US"/>
          </a:p>
        </p:txBody>
      </p:sp>
      <p:sp>
        <p:nvSpPr>
          <p:cNvPr id="8" name="Picture Placeholder 3">
            <a:extLst>
              <a:ext uri="{FF2B5EF4-FFF2-40B4-BE49-F238E27FC236}">
                <a16:creationId xmlns:a16="http://schemas.microsoft.com/office/drawing/2014/main" id="{9D1DFBC2-C4E8-E691-E48C-B8D2CF49CDAF}"/>
              </a:ext>
            </a:extLst>
          </p:cNvPr>
          <p:cNvSpPr>
            <a:spLocks noGrp="1"/>
          </p:cNvSpPr>
          <p:nvPr>
            <p:ph type="pic" sz="quarter" idx="10"/>
          </p:nvPr>
        </p:nvSpPr>
        <p:spPr>
          <a:xfrm>
            <a:off x="6278037" y="1076324"/>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Tree>
    <p:extLst>
      <p:ext uri="{BB962C8B-B14F-4D97-AF65-F5344CB8AC3E}">
        <p14:creationId xmlns:p14="http://schemas.microsoft.com/office/powerpoint/2010/main" val="206081063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tent and Image 0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D455EB0-A36D-4986-9393-AA1D5CE6C067}"/>
              </a:ext>
            </a:extLst>
          </p:cNvPr>
          <p:cNvSpPr>
            <a:spLocks noGrp="1"/>
          </p:cNvSpPr>
          <p:nvPr>
            <p:ph type="pic" sz="quarter" idx="10"/>
          </p:nvPr>
        </p:nvSpPr>
        <p:spPr>
          <a:xfrm>
            <a:off x="548639" y="411480"/>
            <a:ext cx="11094720" cy="310896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5" name="Title 2">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3794760"/>
            <a:ext cx="5364480" cy="914400"/>
          </a:xfrm>
        </p:spPr>
        <p:txBody>
          <a:bodyPr/>
          <a:lstStyle>
            <a:lvl1pPr>
              <a:defRPr sz="2800" b="1" cap="none" baseline="0"/>
            </a:lvl1pPr>
          </a:lstStyle>
          <a:p>
            <a:r>
              <a:rPr lang="en-US"/>
              <a:t>[Slide title]</a:t>
            </a:r>
          </a:p>
        </p:txBody>
      </p:sp>
      <p:sp>
        <p:nvSpPr>
          <p:cNvPr id="3" name="Content Placeholder 3"/>
          <p:cNvSpPr>
            <a:spLocks noGrp="1"/>
          </p:cNvSpPr>
          <p:nvPr>
            <p:ph sz="half" idx="1"/>
          </p:nvPr>
        </p:nvSpPr>
        <p:spPr>
          <a:xfrm>
            <a:off x="6278879" y="3794760"/>
            <a:ext cx="5364480" cy="2377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39DE7-660B-3FA9-966D-AB1D9EF6AC81}"/>
              </a:ext>
            </a:extLst>
          </p:cNvPr>
          <p:cNvSpPr>
            <a:spLocks noGrp="1"/>
          </p:cNvSpPr>
          <p:nvPr>
            <p:ph type="dt" sz="half" idx="11"/>
          </p:nvPr>
        </p:nvSpPr>
        <p:spPr/>
        <p:txBody>
          <a:bodyPr/>
          <a:lstStyle/>
          <a:p>
            <a:fld id="{971AFA9C-17DA-4726-B9E3-ADECF7729AF7}" type="datetimeFigureOut">
              <a:rPr lang="en-US" smtClean="0"/>
              <a:t>7/22/2026</a:t>
            </a:fld>
            <a:endParaRPr lang="en-US"/>
          </a:p>
        </p:txBody>
      </p:sp>
      <p:sp>
        <p:nvSpPr>
          <p:cNvPr id="6" name="Slide Number Placeholder 5">
            <a:extLst>
              <a:ext uri="{FF2B5EF4-FFF2-40B4-BE49-F238E27FC236}">
                <a16:creationId xmlns:a16="http://schemas.microsoft.com/office/drawing/2014/main" id="{25763529-A3F2-C0F4-1A5C-AAFFF34D7F24}"/>
              </a:ext>
            </a:extLst>
          </p:cNvPr>
          <p:cNvSpPr>
            <a:spLocks noGrp="1"/>
          </p:cNvSpPr>
          <p:nvPr>
            <p:ph type="sldNum" sz="quarter" idx="12"/>
          </p:nvPr>
        </p:nvSpPr>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3821761570"/>
      </p:ext>
    </p:extLst>
  </p:cSld>
  <p:clrMapOvr>
    <a:masterClrMapping/>
  </p:clrMapOvr>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tent and 2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5364480" cy="22860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4114800"/>
            <a:ext cx="5364480"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4526280"/>
            <a:ext cx="5364480" cy="164592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6278879" y="1600200"/>
            <a:ext cx="5364480" cy="22860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6278879" y="4114800"/>
            <a:ext cx="5364480"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6278879" y="4526280"/>
            <a:ext cx="5364480" cy="164592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E309248A-8803-C0D0-F841-DA0B643CD6D3}"/>
              </a:ext>
            </a:extLst>
          </p:cNvPr>
          <p:cNvSpPr>
            <a:spLocks noGrp="1"/>
          </p:cNvSpPr>
          <p:nvPr>
            <p:ph type="dt" sz="half" idx="14"/>
          </p:nvPr>
        </p:nvSpPr>
        <p:spPr/>
        <p:txBody>
          <a:bodyPr/>
          <a:lstStyle/>
          <a:p>
            <a:fld id="{971AFA9C-17DA-4726-B9E3-ADECF7729AF7}" type="datetimeFigureOut">
              <a:rPr lang="en-US" smtClean="0"/>
              <a:t>7/22/2026</a:t>
            </a:fld>
            <a:endParaRPr lang="en-US"/>
          </a:p>
        </p:txBody>
      </p:sp>
      <p:sp>
        <p:nvSpPr>
          <p:cNvPr id="11" name="Slide Number Placeholder 10">
            <a:extLst>
              <a:ext uri="{FF2B5EF4-FFF2-40B4-BE49-F238E27FC236}">
                <a16:creationId xmlns:a16="http://schemas.microsoft.com/office/drawing/2014/main" id="{3E501E26-5E18-9AC3-2607-A695FA23E635}"/>
              </a:ext>
            </a:extLst>
          </p:cNvPr>
          <p:cNvSpPr>
            <a:spLocks noGrp="1"/>
          </p:cNvSpPr>
          <p:nvPr>
            <p:ph type="sldNum" sz="quarter" idx="15"/>
          </p:nvPr>
        </p:nvSpPr>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107643329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tent and 3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3931920"/>
            <a:ext cx="3450336" cy="224028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4370831"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4370831"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4370831" y="3931920"/>
            <a:ext cx="3450336" cy="224028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8193023"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8193023"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8193023" y="3931920"/>
            <a:ext cx="3450336" cy="224028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BCC41EC7-A74C-7FAC-CAAF-B45134A90C1F}"/>
              </a:ext>
            </a:extLst>
          </p:cNvPr>
          <p:cNvSpPr>
            <a:spLocks noGrp="1"/>
          </p:cNvSpPr>
          <p:nvPr>
            <p:ph type="dt" sz="half" idx="18"/>
          </p:nvPr>
        </p:nvSpPr>
        <p:spPr/>
        <p:txBody>
          <a:bodyPr/>
          <a:lstStyle/>
          <a:p>
            <a:fld id="{971AFA9C-17DA-4726-B9E3-ADECF7729AF7}" type="datetimeFigureOut">
              <a:rPr lang="en-US" smtClean="0"/>
              <a:t>7/22/2026</a:t>
            </a:fld>
            <a:endParaRPr lang="en-US"/>
          </a:p>
        </p:txBody>
      </p:sp>
      <p:sp>
        <p:nvSpPr>
          <p:cNvPr id="14" name="Slide Number Placeholder 13">
            <a:extLst>
              <a:ext uri="{FF2B5EF4-FFF2-40B4-BE49-F238E27FC236}">
                <a16:creationId xmlns:a16="http://schemas.microsoft.com/office/drawing/2014/main" id="{0DCE38A9-CABF-9588-DDD8-93DD198F7EC2}"/>
              </a:ext>
            </a:extLst>
          </p:cNvPr>
          <p:cNvSpPr>
            <a:spLocks noGrp="1"/>
          </p:cNvSpPr>
          <p:nvPr>
            <p:ph type="sldNum" sz="quarter" idx="19"/>
          </p:nvPr>
        </p:nvSpPr>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1769133906"/>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tent and 4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41"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9"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3" name="Content Placeholder 4"/>
          <p:cNvSpPr>
            <a:spLocks noGrp="1"/>
          </p:cNvSpPr>
          <p:nvPr>
            <p:ph sz="half" idx="1"/>
          </p:nvPr>
        </p:nvSpPr>
        <p:spPr>
          <a:xfrm>
            <a:off x="548641"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3428805"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3428805"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4" name="Content Placeholder 7"/>
          <p:cNvSpPr>
            <a:spLocks noGrp="1"/>
          </p:cNvSpPr>
          <p:nvPr>
            <p:ph sz="half" idx="2"/>
          </p:nvPr>
        </p:nvSpPr>
        <p:spPr>
          <a:xfrm>
            <a:off x="3428805"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6263841"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6263841"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6263841"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1">
            <a:extLst>
              <a:ext uri="{FF2B5EF4-FFF2-40B4-BE49-F238E27FC236}">
                <a16:creationId xmlns:a16="http://schemas.microsoft.com/office/drawing/2014/main" id="{D206E8B5-48CF-3920-10E8-5C214FEE93B1}"/>
              </a:ext>
            </a:extLst>
          </p:cNvPr>
          <p:cNvSpPr>
            <a:spLocks noGrp="1"/>
          </p:cNvSpPr>
          <p:nvPr>
            <p:ph type="pic" sz="quarter" idx="19"/>
          </p:nvPr>
        </p:nvSpPr>
        <p:spPr>
          <a:xfrm>
            <a:off x="9144001"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Text Placeholder 12">
            <a:extLst>
              <a:ext uri="{FF2B5EF4-FFF2-40B4-BE49-F238E27FC236}">
                <a16:creationId xmlns:a16="http://schemas.microsoft.com/office/drawing/2014/main" id="{30A8711B-6FCD-CC40-76D9-6F2EED66A6EF}"/>
              </a:ext>
            </a:extLst>
          </p:cNvPr>
          <p:cNvSpPr>
            <a:spLocks noGrp="1"/>
          </p:cNvSpPr>
          <p:nvPr>
            <p:ph type="body" sz="quarter" idx="20" hasCustomPrompt="1"/>
          </p:nvPr>
        </p:nvSpPr>
        <p:spPr>
          <a:xfrm>
            <a:off x="9144001"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5" name="Content Placeholder 13">
            <a:extLst>
              <a:ext uri="{FF2B5EF4-FFF2-40B4-BE49-F238E27FC236}">
                <a16:creationId xmlns:a16="http://schemas.microsoft.com/office/drawing/2014/main" id="{ABA13BFB-DABC-41BC-F712-51774CC8BA1C}"/>
              </a:ext>
            </a:extLst>
          </p:cNvPr>
          <p:cNvSpPr>
            <a:spLocks noGrp="1"/>
          </p:cNvSpPr>
          <p:nvPr>
            <p:ph sz="half" idx="21"/>
          </p:nvPr>
        </p:nvSpPr>
        <p:spPr>
          <a:xfrm>
            <a:off x="9144001"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6FA3AB29-95C5-BB81-8596-7248603E0DBA}"/>
              </a:ext>
            </a:extLst>
          </p:cNvPr>
          <p:cNvSpPr>
            <a:spLocks noGrp="1"/>
          </p:cNvSpPr>
          <p:nvPr>
            <p:ph type="dt" sz="half" idx="22"/>
          </p:nvPr>
        </p:nvSpPr>
        <p:spPr/>
        <p:txBody>
          <a:bodyPr/>
          <a:lstStyle/>
          <a:p>
            <a:fld id="{971AFA9C-17DA-4726-B9E3-ADECF7729AF7}" type="datetimeFigureOut">
              <a:rPr lang="en-US" smtClean="0"/>
              <a:t>7/22/2026</a:t>
            </a:fld>
            <a:endParaRPr lang="en-US"/>
          </a:p>
        </p:txBody>
      </p:sp>
      <p:sp>
        <p:nvSpPr>
          <p:cNvPr id="17" name="Slide Number Placeholder 16">
            <a:extLst>
              <a:ext uri="{FF2B5EF4-FFF2-40B4-BE49-F238E27FC236}">
                <a16:creationId xmlns:a16="http://schemas.microsoft.com/office/drawing/2014/main" id="{F8249F74-522A-F15A-97B8-27047D5DEDAE}"/>
              </a:ext>
            </a:extLst>
          </p:cNvPr>
          <p:cNvSpPr>
            <a:spLocks noGrp="1"/>
          </p:cNvSpPr>
          <p:nvPr>
            <p:ph type="sldNum" sz="quarter" idx="23"/>
          </p:nvPr>
        </p:nvSpPr>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37499359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9" name="Text Placeholder 2">
            <a:extLst>
              <a:ext uri="{FF2B5EF4-FFF2-40B4-BE49-F238E27FC236}">
                <a16:creationId xmlns:a16="http://schemas.microsoft.com/office/drawing/2014/main" id="{B62121C3-FD56-A9B2-1088-141E0BDB4C18}"/>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B1DBADC8-E5B3-9DDB-F294-C14F7AA987B8}"/>
              </a:ext>
            </a:extLst>
          </p:cNvPr>
          <p:cNvSpPr>
            <a:spLocks noGrp="1"/>
          </p:cNvSpPr>
          <p:nvPr>
            <p:ph type="dt" sz="half" idx="12"/>
          </p:nvPr>
        </p:nvSpPr>
        <p:spPr/>
        <p:txBody>
          <a:bodyPr/>
          <a:lstStyle/>
          <a:p>
            <a:fld id="{971AFA9C-17DA-4726-B9E3-ADECF7729AF7}" type="datetimeFigureOut">
              <a:rPr lang="en-US" smtClean="0"/>
              <a:t>7/22/2026</a:t>
            </a:fld>
            <a:endParaRPr lang="en-US"/>
          </a:p>
        </p:txBody>
      </p:sp>
      <p:sp>
        <p:nvSpPr>
          <p:cNvPr id="6" name="Slide Number Placeholder 5">
            <a:extLst>
              <a:ext uri="{FF2B5EF4-FFF2-40B4-BE49-F238E27FC236}">
                <a16:creationId xmlns:a16="http://schemas.microsoft.com/office/drawing/2014/main" id="{4A7DADDA-8448-690C-2CAB-FA7E28471B81}"/>
              </a:ext>
            </a:extLst>
          </p:cNvPr>
          <p:cNvSpPr>
            <a:spLocks noGrp="1"/>
          </p:cNvSpPr>
          <p:nvPr>
            <p:ph type="sldNum" sz="quarter" idx="13"/>
          </p:nvPr>
        </p:nvSpPr>
        <p:spPr/>
        <p:txBody>
          <a:bodyPr/>
          <a:lstStyle/>
          <a:p>
            <a:fld id="{79D051F2-C7C4-43BD-B552-C78CE0DE4128}" type="slidenum">
              <a:rPr lang="en-US" smtClean="0"/>
              <a:t>‹#›</a:t>
            </a:fld>
            <a:endParaRPr lang="en-US"/>
          </a:p>
        </p:txBody>
      </p:sp>
      <p:sp>
        <p:nvSpPr>
          <p:cNvPr id="13" name="Rectangle 15">
            <a:extLst>
              <a:ext uri="{FF2B5EF4-FFF2-40B4-BE49-F238E27FC236}">
                <a16:creationId xmlns:a16="http://schemas.microsoft.com/office/drawing/2014/main" id="{29767174-7781-C263-3756-CD54301026C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sp>
        <p:nvSpPr>
          <p:cNvPr id="14" name="Rectangle 13">
            <a:extLst>
              <a:ext uri="{FF2B5EF4-FFF2-40B4-BE49-F238E27FC236}">
                <a16:creationId xmlns:a16="http://schemas.microsoft.com/office/drawing/2014/main" id="{D36F2182-1ACE-5AD5-681B-31F3C2187042}"/>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p>
        </p:txBody>
      </p:sp>
      <p:pic>
        <p:nvPicPr>
          <p:cNvPr id="3" name="Picture 2">
            <a:extLst>
              <a:ext uri="{FF2B5EF4-FFF2-40B4-BE49-F238E27FC236}">
                <a16:creationId xmlns:a16="http://schemas.microsoft.com/office/drawing/2014/main" id="{9A0C2669-2091-19FC-7FA5-E8DD4A44F8CF}"/>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00033303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ection Header - Image">
    <p:bg>
      <p:bgPr>
        <a:solidFill>
          <a:schemeClr val="tx1"/>
        </a:solidFill>
        <a:effectLst/>
      </p:bgPr>
    </p:bg>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D68235BF-5094-B6AD-6429-61352C54DE99}"/>
              </a:ext>
            </a:extLst>
          </p:cNvPr>
          <p:cNvSpPr>
            <a:spLocks noGrp="1"/>
          </p:cNvSpPr>
          <p:nvPr>
            <p:ph type="pic" sz="quarter" idx="10"/>
          </p:nvPr>
        </p:nvSpPr>
        <p:spPr>
          <a:xfrm>
            <a:off x="0" y="228600"/>
            <a:ext cx="12192000" cy="6400800"/>
          </a:xfrm>
          <a:solidFill>
            <a:srgbClr val="565557"/>
          </a:solidFill>
        </p:spPr>
        <p:txBody>
          <a:bodyPr anchor="ctr" anchorCtr="0"/>
          <a:lstStyle>
            <a:lvl1pPr marL="0" indent="0" algn="ctr">
              <a:buFontTx/>
              <a:buNone/>
              <a:defRPr sz="1000">
                <a:solidFill>
                  <a:srgbClr val="FFFFFF"/>
                </a:solidFill>
              </a:defRPr>
            </a:lvl1pPr>
          </a:lstStyle>
          <a:p>
            <a:r>
              <a:rPr lang="en-US"/>
              <a:t>Click icon to add picture</a:t>
            </a:r>
            <a:endParaRPr lang="en-US" dirty="0"/>
          </a:p>
        </p:txBody>
      </p:sp>
      <p:sp>
        <p:nvSpPr>
          <p:cNvPr id="2" name="Title 2"/>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3">
            <a:extLst>
              <a:ext uri="{FF2B5EF4-FFF2-40B4-BE49-F238E27FC236}">
                <a16:creationId xmlns:a16="http://schemas.microsoft.com/office/drawing/2014/main" id="{CADC6E9F-9E2F-3968-F76A-CD8240DB9C82}"/>
              </a:ext>
            </a:extLst>
          </p:cNvPr>
          <p:cNvSpPr>
            <a:spLocks noGrp="1"/>
          </p:cNvSpPr>
          <p:nvPr>
            <p:ph type="body" sz="quarter" idx="11" hasCustomPrompt="1"/>
          </p:nvPr>
        </p:nvSpPr>
        <p:spPr>
          <a:xfrm>
            <a:off x="548640" y="2148840"/>
            <a:ext cx="6795135" cy="914400"/>
          </a:xfr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9B2EB74B-4EFA-464C-722C-FBCA5174031B}"/>
              </a:ext>
            </a:extLst>
          </p:cNvPr>
          <p:cNvSpPr>
            <a:spLocks noGrp="1"/>
          </p:cNvSpPr>
          <p:nvPr>
            <p:ph type="dt" sz="half" idx="12"/>
          </p:nvPr>
        </p:nvSpPr>
        <p:spPr/>
        <p:txBody>
          <a:bodyPr/>
          <a:lstStyle>
            <a:lvl1pPr>
              <a:defRPr>
                <a:solidFill>
                  <a:schemeClr val="bg1"/>
                </a:solidFill>
              </a:defRPr>
            </a:lvl1pPr>
          </a:lstStyle>
          <a:p>
            <a:fld id="{971AFA9C-17DA-4726-B9E3-ADECF7729AF7}" type="datetimeFigureOut">
              <a:rPr lang="en-US" smtClean="0"/>
              <a:t>7/22/2026</a:t>
            </a:fld>
            <a:endParaRPr lang="en-US"/>
          </a:p>
        </p:txBody>
      </p:sp>
      <p:sp>
        <p:nvSpPr>
          <p:cNvPr id="6" name="Slide Number Placeholder 5">
            <a:extLst>
              <a:ext uri="{FF2B5EF4-FFF2-40B4-BE49-F238E27FC236}">
                <a16:creationId xmlns:a16="http://schemas.microsoft.com/office/drawing/2014/main" id="{D8C19503-16E7-50C5-8995-F8E0DCB6B626}"/>
              </a:ext>
            </a:extLst>
          </p:cNvPr>
          <p:cNvSpPr>
            <a:spLocks noGrp="1"/>
          </p:cNvSpPr>
          <p:nvPr>
            <p:ph type="sldNum" sz="quarter" idx="13"/>
          </p:nvPr>
        </p:nvSpPr>
        <p:spPr/>
        <p:txBody>
          <a:bodyPr/>
          <a:lstStyle>
            <a:lvl1pPr>
              <a:defRPr>
                <a:solidFill>
                  <a:schemeClr val="bg1"/>
                </a:solidFill>
              </a:defRPr>
            </a:lvl1pPr>
          </a:lstStyle>
          <a:p>
            <a:fld id="{79D051F2-C7C4-43BD-B552-C78CE0DE4128}" type="slidenum">
              <a:rPr lang="en-US" smtClean="0"/>
              <a:t>‹#›</a:t>
            </a:fld>
            <a:endParaRPr lang="en-US"/>
          </a:p>
        </p:txBody>
      </p:sp>
      <p:pic>
        <p:nvPicPr>
          <p:cNvPr id="7" name="Picture 6">
            <a:extLst>
              <a:ext uri="{FF2B5EF4-FFF2-40B4-BE49-F238E27FC236}">
                <a16:creationId xmlns:a16="http://schemas.microsoft.com/office/drawing/2014/main" id="{B8E613F9-1842-268A-DF27-3F9D76502705}"/>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5568760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ection Header - White 01">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D8CC6170-ECB5-A830-2874-091E36410134}"/>
              </a:ext>
            </a:extLst>
          </p:cNvPr>
          <p:cNvSpPr>
            <a:spLocks noGrp="1"/>
          </p:cNvSpPr>
          <p:nvPr>
            <p:ph type="dt" sz="half" idx="12"/>
          </p:nvPr>
        </p:nvSpPr>
        <p:spPr/>
        <p:txBody>
          <a:bodyPr/>
          <a:lstStyle/>
          <a:p>
            <a:fld id="{971AFA9C-17DA-4726-B9E3-ADECF7729AF7}" type="datetimeFigureOut">
              <a:rPr lang="en-US" smtClean="0"/>
              <a:t>7/22/2026</a:t>
            </a:fld>
            <a:endParaRPr lang="en-US"/>
          </a:p>
        </p:txBody>
      </p:sp>
      <p:sp>
        <p:nvSpPr>
          <p:cNvPr id="6" name="Slide Number Placeholder 5">
            <a:extLst>
              <a:ext uri="{FF2B5EF4-FFF2-40B4-BE49-F238E27FC236}">
                <a16:creationId xmlns:a16="http://schemas.microsoft.com/office/drawing/2014/main" id="{DCB1CE1D-5DB3-7DB4-A801-B688218E7EC6}"/>
              </a:ext>
            </a:extLst>
          </p:cNvPr>
          <p:cNvSpPr>
            <a:spLocks noGrp="1"/>
          </p:cNvSpPr>
          <p:nvPr>
            <p:ph type="sldNum" sz="quarter" idx="13"/>
          </p:nvPr>
        </p:nvSpPr>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16068901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ection Header - White 0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0"/>
            <a:ext cx="5365327" cy="914400"/>
          </a:xfrm>
        </p:spPr>
        <p:txBody>
          <a:bodyPr anchor="t" anchorCtr="0"/>
          <a:lstStyle>
            <a:lvl1pPr>
              <a:lnSpc>
                <a:spcPct val="90000"/>
              </a:lnSpc>
              <a:defRPr sz="2400" spc="0" baseline="0">
                <a:solidFill>
                  <a:schemeClr val="tx1"/>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1600200"/>
            <a:ext cx="6795135" cy="4572000"/>
          </a:xfrm>
        </p:spPr>
        <p:txBody>
          <a:bodyPr/>
          <a:lstStyle>
            <a:lvl1pPr marL="0" indent="0">
              <a:lnSpc>
                <a:spcPct val="90000"/>
              </a:lnSpc>
              <a:spcBef>
                <a:spcPts val="0"/>
              </a:spcBef>
              <a:buFontTx/>
              <a:buNone/>
              <a:defRPr sz="36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[Long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23A978CF-9C5E-3CFC-1FBF-80FF0C14A03A}"/>
              </a:ext>
            </a:extLst>
          </p:cNvPr>
          <p:cNvSpPr>
            <a:spLocks noGrp="1"/>
          </p:cNvSpPr>
          <p:nvPr>
            <p:ph type="dt" sz="half" idx="12"/>
          </p:nvPr>
        </p:nvSpPr>
        <p:spPr/>
        <p:txBody>
          <a:bodyPr/>
          <a:lstStyle/>
          <a:p>
            <a:fld id="{971AFA9C-17DA-4726-B9E3-ADECF7729AF7}" type="datetimeFigureOut">
              <a:rPr lang="en-US" smtClean="0"/>
              <a:t>7/22/2026</a:t>
            </a:fld>
            <a:endParaRPr lang="en-US"/>
          </a:p>
        </p:txBody>
      </p:sp>
      <p:sp>
        <p:nvSpPr>
          <p:cNvPr id="6" name="Slide Number Placeholder 5">
            <a:extLst>
              <a:ext uri="{FF2B5EF4-FFF2-40B4-BE49-F238E27FC236}">
                <a16:creationId xmlns:a16="http://schemas.microsoft.com/office/drawing/2014/main" id="{A2496E61-43C3-4A10-6216-8AA17EF97B83}"/>
              </a:ext>
            </a:extLst>
          </p:cNvPr>
          <p:cNvSpPr>
            <a:spLocks noGrp="1"/>
          </p:cNvSpPr>
          <p:nvPr>
            <p:ph type="sldNum" sz="quarter" idx="13"/>
          </p:nvPr>
        </p:nvSpPr>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78054923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Section Header - Half Image">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1"/>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p:spPr>
        <p:txBody>
          <a:bodyPr/>
          <a:lstStyle>
            <a:lvl1pPr marL="0" indent="0">
              <a:spcBef>
                <a:spcPts val="1000"/>
              </a:spcBef>
              <a:buFontTx/>
              <a:buNone/>
              <a:defRPr/>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3" name="Date Placeholder 2">
            <a:extLst>
              <a:ext uri="{FF2B5EF4-FFF2-40B4-BE49-F238E27FC236}">
                <a16:creationId xmlns:a16="http://schemas.microsoft.com/office/drawing/2014/main" id="{3F98909E-3F3B-28FF-B01F-B77401FC0BCC}"/>
              </a:ext>
            </a:extLst>
          </p:cNvPr>
          <p:cNvSpPr>
            <a:spLocks noGrp="1"/>
          </p:cNvSpPr>
          <p:nvPr>
            <p:ph type="dt" sz="half" idx="12"/>
          </p:nvPr>
        </p:nvSpPr>
        <p:spPr/>
        <p:txBody>
          <a:bodyPr/>
          <a:lstStyle/>
          <a:p>
            <a:fld id="{971AFA9C-17DA-4726-B9E3-ADECF7729AF7}" type="datetimeFigureOut">
              <a:rPr lang="en-US" smtClean="0"/>
              <a:t>7/22/2026</a:t>
            </a:fld>
            <a:endParaRPr lang="en-US"/>
          </a:p>
        </p:txBody>
      </p:sp>
      <p:sp>
        <p:nvSpPr>
          <p:cNvPr id="4" name="Slide Number Placeholder 3">
            <a:extLst>
              <a:ext uri="{FF2B5EF4-FFF2-40B4-BE49-F238E27FC236}">
                <a16:creationId xmlns:a16="http://schemas.microsoft.com/office/drawing/2014/main" id="{FC4506F2-72D4-8024-72B5-E5E4464D05D0}"/>
              </a:ext>
            </a:extLst>
          </p:cNvPr>
          <p:cNvSpPr>
            <a:spLocks noGrp="1"/>
          </p:cNvSpPr>
          <p:nvPr>
            <p:ph type="sldNum" sz="quarter" idx="13"/>
          </p:nvPr>
        </p:nvSpPr>
        <p:spPr/>
        <p:txBody>
          <a:bodyPr/>
          <a:lstStyle/>
          <a:p>
            <a:fld id="{79D051F2-C7C4-43BD-B552-C78CE0DE4128}" type="slidenum">
              <a:rPr lang="en-US" smtClean="0"/>
              <a:t>‹#›</a:t>
            </a:fld>
            <a:endParaRPr lang="en-US"/>
          </a:p>
        </p:txBody>
      </p:sp>
      <p:sp>
        <p:nvSpPr>
          <p:cNvPr id="10" name="Picture Placeholder 3">
            <a:extLst>
              <a:ext uri="{FF2B5EF4-FFF2-40B4-BE49-F238E27FC236}">
                <a16:creationId xmlns:a16="http://schemas.microsoft.com/office/drawing/2014/main" id="{6FB94CE1-6713-07D6-4B5A-4A8C98A3721E}"/>
              </a:ext>
            </a:extLst>
          </p:cNvPr>
          <p:cNvSpPr>
            <a:spLocks noGrp="1"/>
          </p:cNvSpPr>
          <p:nvPr>
            <p:ph type="pic" sz="quarter" idx="10"/>
          </p:nvPr>
        </p:nvSpPr>
        <p:spPr>
          <a:xfrm>
            <a:off x="6278037" y="1076324"/>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Rectangle 15">
            <a:extLst>
              <a:ext uri="{FF2B5EF4-FFF2-40B4-BE49-F238E27FC236}">
                <a16:creationId xmlns:a16="http://schemas.microsoft.com/office/drawing/2014/main" id="{F827E20F-449C-FD35-0420-0D0665538DFA}"/>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sp>
        <p:nvSpPr>
          <p:cNvPr id="15" name="Rectangle 14">
            <a:extLst>
              <a:ext uri="{FF2B5EF4-FFF2-40B4-BE49-F238E27FC236}">
                <a16:creationId xmlns:a16="http://schemas.microsoft.com/office/drawing/2014/main" id="{9B78D2D4-DCB9-0AD3-0C18-6C6757224CC2}"/>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pic>
        <p:nvPicPr>
          <p:cNvPr id="5" name="Picture 4">
            <a:extLst>
              <a:ext uri="{FF2B5EF4-FFF2-40B4-BE49-F238E27FC236}">
                <a16:creationId xmlns:a16="http://schemas.microsoft.com/office/drawing/2014/main" id="{010600B0-1249-F5D8-D1B7-CC4F0AD64E01}"/>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6888632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matchingName="Title Slide - Image">
  <p:cSld name="1_Title Slide - Image">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5"/>
          <p:cNvSpPr txBox="1">
            <a:spLocks noGrp="1"/>
          </p:cNvSpPr>
          <p:nvPr>
            <p:ph type="dt" idx="10"/>
          </p:nvPr>
        </p:nvSpPr>
        <p:spPr>
          <a:xfrm>
            <a:off x="547688" y="6629400"/>
            <a:ext cx="823912" cy="22860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5"/>
          <p:cNvSpPr txBox="1">
            <a:spLocks noGrp="1"/>
          </p:cNvSpPr>
          <p:nvPr>
            <p:ph type="sldNum" idx="12"/>
          </p:nvPr>
        </p:nvSpPr>
        <p:spPr>
          <a:xfrm>
            <a:off x="11210717" y="6629400"/>
            <a:ext cx="442001" cy="22860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fld id="{00000000-1234-1234-1234-123412341234}" type="slidenum">
              <a:rPr lang="en" smtClean="0"/>
              <a:pPr/>
              <a:t>‹#›</a:t>
            </a:fld>
            <a:endParaRPr lang="en"/>
          </a:p>
        </p:txBody>
      </p:sp>
      <p:pic>
        <p:nvPicPr>
          <p:cNvPr id="66" name="Google Shape;66;p5" descr="U.S. Army"/>
          <p:cNvPicPr preferRelativeResize="0"/>
          <p:nvPr/>
        </p:nvPicPr>
        <p:blipFill rotWithShape="1">
          <a:blip r:embed="rId3">
            <a:alphaModFix/>
          </a:blip>
          <a:srcRect/>
          <a:stretch/>
        </p:blipFill>
        <p:spPr>
          <a:xfrm>
            <a:off x="244899" y="112631"/>
            <a:ext cx="3246120" cy="1225808"/>
          </a:xfrm>
          <a:prstGeom prst="rect">
            <a:avLst/>
          </a:prstGeom>
          <a:noFill/>
          <a:ln>
            <a:noFill/>
          </a:ln>
        </p:spPr>
      </p:pic>
      <p:sp>
        <p:nvSpPr>
          <p:cNvPr id="67" name="Google Shape;67;p5"/>
          <p:cNvSpPr txBox="1">
            <a:spLocks noGrp="1"/>
          </p:cNvSpPr>
          <p:nvPr>
            <p:ph type="body" idx="1"/>
          </p:nvPr>
        </p:nvSpPr>
        <p:spPr>
          <a:xfrm>
            <a:off x="547688" y="5133531"/>
            <a:ext cx="1335568" cy="138499"/>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609585" lvl="0" indent="-304792" algn="l">
              <a:lnSpc>
                <a:spcPct val="100000"/>
              </a:lnSpc>
              <a:spcBef>
                <a:spcPts val="0"/>
              </a:spcBef>
              <a:spcAft>
                <a:spcPts val="0"/>
              </a:spcAft>
              <a:buClr>
                <a:schemeClr val="dk1"/>
              </a:buClr>
              <a:buSzPts val="675"/>
              <a:buNone/>
              <a:defRPr sz="900" b="0">
                <a:solidFill>
                  <a:schemeClr val="dk1"/>
                </a:solidFill>
                <a:latin typeface="Arial"/>
                <a:ea typeface="Arial"/>
                <a:cs typeface="Arial"/>
                <a:sym typeface="Arial"/>
              </a:defRPr>
            </a:lvl1pPr>
            <a:lvl2pPr marL="1219170" lvl="1" indent="-304792" algn="l">
              <a:lnSpc>
                <a:spcPct val="95000"/>
              </a:lnSpc>
              <a:spcBef>
                <a:spcPts val="500"/>
              </a:spcBef>
              <a:spcAft>
                <a:spcPts val="0"/>
              </a:spcAft>
              <a:buClr>
                <a:schemeClr val="lt1"/>
              </a:buClr>
              <a:buSzPts val="750"/>
              <a:buNone/>
              <a:defRPr sz="1000">
                <a:latin typeface="Arial"/>
                <a:ea typeface="Arial"/>
                <a:cs typeface="Arial"/>
                <a:sym typeface="Arial"/>
              </a:defRPr>
            </a:lvl2pPr>
            <a:lvl3pPr marL="1828754" lvl="2" indent="-304792" algn="l">
              <a:lnSpc>
                <a:spcPct val="95000"/>
              </a:lnSpc>
              <a:spcBef>
                <a:spcPts val="500"/>
              </a:spcBef>
              <a:spcAft>
                <a:spcPts val="0"/>
              </a:spcAft>
              <a:buClr>
                <a:schemeClr val="lt1"/>
              </a:buClr>
              <a:buSzPts val="750"/>
              <a:buNone/>
              <a:defRPr sz="1000">
                <a:latin typeface="Arial"/>
                <a:ea typeface="Arial"/>
                <a:cs typeface="Arial"/>
                <a:sym typeface="Arial"/>
              </a:defRPr>
            </a:lvl3pPr>
            <a:lvl4pPr marL="2438339" lvl="3" indent="-304792" algn="l">
              <a:lnSpc>
                <a:spcPct val="95000"/>
              </a:lnSpc>
              <a:spcBef>
                <a:spcPts val="500"/>
              </a:spcBef>
              <a:spcAft>
                <a:spcPts val="0"/>
              </a:spcAft>
              <a:buClr>
                <a:schemeClr val="lt1"/>
              </a:buClr>
              <a:buSzPts val="750"/>
              <a:buNone/>
              <a:defRPr sz="1000">
                <a:latin typeface="Arial"/>
                <a:ea typeface="Arial"/>
                <a:cs typeface="Arial"/>
                <a:sym typeface="Arial"/>
              </a:defRPr>
            </a:lvl4pPr>
            <a:lvl5pPr marL="3047924" lvl="4" indent="-304792" algn="l">
              <a:lnSpc>
                <a:spcPct val="95000"/>
              </a:lnSpc>
              <a:spcBef>
                <a:spcPts val="500"/>
              </a:spcBef>
              <a:spcAft>
                <a:spcPts val="0"/>
              </a:spcAft>
              <a:buClr>
                <a:schemeClr val="lt1"/>
              </a:buClr>
              <a:buSzPts val="750"/>
              <a:buNone/>
              <a:defRPr sz="1000">
                <a:latin typeface="Arial"/>
                <a:ea typeface="Arial"/>
                <a:cs typeface="Arial"/>
                <a:sym typeface="Arial"/>
              </a:defRPr>
            </a:lvl5pPr>
            <a:lvl6pPr marL="3657509" lvl="5" indent="-457189" algn="l">
              <a:lnSpc>
                <a:spcPct val="95000"/>
              </a:lnSpc>
              <a:spcBef>
                <a:spcPts val="500"/>
              </a:spcBef>
              <a:spcAft>
                <a:spcPts val="0"/>
              </a:spcAft>
              <a:buClr>
                <a:schemeClr val="lt1"/>
              </a:buClr>
              <a:buSzPts val="1800"/>
              <a:buChar char="–"/>
              <a:defRPr/>
            </a:lvl6pPr>
            <a:lvl7pPr marL="4267093" lvl="6" indent="-457189" algn="l">
              <a:lnSpc>
                <a:spcPct val="95000"/>
              </a:lnSpc>
              <a:spcBef>
                <a:spcPts val="500"/>
              </a:spcBef>
              <a:spcAft>
                <a:spcPts val="0"/>
              </a:spcAft>
              <a:buClr>
                <a:schemeClr val="lt1"/>
              </a:buClr>
              <a:buSzPts val="1800"/>
              <a:buChar char="–"/>
              <a:defRPr/>
            </a:lvl7pPr>
            <a:lvl8pPr marL="4876678" lvl="7" indent="-457189" algn="l">
              <a:lnSpc>
                <a:spcPct val="95000"/>
              </a:lnSpc>
              <a:spcBef>
                <a:spcPts val="500"/>
              </a:spcBef>
              <a:spcAft>
                <a:spcPts val="0"/>
              </a:spcAft>
              <a:buClr>
                <a:schemeClr val="lt1"/>
              </a:buClr>
              <a:buSzPts val="1800"/>
              <a:buChar char="–"/>
              <a:defRPr/>
            </a:lvl8pPr>
            <a:lvl9pPr marL="5486263" lvl="8" indent="-457189" algn="l">
              <a:lnSpc>
                <a:spcPct val="95000"/>
              </a:lnSpc>
              <a:spcBef>
                <a:spcPts val="500"/>
              </a:spcBef>
              <a:spcAft>
                <a:spcPts val="0"/>
              </a:spcAft>
              <a:buClr>
                <a:schemeClr val="lt1"/>
              </a:buClr>
              <a:buSzPts val="1800"/>
              <a:buChar char="–"/>
              <a:defRPr/>
            </a:lvl9pPr>
          </a:lstStyle>
          <a:p>
            <a:endParaRPr/>
          </a:p>
        </p:txBody>
      </p:sp>
      <p:sp>
        <p:nvSpPr>
          <p:cNvPr id="68" name="Google Shape;68;p5"/>
          <p:cNvSpPr txBox="1">
            <a:spLocks noGrp="1"/>
          </p:cNvSpPr>
          <p:nvPr>
            <p:ph type="body" idx="2"/>
          </p:nvPr>
        </p:nvSpPr>
        <p:spPr>
          <a:xfrm>
            <a:off x="547688" y="4952739"/>
            <a:ext cx="1335568" cy="138499"/>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609585" lvl="0" indent="-304792" algn="l">
              <a:lnSpc>
                <a:spcPct val="100000"/>
              </a:lnSpc>
              <a:spcBef>
                <a:spcPts val="0"/>
              </a:spcBef>
              <a:spcAft>
                <a:spcPts val="0"/>
              </a:spcAft>
              <a:buClr>
                <a:schemeClr val="dk1"/>
              </a:buClr>
              <a:buSzPts val="675"/>
              <a:buNone/>
              <a:defRPr sz="900" b="0">
                <a:solidFill>
                  <a:schemeClr val="dk1"/>
                </a:solidFill>
                <a:latin typeface="Arial"/>
                <a:ea typeface="Arial"/>
                <a:cs typeface="Arial"/>
                <a:sym typeface="Arial"/>
              </a:defRPr>
            </a:lvl1pPr>
            <a:lvl2pPr marL="1219170" lvl="1" indent="-304792" algn="l">
              <a:lnSpc>
                <a:spcPct val="95000"/>
              </a:lnSpc>
              <a:spcBef>
                <a:spcPts val="500"/>
              </a:spcBef>
              <a:spcAft>
                <a:spcPts val="0"/>
              </a:spcAft>
              <a:buClr>
                <a:schemeClr val="lt1"/>
              </a:buClr>
              <a:buSzPts val="750"/>
              <a:buNone/>
              <a:defRPr sz="1000">
                <a:latin typeface="Arial"/>
                <a:ea typeface="Arial"/>
                <a:cs typeface="Arial"/>
                <a:sym typeface="Arial"/>
              </a:defRPr>
            </a:lvl2pPr>
            <a:lvl3pPr marL="1828754" lvl="2" indent="-304792" algn="l">
              <a:lnSpc>
                <a:spcPct val="95000"/>
              </a:lnSpc>
              <a:spcBef>
                <a:spcPts val="500"/>
              </a:spcBef>
              <a:spcAft>
                <a:spcPts val="0"/>
              </a:spcAft>
              <a:buClr>
                <a:schemeClr val="lt1"/>
              </a:buClr>
              <a:buSzPts val="750"/>
              <a:buNone/>
              <a:defRPr sz="1000">
                <a:latin typeface="Arial"/>
                <a:ea typeface="Arial"/>
                <a:cs typeface="Arial"/>
                <a:sym typeface="Arial"/>
              </a:defRPr>
            </a:lvl3pPr>
            <a:lvl4pPr marL="2438339" lvl="3" indent="-304792" algn="l">
              <a:lnSpc>
                <a:spcPct val="95000"/>
              </a:lnSpc>
              <a:spcBef>
                <a:spcPts val="500"/>
              </a:spcBef>
              <a:spcAft>
                <a:spcPts val="0"/>
              </a:spcAft>
              <a:buClr>
                <a:schemeClr val="lt1"/>
              </a:buClr>
              <a:buSzPts val="750"/>
              <a:buNone/>
              <a:defRPr sz="1000">
                <a:latin typeface="Arial"/>
                <a:ea typeface="Arial"/>
                <a:cs typeface="Arial"/>
                <a:sym typeface="Arial"/>
              </a:defRPr>
            </a:lvl4pPr>
            <a:lvl5pPr marL="3047924" lvl="4" indent="-304792" algn="l">
              <a:lnSpc>
                <a:spcPct val="95000"/>
              </a:lnSpc>
              <a:spcBef>
                <a:spcPts val="500"/>
              </a:spcBef>
              <a:spcAft>
                <a:spcPts val="0"/>
              </a:spcAft>
              <a:buClr>
                <a:schemeClr val="lt1"/>
              </a:buClr>
              <a:buSzPts val="750"/>
              <a:buNone/>
              <a:defRPr sz="1000">
                <a:latin typeface="Arial"/>
                <a:ea typeface="Arial"/>
                <a:cs typeface="Arial"/>
                <a:sym typeface="Arial"/>
              </a:defRPr>
            </a:lvl5pPr>
            <a:lvl6pPr marL="3657509" lvl="5" indent="-457189" algn="l">
              <a:lnSpc>
                <a:spcPct val="95000"/>
              </a:lnSpc>
              <a:spcBef>
                <a:spcPts val="500"/>
              </a:spcBef>
              <a:spcAft>
                <a:spcPts val="0"/>
              </a:spcAft>
              <a:buClr>
                <a:schemeClr val="lt1"/>
              </a:buClr>
              <a:buSzPts val="1800"/>
              <a:buChar char="–"/>
              <a:defRPr/>
            </a:lvl6pPr>
            <a:lvl7pPr marL="4267093" lvl="6" indent="-457189" algn="l">
              <a:lnSpc>
                <a:spcPct val="95000"/>
              </a:lnSpc>
              <a:spcBef>
                <a:spcPts val="500"/>
              </a:spcBef>
              <a:spcAft>
                <a:spcPts val="0"/>
              </a:spcAft>
              <a:buClr>
                <a:schemeClr val="lt1"/>
              </a:buClr>
              <a:buSzPts val="1800"/>
              <a:buChar char="–"/>
              <a:defRPr/>
            </a:lvl7pPr>
            <a:lvl8pPr marL="4876678" lvl="7" indent="-457189" algn="l">
              <a:lnSpc>
                <a:spcPct val="95000"/>
              </a:lnSpc>
              <a:spcBef>
                <a:spcPts val="500"/>
              </a:spcBef>
              <a:spcAft>
                <a:spcPts val="0"/>
              </a:spcAft>
              <a:buClr>
                <a:schemeClr val="lt1"/>
              </a:buClr>
              <a:buSzPts val="1800"/>
              <a:buChar char="–"/>
              <a:defRPr/>
            </a:lvl8pPr>
            <a:lvl9pPr marL="5486263" lvl="8" indent="-457189" algn="l">
              <a:lnSpc>
                <a:spcPct val="95000"/>
              </a:lnSpc>
              <a:spcBef>
                <a:spcPts val="500"/>
              </a:spcBef>
              <a:spcAft>
                <a:spcPts val="0"/>
              </a:spcAft>
              <a:buClr>
                <a:schemeClr val="lt1"/>
              </a:buClr>
              <a:buSzPts val="1800"/>
              <a:buChar char="–"/>
              <a:defRPr/>
            </a:lvl9pPr>
          </a:lstStyle>
          <a:p>
            <a:endParaRPr/>
          </a:p>
        </p:txBody>
      </p:sp>
      <p:sp>
        <p:nvSpPr>
          <p:cNvPr id="69" name="Google Shape;69;p5"/>
          <p:cNvSpPr txBox="1">
            <a:spLocks noGrp="1"/>
          </p:cNvSpPr>
          <p:nvPr>
            <p:ph type="body" idx="3"/>
          </p:nvPr>
        </p:nvSpPr>
        <p:spPr>
          <a:xfrm>
            <a:off x="547688" y="5314323"/>
            <a:ext cx="1335568" cy="138499"/>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609585" lvl="0" indent="-304792" algn="l">
              <a:lnSpc>
                <a:spcPct val="100000"/>
              </a:lnSpc>
              <a:spcBef>
                <a:spcPts val="0"/>
              </a:spcBef>
              <a:spcAft>
                <a:spcPts val="0"/>
              </a:spcAft>
              <a:buClr>
                <a:schemeClr val="dk1"/>
              </a:buClr>
              <a:buSzPts val="675"/>
              <a:buNone/>
              <a:defRPr sz="900" b="0">
                <a:solidFill>
                  <a:schemeClr val="dk1"/>
                </a:solidFill>
                <a:latin typeface="Arial"/>
                <a:ea typeface="Arial"/>
                <a:cs typeface="Arial"/>
                <a:sym typeface="Arial"/>
              </a:defRPr>
            </a:lvl1pPr>
            <a:lvl2pPr marL="1219170" lvl="1" indent="-304792" algn="l">
              <a:lnSpc>
                <a:spcPct val="95000"/>
              </a:lnSpc>
              <a:spcBef>
                <a:spcPts val="500"/>
              </a:spcBef>
              <a:spcAft>
                <a:spcPts val="0"/>
              </a:spcAft>
              <a:buClr>
                <a:schemeClr val="lt1"/>
              </a:buClr>
              <a:buSzPts val="750"/>
              <a:buNone/>
              <a:defRPr sz="1000">
                <a:latin typeface="Arial"/>
                <a:ea typeface="Arial"/>
                <a:cs typeface="Arial"/>
                <a:sym typeface="Arial"/>
              </a:defRPr>
            </a:lvl2pPr>
            <a:lvl3pPr marL="1828754" lvl="2" indent="-304792" algn="l">
              <a:lnSpc>
                <a:spcPct val="95000"/>
              </a:lnSpc>
              <a:spcBef>
                <a:spcPts val="500"/>
              </a:spcBef>
              <a:spcAft>
                <a:spcPts val="0"/>
              </a:spcAft>
              <a:buClr>
                <a:schemeClr val="lt1"/>
              </a:buClr>
              <a:buSzPts val="750"/>
              <a:buNone/>
              <a:defRPr sz="1000">
                <a:latin typeface="Arial"/>
                <a:ea typeface="Arial"/>
                <a:cs typeface="Arial"/>
                <a:sym typeface="Arial"/>
              </a:defRPr>
            </a:lvl3pPr>
            <a:lvl4pPr marL="2438339" lvl="3" indent="-304792" algn="l">
              <a:lnSpc>
                <a:spcPct val="95000"/>
              </a:lnSpc>
              <a:spcBef>
                <a:spcPts val="500"/>
              </a:spcBef>
              <a:spcAft>
                <a:spcPts val="0"/>
              </a:spcAft>
              <a:buClr>
                <a:schemeClr val="lt1"/>
              </a:buClr>
              <a:buSzPts val="750"/>
              <a:buNone/>
              <a:defRPr sz="1000">
                <a:latin typeface="Arial"/>
                <a:ea typeface="Arial"/>
                <a:cs typeface="Arial"/>
                <a:sym typeface="Arial"/>
              </a:defRPr>
            </a:lvl4pPr>
            <a:lvl5pPr marL="3047924" lvl="4" indent="-304792" algn="l">
              <a:lnSpc>
                <a:spcPct val="95000"/>
              </a:lnSpc>
              <a:spcBef>
                <a:spcPts val="500"/>
              </a:spcBef>
              <a:spcAft>
                <a:spcPts val="0"/>
              </a:spcAft>
              <a:buClr>
                <a:schemeClr val="lt1"/>
              </a:buClr>
              <a:buSzPts val="750"/>
              <a:buNone/>
              <a:defRPr sz="1000">
                <a:latin typeface="Arial"/>
                <a:ea typeface="Arial"/>
                <a:cs typeface="Arial"/>
                <a:sym typeface="Arial"/>
              </a:defRPr>
            </a:lvl5pPr>
            <a:lvl6pPr marL="3657509" lvl="5" indent="-457189" algn="l">
              <a:lnSpc>
                <a:spcPct val="95000"/>
              </a:lnSpc>
              <a:spcBef>
                <a:spcPts val="500"/>
              </a:spcBef>
              <a:spcAft>
                <a:spcPts val="0"/>
              </a:spcAft>
              <a:buClr>
                <a:schemeClr val="lt1"/>
              </a:buClr>
              <a:buSzPts val="1800"/>
              <a:buChar char="–"/>
              <a:defRPr/>
            </a:lvl6pPr>
            <a:lvl7pPr marL="4267093" lvl="6" indent="-457189" algn="l">
              <a:lnSpc>
                <a:spcPct val="95000"/>
              </a:lnSpc>
              <a:spcBef>
                <a:spcPts val="500"/>
              </a:spcBef>
              <a:spcAft>
                <a:spcPts val="0"/>
              </a:spcAft>
              <a:buClr>
                <a:schemeClr val="lt1"/>
              </a:buClr>
              <a:buSzPts val="1800"/>
              <a:buChar char="–"/>
              <a:defRPr/>
            </a:lvl7pPr>
            <a:lvl8pPr marL="4876678" lvl="7" indent="-457189" algn="l">
              <a:lnSpc>
                <a:spcPct val="95000"/>
              </a:lnSpc>
              <a:spcBef>
                <a:spcPts val="500"/>
              </a:spcBef>
              <a:spcAft>
                <a:spcPts val="0"/>
              </a:spcAft>
              <a:buClr>
                <a:schemeClr val="lt1"/>
              </a:buClr>
              <a:buSzPts val="1800"/>
              <a:buChar char="–"/>
              <a:defRPr/>
            </a:lvl8pPr>
            <a:lvl9pPr marL="5486263" lvl="8" indent="-457189" algn="l">
              <a:lnSpc>
                <a:spcPct val="95000"/>
              </a:lnSpc>
              <a:spcBef>
                <a:spcPts val="500"/>
              </a:spcBef>
              <a:spcAft>
                <a:spcPts val="0"/>
              </a:spcAft>
              <a:buClr>
                <a:schemeClr val="lt1"/>
              </a:buClr>
              <a:buSzPts val="1800"/>
              <a:buChar char="–"/>
              <a:defRPr/>
            </a:lvl9pPr>
          </a:lstStyle>
          <a:p>
            <a:endParaRPr/>
          </a:p>
        </p:txBody>
      </p:sp>
      <p:sp>
        <p:nvSpPr>
          <p:cNvPr id="70" name="Google Shape;70;p5"/>
          <p:cNvSpPr txBox="1">
            <a:spLocks noGrp="1"/>
          </p:cNvSpPr>
          <p:nvPr>
            <p:ph type="body" idx="4"/>
          </p:nvPr>
        </p:nvSpPr>
        <p:spPr>
          <a:xfrm>
            <a:off x="547688" y="5495115"/>
            <a:ext cx="1335568" cy="138499"/>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609585" lvl="0" indent="-304792" algn="l">
              <a:lnSpc>
                <a:spcPct val="100000"/>
              </a:lnSpc>
              <a:spcBef>
                <a:spcPts val="0"/>
              </a:spcBef>
              <a:spcAft>
                <a:spcPts val="0"/>
              </a:spcAft>
              <a:buClr>
                <a:schemeClr val="dk1"/>
              </a:buClr>
              <a:buSzPts val="675"/>
              <a:buNone/>
              <a:defRPr sz="900" b="0">
                <a:solidFill>
                  <a:schemeClr val="dk1"/>
                </a:solidFill>
                <a:latin typeface="Arial"/>
                <a:ea typeface="Arial"/>
                <a:cs typeface="Arial"/>
                <a:sym typeface="Arial"/>
              </a:defRPr>
            </a:lvl1pPr>
            <a:lvl2pPr marL="1219170" lvl="1" indent="-304792" algn="l">
              <a:lnSpc>
                <a:spcPct val="95000"/>
              </a:lnSpc>
              <a:spcBef>
                <a:spcPts val="500"/>
              </a:spcBef>
              <a:spcAft>
                <a:spcPts val="0"/>
              </a:spcAft>
              <a:buClr>
                <a:schemeClr val="lt1"/>
              </a:buClr>
              <a:buSzPts val="750"/>
              <a:buNone/>
              <a:defRPr sz="1000">
                <a:latin typeface="Arial"/>
                <a:ea typeface="Arial"/>
                <a:cs typeface="Arial"/>
                <a:sym typeface="Arial"/>
              </a:defRPr>
            </a:lvl2pPr>
            <a:lvl3pPr marL="1828754" lvl="2" indent="-304792" algn="l">
              <a:lnSpc>
                <a:spcPct val="95000"/>
              </a:lnSpc>
              <a:spcBef>
                <a:spcPts val="500"/>
              </a:spcBef>
              <a:spcAft>
                <a:spcPts val="0"/>
              </a:spcAft>
              <a:buClr>
                <a:schemeClr val="lt1"/>
              </a:buClr>
              <a:buSzPts val="750"/>
              <a:buNone/>
              <a:defRPr sz="1000">
                <a:latin typeface="Arial"/>
                <a:ea typeface="Arial"/>
                <a:cs typeface="Arial"/>
                <a:sym typeface="Arial"/>
              </a:defRPr>
            </a:lvl3pPr>
            <a:lvl4pPr marL="2438339" lvl="3" indent="-304792" algn="l">
              <a:lnSpc>
                <a:spcPct val="95000"/>
              </a:lnSpc>
              <a:spcBef>
                <a:spcPts val="500"/>
              </a:spcBef>
              <a:spcAft>
                <a:spcPts val="0"/>
              </a:spcAft>
              <a:buClr>
                <a:schemeClr val="lt1"/>
              </a:buClr>
              <a:buSzPts val="750"/>
              <a:buNone/>
              <a:defRPr sz="1000">
                <a:latin typeface="Arial"/>
                <a:ea typeface="Arial"/>
                <a:cs typeface="Arial"/>
                <a:sym typeface="Arial"/>
              </a:defRPr>
            </a:lvl4pPr>
            <a:lvl5pPr marL="3047924" lvl="4" indent="-304792" algn="l">
              <a:lnSpc>
                <a:spcPct val="95000"/>
              </a:lnSpc>
              <a:spcBef>
                <a:spcPts val="500"/>
              </a:spcBef>
              <a:spcAft>
                <a:spcPts val="0"/>
              </a:spcAft>
              <a:buClr>
                <a:schemeClr val="lt1"/>
              </a:buClr>
              <a:buSzPts val="750"/>
              <a:buNone/>
              <a:defRPr sz="1000">
                <a:latin typeface="Arial"/>
                <a:ea typeface="Arial"/>
                <a:cs typeface="Arial"/>
                <a:sym typeface="Arial"/>
              </a:defRPr>
            </a:lvl5pPr>
            <a:lvl6pPr marL="3657509" lvl="5" indent="-457189" algn="l">
              <a:lnSpc>
                <a:spcPct val="95000"/>
              </a:lnSpc>
              <a:spcBef>
                <a:spcPts val="500"/>
              </a:spcBef>
              <a:spcAft>
                <a:spcPts val="0"/>
              </a:spcAft>
              <a:buClr>
                <a:schemeClr val="lt1"/>
              </a:buClr>
              <a:buSzPts val="1800"/>
              <a:buChar char="–"/>
              <a:defRPr/>
            </a:lvl6pPr>
            <a:lvl7pPr marL="4267093" lvl="6" indent="-457189" algn="l">
              <a:lnSpc>
                <a:spcPct val="95000"/>
              </a:lnSpc>
              <a:spcBef>
                <a:spcPts val="500"/>
              </a:spcBef>
              <a:spcAft>
                <a:spcPts val="0"/>
              </a:spcAft>
              <a:buClr>
                <a:schemeClr val="lt1"/>
              </a:buClr>
              <a:buSzPts val="1800"/>
              <a:buChar char="–"/>
              <a:defRPr/>
            </a:lvl7pPr>
            <a:lvl8pPr marL="4876678" lvl="7" indent="-457189" algn="l">
              <a:lnSpc>
                <a:spcPct val="95000"/>
              </a:lnSpc>
              <a:spcBef>
                <a:spcPts val="500"/>
              </a:spcBef>
              <a:spcAft>
                <a:spcPts val="0"/>
              </a:spcAft>
              <a:buClr>
                <a:schemeClr val="lt1"/>
              </a:buClr>
              <a:buSzPts val="1800"/>
              <a:buChar char="–"/>
              <a:defRPr/>
            </a:lvl8pPr>
            <a:lvl9pPr marL="5486263" lvl="8" indent="-457189" algn="l">
              <a:lnSpc>
                <a:spcPct val="95000"/>
              </a:lnSpc>
              <a:spcBef>
                <a:spcPts val="500"/>
              </a:spcBef>
              <a:spcAft>
                <a:spcPts val="0"/>
              </a:spcAft>
              <a:buClr>
                <a:schemeClr val="lt1"/>
              </a:buClr>
              <a:buSzPts val="1800"/>
              <a:buChar char="–"/>
              <a:defRPr/>
            </a:lvl9pPr>
          </a:lstStyle>
          <a:p>
            <a:endParaRPr/>
          </a:p>
        </p:txBody>
      </p:sp>
      <p:sp>
        <p:nvSpPr>
          <p:cNvPr id="71" name="Google Shape;71;p5"/>
          <p:cNvSpPr txBox="1">
            <a:spLocks noGrp="1"/>
          </p:cNvSpPr>
          <p:nvPr>
            <p:ph type="body" idx="5"/>
          </p:nvPr>
        </p:nvSpPr>
        <p:spPr>
          <a:xfrm>
            <a:off x="547688" y="5675907"/>
            <a:ext cx="1335568" cy="138499"/>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609585" lvl="0" indent="-304792" algn="l">
              <a:lnSpc>
                <a:spcPct val="100000"/>
              </a:lnSpc>
              <a:spcBef>
                <a:spcPts val="0"/>
              </a:spcBef>
              <a:spcAft>
                <a:spcPts val="0"/>
              </a:spcAft>
              <a:buClr>
                <a:schemeClr val="dk1"/>
              </a:buClr>
              <a:buSzPts val="675"/>
              <a:buNone/>
              <a:defRPr sz="900" b="0">
                <a:solidFill>
                  <a:schemeClr val="dk1"/>
                </a:solidFill>
                <a:latin typeface="Arial"/>
                <a:ea typeface="Arial"/>
                <a:cs typeface="Arial"/>
                <a:sym typeface="Arial"/>
              </a:defRPr>
            </a:lvl1pPr>
            <a:lvl2pPr marL="1219170" lvl="1" indent="-304792" algn="l">
              <a:lnSpc>
                <a:spcPct val="95000"/>
              </a:lnSpc>
              <a:spcBef>
                <a:spcPts val="500"/>
              </a:spcBef>
              <a:spcAft>
                <a:spcPts val="0"/>
              </a:spcAft>
              <a:buClr>
                <a:schemeClr val="lt1"/>
              </a:buClr>
              <a:buSzPts val="750"/>
              <a:buNone/>
              <a:defRPr sz="1000">
                <a:latin typeface="Arial"/>
                <a:ea typeface="Arial"/>
                <a:cs typeface="Arial"/>
                <a:sym typeface="Arial"/>
              </a:defRPr>
            </a:lvl2pPr>
            <a:lvl3pPr marL="1828754" lvl="2" indent="-304792" algn="l">
              <a:lnSpc>
                <a:spcPct val="95000"/>
              </a:lnSpc>
              <a:spcBef>
                <a:spcPts val="500"/>
              </a:spcBef>
              <a:spcAft>
                <a:spcPts val="0"/>
              </a:spcAft>
              <a:buClr>
                <a:schemeClr val="lt1"/>
              </a:buClr>
              <a:buSzPts val="750"/>
              <a:buNone/>
              <a:defRPr sz="1000">
                <a:latin typeface="Arial"/>
                <a:ea typeface="Arial"/>
                <a:cs typeface="Arial"/>
                <a:sym typeface="Arial"/>
              </a:defRPr>
            </a:lvl3pPr>
            <a:lvl4pPr marL="2438339" lvl="3" indent="-304792" algn="l">
              <a:lnSpc>
                <a:spcPct val="95000"/>
              </a:lnSpc>
              <a:spcBef>
                <a:spcPts val="500"/>
              </a:spcBef>
              <a:spcAft>
                <a:spcPts val="0"/>
              </a:spcAft>
              <a:buClr>
                <a:schemeClr val="lt1"/>
              </a:buClr>
              <a:buSzPts val="750"/>
              <a:buNone/>
              <a:defRPr sz="1000">
                <a:latin typeface="Arial"/>
                <a:ea typeface="Arial"/>
                <a:cs typeface="Arial"/>
                <a:sym typeface="Arial"/>
              </a:defRPr>
            </a:lvl4pPr>
            <a:lvl5pPr marL="3047924" lvl="4" indent="-304792" algn="l">
              <a:lnSpc>
                <a:spcPct val="95000"/>
              </a:lnSpc>
              <a:spcBef>
                <a:spcPts val="500"/>
              </a:spcBef>
              <a:spcAft>
                <a:spcPts val="0"/>
              </a:spcAft>
              <a:buClr>
                <a:schemeClr val="lt1"/>
              </a:buClr>
              <a:buSzPts val="750"/>
              <a:buNone/>
              <a:defRPr sz="1000">
                <a:latin typeface="Arial"/>
                <a:ea typeface="Arial"/>
                <a:cs typeface="Arial"/>
                <a:sym typeface="Arial"/>
              </a:defRPr>
            </a:lvl5pPr>
            <a:lvl6pPr marL="3657509" lvl="5" indent="-457189" algn="l">
              <a:lnSpc>
                <a:spcPct val="95000"/>
              </a:lnSpc>
              <a:spcBef>
                <a:spcPts val="500"/>
              </a:spcBef>
              <a:spcAft>
                <a:spcPts val="0"/>
              </a:spcAft>
              <a:buClr>
                <a:schemeClr val="lt1"/>
              </a:buClr>
              <a:buSzPts val="1800"/>
              <a:buChar char="–"/>
              <a:defRPr/>
            </a:lvl6pPr>
            <a:lvl7pPr marL="4267093" lvl="6" indent="-457189" algn="l">
              <a:lnSpc>
                <a:spcPct val="95000"/>
              </a:lnSpc>
              <a:spcBef>
                <a:spcPts val="500"/>
              </a:spcBef>
              <a:spcAft>
                <a:spcPts val="0"/>
              </a:spcAft>
              <a:buClr>
                <a:schemeClr val="lt1"/>
              </a:buClr>
              <a:buSzPts val="1800"/>
              <a:buChar char="–"/>
              <a:defRPr/>
            </a:lvl7pPr>
            <a:lvl8pPr marL="4876678" lvl="7" indent="-457189" algn="l">
              <a:lnSpc>
                <a:spcPct val="95000"/>
              </a:lnSpc>
              <a:spcBef>
                <a:spcPts val="500"/>
              </a:spcBef>
              <a:spcAft>
                <a:spcPts val="0"/>
              </a:spcAft>
              <a:buClr>
                <a:schemeClr val="lt1"/>
              </a:buClr>
              <a:buSzPts val="1800"/>
              <a:buChar char="–"/>
              <a:defRPr/>
            </a:lvl8pPr>
            <a:lvl9pPr marL="5486263" lvl="8" indent="-457189" algn="l">
              <a:lnSpc>
                <a:spcPct val="95000"/>
              </a:lnSpc>
              <a:spcBef>
                <a:spcPts val="500"/>
              </a:spcBef>
              <a:spcAft>
                <a:spcPts val="0"/>
              </a:spcAft>
              <a:buClr>
                <a:schemeClr val="lt1"/>
              </a:buClr>
              <a:buSzPts val="1800"/>
              <a:buChar char="–"/>
              <a:defRPr/>
            </a:lvl9pPr>
          </a:lstStyle>
          <a:p>
            <a:endParaRPr/>
          </a:p>
        </p:txBody>
      </p:sp>
      <p:sp>
        <p:nvSpPr>
          <p:cNvPr id="72" name="Google Shape;72;p5"/>
          <p:cNvSpPr txBox="1">
            <a:spLocks noGrp="1"/>
          </p:cNvSpPr>
          <p:nvPr>
            <p:ph type="body" idx="6"/>
          </p:nvPr>
        </p:nvSpPr>
        <p:spPr>
          <a:xfrm>
            <a:off x="1981201" y="5133531"/>
            <a:ext cx="3124935" cy="138499"/>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609585" lvl="0" indent="-304792" algn="l">
              <a:lnSpc>
                <a:spcPct val="100000"/>
              </a:lnSpc>
              <a:spcBef>
                <a:spcPts val="0"/>
              </a:spcBef>
              <a:spcAft>
                <a:spcPts val="0"/>
              </a:spcAft>
              <a:buClr>
                <a:schemeClr val="dk1"/>
              </a:buClr>
              <a:buSzPts val="675"/>
              <a:buNone/>
              <a:defRPr sz="900" b="0">
                <a:solidFill>
                  <a:schemeClr val="dk1"/>
                </a:solidFill>
                <a:latin typeface="Arial"/>
                <a:ea typeface="Arial"/>
                <a:cs typeface="Arial"/>
                <a:sym typeface="Arial"/>
              </a:defRPr>
            </a:lvl1pPr>
            <a:lvl2pPr marL="1219170" lvl="1" indent="-304792" algn="l">
              <a:lnSpc>
                <a:spcPct val="95000"/>
              </a:lnSpc>
              <a:spcBef>
                <a:spcPts val="500"/>
              </a:spcBef>
              <a:spcAft>
                <a:spcPts val="0"/>
              </a:spcAft>
              <a:buClr>
                <a:schemeClr val="lt1"/>
              </a:buClr>
              <a:buSzPts val="750"/>
              <a:buNone/>
              <a:defRPr sz="1000">
                <a:latin typeface="Arial"/>
                <a:ea typeface="Arial"/>
                <a:cs typeface="Arial"/>
                <a:sym typeface="Arial"/>
              </a:defRPr>
            </a:lvl2pPr>
            <a:lvl3pPr marL="1828754" lvl="2" indent="-304792" algn="l">
              <a:lnSpc>
                <a:spcPct val="95000"/>
              </a:lnSpc>
              <a:spcBef>
                <a:spcPts val="500"/>
              </a:spcBef>
              <a:spcAft>
                <a:spcPts val="0"/>
              </a:spcAft>
              <a:buClr>
                <a:schemeClr val="lt1"/>
              </a:buClr>
              <a:buSzPts val="750"/>
              <a:buNone/>
              <a:defRPr sz="1000">
                <a:latin typeface="Arial"/>
                <a:ea typeface="Arial"/>
                <a:cs typeface="Arial"/>
                <a:sym typeface="Arial"/>
              </a:defRPr>
            </a:lvl3pPr>
            <a:lvl4pPr marL="2438339" lvl="3" indent="-304792" algn="l">
              <a:lnSpc>
                <a:spcPct val="95000"/>
              </a:lnSpc>
              <a:spcBef>
                <a:spcPts val="500"/>
              </a:spcBef>
              <a:spcAft>
                <a:spcPts val="0"/>
              </a:spcAft>
              <a:buClr>
                <a:schemeClr val="lt1"/>
              </a:buClr>
              <a:buSzPts val="750"/>
              <a:buNone/>
              <a:defRPr sz="1000">
                <a:latin typeface="Arial"/>
                <a:ea typeface="Arial"/>
                <a:cs typeface="Arial"/>
                <a:sym typeface="Arial"/>
              </a:defRPr>
            </a:lvl4pPr>
            <a:lvl5pPr marL="3047924" lvl="4" indent="-304792" algn="l">
              <a:lnSpc>
                <a:spcPct val="95000"/>
              </a:lnSpc>
              <a:spcBef>
                <a:spcPts val="500"/>
              </a:spcBef>
              <a:spcAft>
                <a:spcPts val="0"/>
              </a:spcAft>
              <a:buClr>
                <a:schemeClr val="lt1"/>
              </a:buClr>
              <a:buSzPts val="750"/>
              <a:buNone/>
              <a:defRPr sz="1000">
                <a:latin typeface="Arial"/>
                <a:ea typeface="Arial"/>
                <a:cs typeface="Arial"/>
                <a:sym typeface="Arial"/>
              </a:defRPr>
            </a:lvl5pPr>
            <a:lvl6pPr marL="3657509" lvl="5" indent="-457189" algn="l">
              <a:lnSpc>
                <a:spcPct val="95000"/>
              </a:lnSpc>
              <a:spcBef>
                <a:spcPts val="500"/>
              </a:spcBef>
              <a:spcAft>
                <a:spcPts val="0"/>
              </a:spcAft>
              <a:buClr>
                <a:schemeClr val="lt1"/>
              </a:buClr>
              <a:buSzPts val="1800"/>
              <a:buChar char="–"/>
              <a:defRPr/>
            </a:lvl6pPr>
            <a:lvl7pPr marL="4267093" lvl="6" indent="-457189" algn="l">
              <a:lnSpc>
                <a:spcPct val="95000"/>
              </a:lnSpc>
              <a:spcBef>
                <a:spcPts val="500"/>
              </a:spcBef>
              <a:spcAft>
                <a:spcPts val="0"/>
              </a:spcAft>
              <a:buClr>
                <a:schemeClr val="lt1"/>
              </a:buClr>
              <a:buSzPts val="1800"/>
              <a:buChar char="–"/>
              <a:defRPr/>
            </a:lvl7pPr>
            <a:lvl8pPr marL="4876678" lvl="7" indent="-457189" algn="l">
              <a:lnSpc>
                <a:spcPct val="95000"/>
              </a:lnSpc>
              <a:spcBef>
                <a:spcPts val="500"/>
              </a:spcBef>
              <a:spcAft>
                <a:spcPts val="0"/>
              </a:spcAft>
              <a:buClr>
                <a:schemeClr val="lt1"/>
              </a:buClr>
              <a:buSzPts val="1800"/>
              <a:buChar char="–"/>
              <a:defRPr/>
            </a:lvl8pPr>
            <a:lvl9pPr marL="5486263" lvl="8" indent="-457189" algn="l">
              <a:lnSpc>
                <a:spcPct val="95000"/>
              </a:lnSpc>
              <a:spcBef>
                <a:spcPts val="500"/>
              </a:spcBef>
              <a:spcAft>
                <a:spcPts val="0"/>
              </a:spcAft>
              <a:buClr>
                <a:schemeClr val="lt1"/>
              </a:buClr>
              <a:buSzPts val="1800"/>
              <a:buChar char="–"/>
              <a:defRPr/>
            </a:lvl9pPr>
          </a:lstStyle>
          <a:p>
            <a:endParaRPr/>
          </a:p>
        </p:txBody>
      </p:sp>
      <p:sp>
        <p:nvSpPr>
          <p:cNvPr id="73" name="Google Shape;73;p5"/>
          <p:cNvSpPr txBox="1">
            <a:spLocks noGrp="1"/>
          </p:cNvSpPr>
          <p:nvPr>
            <p:ph type="body" idx="7"/>
          </p:nvPr>
        </p:nvSpPr>
        <p:spPr>
          <a:xfrm>
            <a:off x="1981201" y="4952739"/>
            <a:ext cx="3124935" cy="138499"/>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609585" lvl="0" indent="-304792" algn="l">
              <a:lnSpc>
                <a:spcPct val="100000"/>
              </a:lnSpc>
              <a:spcBef>
                <a:spcPts val="0"/>
              </a:spcBef>
              <a:spcAft>
                <a:spcPts val="0"/>
              </a:spcAft>
              <a:buClr>
                <a:schemeClr val="dk1"/>
              </a:buClr>
              <a:buSzPts val="675"/>
              <a:buNone/>
              <a:defRPr sz="900" b="0">
                <a:solidFill>
                  <a:schemeClr val="dk1"/>
                </a:solidFill>
                <a:latin typeface="Arial"/>
                <a:ea typeface="Arial"/>
                <a:cs typeface="Arial"/>
                <a:sym typeface="Arial"/>
              </a:defRPr>
            </a:lvl1pPr>
            <a:lvl2pPr marL="1219170" lvl="1" indent="-304792" algn="l">
              <a:lnSpc>
                <a:spcPct val="95000"/>
              </a:lnSpc>
              <a:spcBef>
                <a:spcPts val="500"/>
              </a:spcBef>
              <a:spcAft>
                <a:spcPts val="0"/>
              </a:spcAft>
              <a:buClr>
                <a:schemeClr val="lt1"/>
              </a:buClr>
              <a:buSzPts val="750"/>
              <a:buNone/>
              <a:defRPr sz="1000">
                <a:latin typeface="Arial"/>
                <a:ea typeface="Arial"/>
                <a:cs typeface="Arial"/>
                <a:sym typeface="Arial"/>
              </a:defRPr>
            </a:lvl2pPr>
            <a:lvl3pPr marL="1828754" lvl="2" indent="-304792" algn="l">
              <a:lnSpc>
                <a:spcPct val="95000"/>
              </a:lnSpc>
              <a:spcBef>
                <a:spcPts val="500"/>
              </a:spcBef>
              <a:spcAft>
                <a:spcPts val="0"/>
              </a:spcAft>
              <a:buClr>
                <a:schemeClr val="lt1"/>
              </a:buClr>
              <a:buSzPts val="750"/>
              <a:buNone/>
              <a:defRPr sz="1000">
                <a:latin typeface="Arial"/>
                <a:ea typeface="Arial"/>
                <a:cs typeface="Arial"/>
                <a:sym typeface="Arial"/>
              </a:defRPr>
            </a:lvl3pPr>
            <a:lvl4pPr marL="2438339" lvl="3" indent="-304792" algn="l">
              <a:lnSpc>
                <a:spcPct val="95000"/>
              </a:lnSpc>
              <a:spcBef>
                <a:spcPts val="500"/>
              </a:spcBef>
              <a:spcAft>
                <a:spcPts val="0"/>
              </a:spcAft>
              <a:buClr>
                <a:schemeClr val="lt1"/>
              </a:buClr>
              <a:buSzPts val="750"/>
              <a:buNone/>
              <a:defRPr sz="1000">
                <a:latin typeface="Arial"/>
                <a:ea typeface="Arial"/>
                <a:cs typeface="Arial"/>
                <a:sym typeface="Arial"/>
              </a:defRPr>
            </a:lvl4pPr>
            <a:lvl5pPr marL="3047924" lvl="4" indent="-304792" algn="l">
              <a:lnSpc>
                <a:spcPct val="95000"/>
              </a:lnSpc>
              <a:spcBef>
                <a:spcPts val="500"/>
              </a:spcBef>
              <a:spcAft>
                <a:spcPts val="0"/>
              </a:spcAft>
              <a:buClr>
                <a:schemeClr val="lt1"/>
              </a:buClr>
              <a:buSzPts val="750"/>
              <a:buNone/>
              <a:defRPr sz="1000">
                <a:latin typeface="Arial"/>
                <a:ea typeface="Arial"/>
                <a:cs typeface="Arial"/>
                <a:sym typeface="Arial"/>
              </a:defRPr>
            </a:lvl5pPr>
            <a:lvl6pPr marL="3657509" lvl="5" indent="-457189" algn="l">
              <a:lnSpc>
                <a:spcPct val="95000"/>
              </a:lnSpc>
              <a:spcBef>
                <a:spcPts val="500"/>
              </a:spcBef>
              <a:spcAft>
                <a:spcPts val="0"/>
              </a:spcAft>
              <a:buClr>
                <a:schemeClr val="lt1"/>
              </a:buClr>
              <a:buSzPts val="1800"/>
              <a:buChar char="–"/>
              <a:defRPr/>
            </a:lvl6pPr>
            <a:lvl7pPr marL="4267093" lvl="6" indent="-457189" algn="l">
              <a:lnSpc>
                <a:spcPct val="95000"/>
              </a:lnSpc>
              <a:spcBef>
                <a:spcPts val="500"/>
              </a:spcBef>
              <a:spcAft>
                <a:spcPts val="0"/>
              </a:spcAft>
              <a:buClr>
                <a:schemeClr val="lt1"/>
              </a:buClr>
              <a:buSzPts val="1800"/>
              <a:buChar char="–"/>
              <a:defRPr/>
            </a:lvl7pPr>
            <a:lvl8pPr marL="4876678" lvl="7" indent="-457189" algn="l">
              <a:lnSpc>
                <a:spcPct val="95000"/>
              </a:lnSpc>
              <a:spcBef>
                <a:spcPts val="500"/>
              </a:spcBef>
              <a:spcAft>
                <a:spcPts val="0"/>
              </a:spcAft>
              <a:buClr>
                <a:schemeClr val="lt1"/>
              </a:buClr>
              <a:buSzPts val="1800"/>
              <a:buChar char="–"/>
              <a:defRPr/>
            </a:lvl8pPr>
            <a:lvl9pPr marL="5486263" lvl="8" indent="-457189" algn="l">
              <a:lnSpc>
                <a:spcPct val="95000"/>
              </a:lnSpc>
              <a:spcBef>
                <a:spcPts val="500"/>
              </a:spcBef>
              <a:spcAft>
                <a:spcPts val="0"/>
              </a:spcAft>
              <a:buClr>
                <a:schemeClr val="lt1"/>
              </a:buClr>
              <a:buSzPts val="1800"/>
              <a:buChar char="–"/>
              <a:defRPr/>
            </a:lvl9pPr>
          </a:lstStyle>
          <a:p>
            <a:endParaRPr/>
          </a:p>
        </p:txBody>
      </p:sp>
      <p:sp>
        <p:nvSpPr>
          <p:cNvPr id="74" name="Google Shape;74;p5"/>
          <p:cNvSpPr txBox="1">
            <a:spLocks noGrp="1"/>
          </p:cNvSpPr>
          <p:nvPr>
            <p:ph type="body" idx="8"/>
          </p:nvPr>
        </p:nvSpPr>
        <p:spPr>
          <a:xfrm>
            <a:off x="1981201" y="5314323"/>
            <a:ext cx="3124935" cy="138499"/>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609585" lvl="0" indent="-304792" algn="l">
              <a:lnSpc>
                <a:spcPct val="100000"/>
              </a:lnSpc>
              <a:spcBef>
                <a:spcPts val="0"/>
              </a:spcBef>
              <a:spcAft>
                <a:spcPts val="0"/>
              </a:spcAft>
              <a:buClr>
                <a:schemeClr val="dk1"/>
              </a:buClr>
              <a:buSzPts val="675"/>
              <a:buNone/>
              <a:defRPr sz="900" b="0">
                <a:solidFill>
                  <a:schemeClr val="dk1"/>
                </a:solidFill>
                <a:latin typeface="Arial"/>
                <a:ea typeface="Arial"/>
                <a:cs typeface="Arial"/>
                <a:sym typeface="Arial"/>
              </a:defRPr>
            </a:lvl1pPr>
            <a:lvl2pPr marL="1219170" lvl="1" indent="-304792" algn="l">
              <a:lnSpc>
                <a:spcPct val="95000"/>
              </a:lnSpc>
              <a:spcBef>
                <a:spcPts val="500"/>
              </a:spcBef>
              <a:spcAft>
                <a:spcPts val="0"/>
              </a:spcAft>
              <a:buClr>
                <a:schemeClr val="lt1"/>
              </a:buClr>
              <a:buSzPts val="750"/>
              <a:buNone/>
              <a:defRPr sz="1000">
                <a:latin typeface="Arial"/>
                <a:ea typeface="Arial"/>
                <a:cs typeface="Arial"/>
                <a:sym typeface="Arial"/>
              </a:defRPr>
            </a:lvl2pPr>
            <a:lvl3pPr marL="1828754" lvl="2" indent="-304792" algn="l">
              <a:lnSpc>
                <a:spcPct val="95000"/>
              </a:lnSpc>
              <a:spcBef>
                <a:spcPts val="500"/>
              </a:spcBef>
              <a:spcAft>
                <a:spcPts val="0"/>
              </a:spcAft>
              <a:buClr>
                <a:schemeClr val="lt1"/>
              </a:buClr>
              <a:buSzPts val="750"/>
              <a:buNone/>
              <a:defRPr sz="1000">
                <a:latin typeface="Arial"/>
                <a:ea typeface="Arial"/>
                <a:cs typeface="Arial"/>
                <a:sym typeface="Arial"/>
              </a:defRPr>
            </a:lvl3pPr>
            <a:lvl4pPr marL="2438339" lvl="3" indent="-304792" algn="l">
              <a:lnSpc>
                <a:spcPct val="95000"/>
              </a:lnSpc>
              <a:spcBef>
                <a:spcPts val="500"/>
              </a:spcBef>
              <a:spcAft>
                <a:spcPts val="0"/>
              </a:spcAft>
              <a:buClr>
                <a:schemeClr val="lt1"/>
              </a:buClr>
              <a:buSzPts val="750"/>
              <a:buNone/>
              <a:defRPr sz="1000">
                <a:latin typeface="Arial"/>
                <a:ea typeface="Arial"/>
                <a:cs typeface="Arial"/>
                <a:sym typeface="Arial"/>
              </a:defRPr>
            </a:lvl4pPr>
            <a:lvl5pPr marL="3047924" lvl="4" indent="-304792" algn="l">
              <a:lnSpc>
                <a:spcPct val="95000"/>
              </a:lnSpc>
              <a:spcBef>
                <a:spcPts val="500"/>
              </a:spcBef>
              <a:spcAft>
                <a:spcPts val="0"/>
              </a:spcAft>
              <a:buClr>
                <a:schemeClr val="lt1"/>
              </a:buClr>
              <a:buSzPts val="750"/>
              <a:buNone/>
              <a:defRPr sz="1000">
                <a:latin typeface="Arial"/>
                <a:ea typeface="Arial"/>
                <a:cs typeface="Arial"/>
                <a:sym typeface="Arial"/>
              </a:defRPr>
            </a:lvl5pPr>
            <a:lvl6pPr marL="3657509" lvl="5" indent="-457189" algn="l">
              <a:lnSpc>
                <a:spcPct val="95000"/>
              </a:lnSpc>
              <a:spcBef>
                <a:spcPts val="500"/>
              </a:spcBef>
              <a:spcAft>
                <a:spcPts val="0"/>
              </a:spcAft>
              <a:buClr>
                <a:schemeClr val="lt1"/>
              </a:buClr>
              <a:buSzPts val="1800"/>
              <a:buChar char="–"/>
              <a:defRPr/>
            </a:lvl6pPr>
            <a:lvl7pPr marL="4267093" lvl="6" indent="-457189" algn="l">
              <a:lnSpc>
                <a:spcPct val="95000"/>
              </a:lnSpc>
              <a:spcBef>
                <a:spcPts val="500"/>
              </a:spcBef>
              <a:spcAft>
                <a:spcPts val="0"/>
              </a:spcAft>
              <a:buClr>
                <a:schemeClr val="lt1"/>
              </a:buClr>
              <a:buSzPts val="1800"/>
              <a:buChar char="–"/>
              <a:defRPr/>
            </a:lvl7pPr>
            <a:lvl8pPr marL="4876678" lvl="7" indent="-457189" algn="l">
              <a:lnSpc>
                <a:spcPct val="95000"/>
              </a:lnSpc>
              <a:spcBef>
                <a:spcPts val="500"/>
              </a:spcBef>
              <a:spcAft>
                <a:spcPts val="0"/>
              </a:spcAft>
              <a:buClr>
                <a:schemeClr val="lt1"/>
              </a:buClr>
              <a:buSzPts val="1800"/>
              <a:buChar char="–"/>
              <a:defRPr/>
            </a:lvl8pPr>
            <a:lvl9pPr marL="5486263" lvl="8" indent="-457189" algn="l">
              <a:lnSpc>
                <a:spcPct val="95000"/>
              </a:lnSpc>
              <a:spcBef>
                <a:spcPts val="500"/>
              </a:spcBef>
              <a:spcAft>
                <a:spcPts val="0"/>
              </a:spcAft>
              <a:buClr>
                <a:schemeClr val="lt1"/>
              </a:buClr>
              <a:buSzPts val="1800"/>
              <a:buChar char="–"/>
              <a:defRPr/>
            </a:lvl9pPr>
          </a:lstStyle>
          <a:p>
            <a:endParaRPr/>
          </a:p>
        </p:txBody>
      </p:sp>
      <p:sp>
        <p:nvSpPr>
          <p:cNvPr id="75" name="Google Shape;75;p5"/>
          <p:cNvSpPr txBox="1">
            <a:spLocks noGrp="1"/>
          </p:cNvSpPr>
          <p:nvPr>
            <p:ph type="body" idx="9"/>
          </p:nvPr>
        </p:nvSpPr>
        <p:spPr>
          <a:xfrm>
            <a:off x="1981201" y="5495115"/>
            <a:ext cx="3124935" cy="138499"/>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609585" lvl="0" indent="-304792" algn="l">
              <a:lnSpc>
                <a:spcPct val="100000"/>
              </a:lnSpc>
              <a:spcBef>
                <a:spcPts val="0"/>
              </a:spcBef>
              <a:spcAft>
                <a:spcPts val="0"/>
              </a:spcAft>
              <a:buClr>
                <a:schemeClr val="dk1"/>
              </a:buClr>
              <a:buSzPts val="675"/>
              <a:buNone/>
              <a:defRPr sz="900" b="0">
                <a:solidFill>
                  <a:schemeClr val="dk1"/>
                </a:solidFill>
                <a:latin typeface="Arial"/>
                <a:ea typeface="Arial"/>
                <a:cs typeface="Arial"/>
                <a:sym typeface="Arial"/>
              </a:defRPr>
            </a:lvl1pPr>
            <a:lvl2pPr marL="1219170" lvl="1" indent="-304792" algn="l">
              <a:lnSpc>
                <a:spcPct val="95000"/>
              </a:lnSpc>
              <a:spcBef>
                <a:spcPts val="500"/>
              </a:spcBef>
              <a:spcAft>
                <a:spcPts val="0"/>
              </a:spcAft>
              <a:buClr>
                <a:schemeClr val="lt1"/>
              </a:buClr>
              <a:buSzPts val="750"/>
              <a:buNone/>
              <a:defRPr sz="1000">
                <a:latin typeface="Arial"/>
                <a:ea typeface="Arial"/>
                <a:cs typeface="Arial"/>
                <a:sym typeface="Arial"/>
              </a:defRPr>
            </a:lvl2pPr>
            <a:lvl3pPr marL="1828754" lvl="2" indent="-304792" algn="l">
              <a:lnSpc>
                <a:spcPct val="95000"/>
              </a:lnSpc>
              <a:spcBef>
                <a:spcPts val="500"/>
              </a:spcBef>
              <a:spcAft>
                <a:spcPts val="0"/>
              </a:spcAft>
              <a:buClr>
                <a:schemeClr val="lt1"/>
              </a:buClr>
              <a:buSzPts val="750"/>
              <a:buNone/>
              <a:defRPr sz="1000">
                <a:latin typeface="Arial"/>
                <a:ea typeface="Arial"/>
                <a:cs typeface="Arial"/>
                <a:sym typeface="Arial"/>
              </a:defRPr>
            </a:lvl3pPr>
            <a:lvl4pPr marL="2438339" lvl="3" indent="-304792" algn="l">
              <a:lnSpc>
                <a:spcPct val="95000"/>
              </a:lnSpc>
              <a:spcBef>
                <a:spcPts val="500"/>
              </a:spcBef>
              <a:spcAft>
                <a:spcPts val="0"/>
              </a:spcAft>
              <a:buClr>
                <a:schemeClr val="lt1"/>
              </a:buClr>
              <a:buSzPts val="750"/>
              <a:buNone/>
              <a:defRPr sz="1000">
                <a:latin typeface="Arial"/>
                <a:ea typeface="Arial"/>
                <a:cs typeface="Arial"/>
                <a:sym typeface="Arial"/>
              </a:defRPr>
            </a:lvl4pPr>
            <a:lvl5pPr marL="3047924" lvl="4" indent="-304792" algn="l">
              <a:lnSpc>
                <a:spcPct val="95000"/>
              </a:lnSpc>
              <a:spcBef>
                <a:spcPts val="500"/>
              </a:spcBef>
              <a:spcAft>
                <a:spcPts val="0"/>
              </a:spcAft>
              <a:buClr>
                <a:schemeClr val="lt1"/>
              </a:buClr>
              <a:buSzPts val="750"/>
              <a:buNone/>
              <a:defRPr sz="1000">
                <a:latin typeface="Arial"/>
                <a:ea typeface="Arial"/>
                <a:cs typeface="Arial"/>
                <a:sym typeface="Arial"/>
              </a:defRPr>
            </a:lvl5pPr>
            <a:lvl6pPr marL="3657509" lvl="5" indent="-457189" algn="l">
              <a:lnSpc>
                <a:spcPct val="95000"/>
              </a:lnSpc>
              <a:spcBef>
                <a:spcPts val="500"/>
              </a:spcBef>
              <a:spcAft>
                <a:spcPts val="0"/>
              </a:spcAft>
              <a:buClr>
                <a:schemeClr val="lt1"/>
              </a:buClr>
              <a:buSzPts val="1800"/>
              <a:buChar char="–"/>
              <a:defRPr/>
            </a:lvl6pPr>
            <a:lvl7pPr marL="4267093" lvl="6" indent="-457189" algn="l">
              <a:lnSpc>
                <a:spcPct val="95000"/>
              </a:lnSpc>
              <a:spcBef>
                <a:spcPts val="500"/>
              </a:spcBef>
              <a:spcAft>
                <a:spcPts val="0"/>
              </a:spcAft>
              <a:buClr>
                <a:schemeClr val="lt1"/>
              </a:buClr>
              <a:buSzPts val="1800"/>
              <a:buChar char="–"/>
              <a:defRPr/>
            </a:lvl7pPr>
            <a:lvl8pPr marL="4876678" lvl="7" indent="-457189" algn="l">
              <a:lnSpc>
                <a:spcPct val="95000"/>
              </a:lnSpc>
              <a:spcBef>
                <a:spcPts val="500"/>
              </a:spcBef>
              <a:spcAft>
                <a:spcPts val="0"/>
              </a:spcAft>
              <a:buClr>
                <a:schemeClr val="lt1"/>
              </a:buClr>
              <a:buSzPts val="1800"/>
              <a:buChar char="–"/>
              <a:defRPr/>
            </a:lvl8pPr>
            <a:lvl9pPr marL="5486263" lvl="8" indent="-457189" algn="l">
              <a:lnSpc>
                <a:spcPct val="95000"/>
              </a:lnSpc>
              <a:spcBef>
                <a:spcPts val="500"/>
              </a:spcBef>
              <a:spcAft>
                <a:spcPts val="0"/>
              </a:spcAft>
              <a:buClr>
                <a:schemeClr val="lt1"/>
              </a:buClr>
              <a:buSzPts val="1800"/>
              <a:buChar char="–"/>
              <a:defRPr/>
            </a:lvl9pPr>
          </a:lstStyle>
          <a:p>
            <a:endParaRPr/>
          </a:p>
        </p:txBody>
      </p:sp>
      <p:sp>
        <p:nvSpPr>
          <p:cNvPr id="76" name="Google Shape;76;p5"/>
          <p:cNvSpPr txBox="1">
            <a:spLocks noGrp="1"/>
          </p:cNvSpPr>
          <p:nvPr>
            <p:ph type="body" idx="13"/>
          </p:nvPr>
        </p:nvSpPr>
        <p:spPr>
          <a:xfrm>
            <a:off x="1981201" y="5675907"/>
            <a:ext cx="3124935" cy="138499"/>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609585" lvl="0" indent="-304792" algn="l">
              <a:lnSpc>
                <a:spcPct val="100000"/>
              </a:lnSpc>
              <a:spcBef>
                <a:spcPts val="0"/>
              </a:spcBef>
              <a:spcAft>
                <a:spcPts val="0"/>
              </a:spcAft>
              <a:buClr>
                <a:schemeClr val="dk1"/>
              </a:buClr>
              <a:buSzPts val="675"/>
              <a:buNone/>
              <a:defRPr sz="900" b="0">
                <a:solidFill>
                  <a:schemeClr val="dk1"/>
                </a:solidFill>
                <a:latin typeface="Arial"/>
                <a:ea typeface="Arial"/>
                <a:cs typeface="Arial"/>
                <a:sym typeface="Arial"/>
              </a:defRPr>
            </a:lvl1pPr>
            <a:lvl2pPr marL="1219170" lvl="1" indent="-304792" algn="l">
              <a:lnSpc>
                <a:spcPct val="95000"/>
              </a:lnSpc>
              <a:spcBef>
                <a:spcPts val="500"/>
              </a:spcBef>
              <a:spcAft>
                <a:spcPts val="0"/>
              </a:spcAft>
              <a:buClr>
                <a:schemeClr val="lt1"/>
              </a:buClr>
              <a:buSzPts val="750"/>
              <a:buNone/>
              <a:defRPr sz="1000">
                <a:latin typeface="Arial"/>
                <a:ea typeface="Arial"/>
                <a:cs typeface="Arial"/>
                <a:sym typeface="Arial"/>
              </a:defRPr>
            </a:lvl2pPr>
            <a:lvl3pPr marL="1828754" lvl="2" indent="-304792" algn="l">
              <a:lnSpc>
                <a:spcPct val="95000"/>
              </a:lnSpc>
              <a:spcBef>
                <a:spcPts val="500"/>
              </a:spcBef>
              <a:spcAft>
                <a:spcPts val="0"/>
              </a:spcAft>
              <a:buClr>
                <a:schemeClr val="lt1"/>
              </a:buClr>
              <a:buSzPts val="750"/>
              <a:buNone/>
              <a:defRPr sz="1000">
                <a:latin typeface="Arial"/>
                <a:ea typeface="Arial"/>
                <a:cs typeface="Arial"/>
                <a:sym typeface="Arial"/>
              </a:defRPr>
            </a:lvl3pPr>
            <a:lvl4pPr marL="2438339" lvl="3" indent="-304792" algn="l">
              <a:lnSpc>
                <a:spcPct val="95000"/>
              </a:lnSpc>
              <a:spcBef>
                <a:spcPts val="500"/>
              </a:spcBef>
              <a:spcAft>
                <a:spcPts val="0"/>
              </a:spcAft>
              <a:buClr>
                <a:schemeClr val="lt1"/>
              </a:buClr>
              <a:buSzPts val="750"/>
              <a:buNone/>
              <a:defRPr sz="1000">
                <a:latin typeface="Arial"/>
                <a:ea typeface="Arial"/>
                <a:cs typeface="Arial"/>
                <a:sym typeface="Arial"/>
              </a:defRPr>
            </a:lvl4pPr>
            <a:lvl5pPr marL="3047924" lvl="4" indent="-304792" algn="l">
              <a:lnSpc>
                <a:spcPct val="95000"/>
              </a:lnSpc>
              <a:spcBef>
                <a:spcPts val="500"/>
              </a:spcBef>
              <a:spcAft>
                <a:spcPts val="0"/>
              </a:spcAft>
              <a:buClr>
                <a:schemeClr val="lt1"/>
              </a:buClr>
              <a:buSzPts val="750"/>
              <a:buNone/>
              <a:defRPr sz="1000">
                <a:latin typeface="Arial"/>
                <a:ea typeface="Arial"/>
                <a:cs typeface="Arial"/>
                <a:sym typeface="Arial"/>
              </a:defRPr>
            </a:lvl5pPr>
            <a:lvl6pPr marL="3657509" lvl="5" indent="-457189" algn="l">
              <a:lnSpc>
                <a:spcPct val="95000"/>
              </a:lnSpc>
              <a:spcBef>
                <a:spcPts val="500"/>
              </a:spcBef>
              <a:spcAft>
                <a:spcPts val="0"/>
              </a:spcAft>
              <a:buClr>
                <a:schemeClr val="lt1"/>
              </a:buClr>
              <a:buSzPts val="1800"/>
              <a:buChar char="–"/>
              <a:defRPr/>
            </a:lvl6pPr>
            <a:lvl7pPr marL="4267093" lvl="6" indent="-457189" algn="l">
              <a:lnSpc>
                <a:spcPct val="95000"/>
              </a:lnSpc>
              <a:spcBef>
                <a:spcPts val="500"/>
              </a:spcBef>
              <a:spcAft>
                <a:spcPts val="0"/>
              </a:spcAft>
              <a:buClr>
                <a:schemeClr val="lt1"/>
              </a:buClr>
              <a:buSzPts val="1800"/>
              <a:buChar char="–"/>
              <a:defRPr/>
            </a:lvl7pPr>
            <a:lvl8pPr marL="4876678" lvl="7" indent="-457189" algn="l">
              <a:lnSpc>
                <a:spcPct val="95000"/>
              </a:lnSpc>
              <a:spcBef>
                <a:spcPts val="500"/>
              </a:spcBef>
              <a:spcAft>
                <a:spcPts val="0"/>
              </a:spcAft>
              <a:buClr>
                <a:schemeClr val="lt1"/>
              </a:buClr>
              <a:buSzPts val="1800"/>
              <a:buChar char="–"/>
              <a:defRPr/>
            </a:lvl8pPr>
            <a:lvl9pPr marL="5486263" lvl="8" indent="-457189" algn="l">
              <a:lnSpc>
                <a:spcPct val="95000"/>
              </a:lnSpc>
              <a:spcBef>
                <a:spcPts val="500"/>
              </a:spcBef>
              <a:spcAft>
                <a:spcPts val="0"/>
              </a:spcAft>
              <a:buClr>
                <a:schemeClr val="lt1"/>
              </a:buClr>
              <a:buSzPts val="1800"/>
              <a:buChar char="–"/>
              <a:defRPr/>
            </a:lvl9pPr>
          </a:lstStyle>
          <a:p>
            <a:endParaRPr/>
          </a:p>
        </p:txBody>
      </p:sp>
      <p:grpSp>
        <p:nvGrpSpPr>
          <p:cNvPr id="77" name="Google Shape;77;p5"/>
          <p:cNvGrpSpPr/>
          <p:nvPr/>
        </p:nvGrpSpPr>
        <p:grpSpPr>
          <a:xfrm>
            <a:off x="548219" y="1974220"/>
            <a:ext cx="7173381" cy="2377440"/>
            <a:chOff x="411163" y="2240280"/>
            <a:chExt cx="6446837" cy="2377440"/>
          </a:xfrm>
        </p:grpSpPr>
        <p:sp>
          <p:nvSpPr>
            <p:cNvPr id="78" name="Google Shape;78;p5"/>
            <p:cNvSpPr/>
            <p:nvPr/>
          </p:nvSpPr>
          <p:spPr>
            <a:xfrm>
              <a:off x="411163" y="2240280"/>
              <a:ext cx="6446837" cy="2377440"/>
            </a:xfrm>
            <a:prstGeom prst="rect">
              <a:avLst/>
            </a:prstGeom>
            <a:noFill/>
            <a:ln w="19050" cap="flat" cmpd="sng">
              <a:solidFill>
                <a:srgbClr val="FFCC0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chemeClr val="lt1"/>
                </a:solidFill>
                <a:latin typeface="Arial"/>
                <a:ea typeface="Arial"/>
                <a:cs typeface="Arial"/>
                <a:sym typeface="Arial"/>
              </a:endParaRPr>
            </a:p>
          </p:txBody>
        </p:sp>
        <p:cxnSp>
          <p:nvCxnSpPr>
            <p:cNvPr id="79" name="Google Shape;79;p5"/>
            <p:cNvCxnSpPr/>
            <p:nvPr/>
          </p:nvCxnSpPr>
          <p:spPr>
            <a:xfrm>
              <a:off x="411163" y="3931920"/>
              <a:ext cx="6446837" cy="0"/>
            </a:xfrm>
            <a:prstGeom prst="straightConnector1">
              <a:avLst/>
            </a:prstGeom>
            <a:noFill/>
            <a:ln w="19050" cap="flat" cmpd="sng">
              <a:solidFill>
                <a:srgbClr val="FFCC01"/>
              </a:solidFill>
              <a:prstDash val="solid"/>
              <a:miter lim="800000"/>
              <a:headEnd type="none" w="sm" len="sm"/>
              <a:tailEnd type="none" w="sm" len="sm"/>
            </a:ln>
          </p:spPr>
        </p:cxnSp>
        <p:cxnSp>
          <p:nvCxnSpPr>
            <p:cNvPr id="80" name="Google Shape;80;p5"/>
            <p:cNvCxnSpPr/>
            <p:nvPr/>
          </p:nvCxnSpPr>
          <p:spPr>
            <a:xfrm>
              <a:off x="4274795" y="3931920"/>
              <a:ext cx="0" cy="685800"/>
            </a:xfrm>
            <a:prstGeom prst="straightConnector1">
              <a:avLst/>
            </a:prstGeom>
            <a:noFill/>
            <a:ln w="19050" cap="flat" cmpd="sng">
              <a:solidFill>
                <a:srgbClr val="FFCC01"/>
              </a:solidFill>
              <a:prstDash val="solid"/>
              <a:miter lim="800000"/>
              <a:headEnd type="none" w="sm" len="sm"/>
              <a:tailEnd type="none" w="sm" len="sm"/>
            </a:ln>
          </p:spPr>
        </p:cxnSp>
      </p:grpSp>
      <p:sp>
        <p:nvSpPr>
          <p:cNvPr id="81" name="Google Shape;81;p5"/>
          <p:cNvSpPr txBox="1">
            <a:spLocks noGrp="1"/>
          </p:cNvSpPr>
          <p:nvPr>
            <p:ph type="ctrTitle"/>
          </p:nvPr>
        </p:nvSpPr>
        <p:spPr>
          <a:xfrm>
            <a:off x="914402" y="2202820"/>
            <a:ext cx="6429375" cy="132588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27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5"/>
          <p:cNvSpPr txBox="1">
            <a:spLocks noGrp="1"/>
          </p:cNvSpPr>
          <p:nvPr>
            <p:ph type="subTitle" idx="14"/>
          </p:nvPr>
        </p:nvSpPr>
        <p:spPr>
          <a:xfrm>
            <a:off x="914402" y="3784732"/>
            <a:ext cx="3565524" cy="4572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lt2"/>
              </a:buClr>
              <a:buSzPts val="900"/>
              <a:buNone/>
              <a:defRPr sz="1200" b="1">
                <a:solidFill>
                  <a:schemeClr val="lt2"/>
                </a:solidFill>
              </a:defRPr>
            </a:lvl1pPr>
            <a:lvl2pPr lvl="1" algn="l">
              <a:lnSpc>
                <a:spcPct val="95000"/>
              </a:lnSpc>
              <a:spcBef>
                <a:spcPts val="0"/>
              </a:spcBef>
              <a:spcAft>
                <a:spcPts val="0"/>
              </a:spcAft>
              <a:buClr>
                <a:schemeClr val="lt2"/>
              </a:buClr>
              <a:buSzPts val="900"/>
              <a:buNone/>
              <a:defRPr sz="1200" b="1">
                <a:solidFill>
                  <a:schemeClr val="lt2"/>
                </a:solidFill>
              </a:defRPr>
            </a:lvl2pPr>
            <a:lvl3pPr lvl="2" algn="l">
              <a:lnSpc>
                <a:spcPct val="95000"/>
              </a:lnSpc>
              <a:spcBef>
                <a:spcPts val="0"/>
              </a:spcBef>
              <a:spcAft>
                <a:spcPts val="0"/>
              </a:spcAft>
              <a:buClr>
                <a:schemeClr val="lt2"/>
              </a:buClr>
              <a:buSzPts val="900"/>
              <a:buNone/>
              <a:defRPr sz="1200" b="1">
                <a:solidFill>
                  <a:schemeClr val="lt2"/>
                </a:solidFill>
              </a:defRPr>
            </a:lvl3pPr>
            <a:lvl4pPr lvl="3" algn="l">
              <a:lnSpc>
                <a:spcPct val="95000"/>
              </a:lnSpc>
              <a:spcBef>
                <a:spcPts val="0"/>
              </a:spcBef>
              <a:spcAft>
                <a:spcPts val="0"/>
              </a:spcAft>
              <a:buClr>
                <a:schemeClr val="lt2"/>
              </a:buClr>
              <a:buSzPts val="900"/>
              <a:buNone/>
              <a:defRPr sz="1200" b="1">
                <a:solidFill>
                  <a:schemeClr val="lt2"/>
                </a:solidFill>
              </a:defRPr>
            </a:lvl4pPr>
            <a:lvl5pPr lvl="4" algn="l">
              <a:lnSpc>
                <a:spcPct val="95000"/>
              </a:lnSpc>
              <a:spcBef>
                <a:spcPts val="0"/>
              </a:spcBef>
              <a:spcAft>
                <a:spcPts val="0"/>
              </a:spcAft>
              <a:buClr>
                <a:schemeClr val="lt2"/>
              </a:buClr>
              <a:buSzPts val="900"/>
              <a:buNone/>
              <a:defRPr sz="1200" b="1">
                <a:solidFill>
                  <a:schemeClr val="lt2"/>
                </a:solidFill>
              </a:defRPr>
            </a:lvl5pPr>
            <a:lvl6pPr lvl="5" algn="l">
              <a:lnSpc>
                <a:spcPct val="95000"/>
              </a:lnSpc>
              <a:spcBef>
                <a:spcPts val="0"/>
              </a:spcBef>
              <a:spcAft>
                <a:spcPts val="0"/>
              </a:spcAft>
              <a:buClr>
                <a:schemeClr val="lt2"/>
              </a:buClr>
              <a:buSzPts val="900"/>
              <a:buNone/>
              <a:defRPr sz="1200" b="1">
                <a:solidFill>
                  <a:schemeClr val="lt2"/>
                </a:solidFill>
              </a:defRPr>
            </a:lvl6pPr>
            <a:lvl7pPr lvl="6" algn="l">
              <a:lnSpc>
                <a:spcPct val="95000"/>
              </a:lnSpc>
              <a:spcBef>
                <a:spcPts val="0"/>
              </a:spcBef>
              <a:spcAft>
                <a:spcPts val="0"/>
              </a:spcAft>
              <a:buClr>
                <a:schemeClr val="lt2"/>
              </a:buClr>
              <a:buSzPts val="900"/>
              <a:buNone/>
              <a:defRPr sz="1200" b="1">
                <a:solidFill>
                  <a:schemeClr val="lt2"/>
                </a:solidFill>
              </a:defRPr>
            </a:lvl7pPr>
            <a:lvl8pPr lvl="7" algn="l">
              <a:lnSpc>
                <a:spcPct val="95000"/>
              </a:lnSpc>
              <a:spcBef>
                <a:spcPts val="0"/>
              </a:spcBef>
              <a:spcAft>
                <a:spcPts val="0"/>
              </a:spcAft>
              <a:buClr>
                <a:schemeClr val="lt2"/>
              </a:buClr>
              <a:buSzPts val="900"/>
              <a:buNone/>
              <a:defRPr sz="1200" b="1">
                <a:solidFill>
                  <a:schemeClr val="lt2"/>
                </a:solidFill>
              </a:defRPr>
            </a:lvl8pPr>
            <a:lvl9pPr lvl="8" algn="l">
              <a:lnSpc>
                <a:spcPct val="95000"/>
              </a:lnSpc>
              <a:spcBef>
                <a:spcPts val="0"/>
              </a:spcBef>
              <a:spcAft>
                <a:spcPts val="0"/>
              </a:spcAft>
              <a:buClr>
                <a:schemeClr val="lt2"/>
              </a:buClr>
              <a:buSzPts val="900"/>
              <a:buNone/>
              <a:defRPr sz="1200" b="1">
                <a:solidFill>
                  <a:schemeClr val="lt2"/>
                </a:solidFill>
              </a:defRPr>
            </a:lvl9pPr>
          </a:lstStyle>
          <a:p>
            <a:endParaRPr/>
          </a:p>
        </p:txBody>
      </p:sp>
      <p:sp>
        <p:nvSpPr>
          <p:cNvPr id="83" name="Google Shape;83;p5"/>
          <p:cNvSpPr txBox="1">
            <a:spLocks noGrp="1"/>
          </p:cNvSpPr>
          <p:nvPr>
            <p:ph type="body" idx="15"/>
          </p:nvPr>
        </p:nvSpPr>
        <p:spPr>
          <a:xfrm>
            <a:off x="5212080" y="3784732"/>
            <a:ext cx="2131695" cy="457200"/>
          </a:xfrm>
          <a:prstGeom prst="rect">
            <a:avLst/>
          </a:prstGeom>
          <a:noFill/>
          <a:ln>
            <a:noFill/>
          </a:ln>
        </p:spPr>
        <p:txBody>
          <a:bodyPr spcFirstLastPara="1" wrap="square" lIns="0" tIns="0" rIns="0" bIns="0" anchor="ctr" anchorCtr="0">
            <a:noAutofit/>
          </a:bodyPr>
          <a:lstStyle>
            <a:lvl1pPr marL="609585" lvl="0" indent="-304792" algn="ctr">
              <a:lnSpc>
                <a:spcPct val="80000"/>
              </a:lnSpc>
              <a:spcBef>
                <a:spcPts val="0"/>
              </a:spcBef>
              <a:spcAft>
                <a:spcPts val="0"/>
              </a:spcAft>
              <a:buClr>
                <a:schemeClr val="lt2"/>
              </a:buClr>
              <a:buSzPts val="1050"/>
              <a:buFont typeface="Arial"/>
              <a:buNone/>
              <a:defRPr sz="1400" b="1" cap="none">
                <a:solidFill>
                  <a:schemeClr val="lt2"/>
                </a:solidFill>
              </a:defRPr>
            </a:lvl1pPr>
            <a:lvl2pPr marL="1219170" lvl="1" indent="-304792" algn="ctr">
              <a:lnSpc>
                <a:spcPct val="80000"/>
              </a:lnSpc>
              <a:spcBef>
                <a:spcPts val="0"/>
              </a:spcBef>
              <a:spcAft>
                <a:spcPts val="0"/>
              </a:spcAft>
              <a:buClr>
                <a:schemeClr val="lt2"/>
              </a:buClr>
              <a:buSzPts val="1050"/>
              <a:buFont typeface="Arial"/>
              <a:buNone/>
              <a:defRPr sz="1400" b="1" cap="none">
                <a:solidFill>
                  <a:schemeClr val="lt2"/>
                </a:solidFill>
              </a:defRPr>
            </a:lvl2pPr>
            <a:lvl3pPr marL="1828754" lvl="2" indent="-304792" algn="ctr">
              <a:lnSpc>
                <a:spcPct val="80000"/>
              </a:lnSpc>
              <a:spcBef>
                <a:spcPts val="0"/>
              </a:spcBef>
              <a:spcAft>
                <a:spcPts val="0"/>
              </a:spcAft>
              <a:buClr>
                <a:schemeClr val="lt2"/>
              </a:buClr>
              <a:buSzPts val="1050"/>
              <a:buFont typeface="Arial"/>
              <a:buNone/>
              <a:defRPr sz="1400" b="1" cap="none">
                <a:solidFill>
                  <a:schemeClr val="lt2"/>
                </a:solidFill>
              </a:defRPr>
            </a:lvl3pPr>
            <a:lvl4pPr marL="2438339" lvl="3" indent="-304792" algn="ctr">
              <a:lnSpc>
                <a:spcPct val="80000"/>
              </a:lnSpc>
              <a:spcBef>
                <a:spcPts val="0"/>
              </a:spcBef>
              <a:spcAft>
                <a:spcPts val="0"/>
              </a:spcAft>
              <a:buClr>
                <a:schemeClr val="lt2"/>
              </a:buClr>
              <a:buSzPts val="1050"/>
              <a:buFont typeface="Arial"/>
              <a:buNone/>
              <a:defRPr sz="1400" b="1" cap="none">
                <a:solidFill>
                  <a:schemeClr val="lt2"/>
                </a:solidFill>
              </a:defRPr>
            </a:lvl4pPr>
            <a:lvl5pPr marL="3047924" lvl="4" indent="-304792" algn="ctr">
              <a:lnSpc>
                <a:spcPct val="80000"/>
              </a:lnSpc>
              <a:spcBef>
                <a:spcPts val="0"/>
              </a:spcBef>
              <a:spcAft>
                <a:spcPts val="0"/>
              </a:spcAft>
              <a:buClr>
                <a:schemeClr val="lt2"/>
              </a:buClr>
              <a:buSzPts val="1050"/>
              <a:buFont typeface="Arial"/>
              <a:buNone/>
              <a:defRPr sz="1400" b="1" cap="none">
                <a:solidFill>
                  <a:schemeClr val="lt2"/>
                </a:solidFill>
              </a:defRPr>
            </a:lvl5pPr>
            <a:lvl6pPr marL="3657509" lvl="5" indent="-304792" algn="ctr">
              <a:lnSpc>
                <a:spcPct val="80000"/>
              </a:lnSpc>
              <a:spcBef>
                <a:spcPts val="0"/>
              </a:spcBef>
              <a:spcAft>
                <a:spcPts val="0"/>
              </a:spcAft>
              <a:buClr>
                <a:schemeClr val="lt2"/>
              </a:buClr>
              <a:buSzPts val="1050"/>
              <a:buFont typeface="Arial"/>
              <a:buNone/>
              <a:defRPr sz="1400" b="1" cap="none">
                <a:solidFill>
                  <a:schemeClr val="lt2"/>
                </a:solidFill>
              </a:defRPr>
            </a:lvl6pPr>
            <a:lvl7pPr marL="4267093" lvl="6" indent="-304792" algn="ctr">
              <a:lnSpc>
                <a:spcPct val="80000"/>
              </a:lnSpc>
              <a:spcBef>
                <a:spcPts val="0"/>
              </a:spcBef>
              <a:spcAft>
                <a:spcPts val="0"/>
              </a:spcAft>
              <a:buClr>
                <a:schemeClr val="lt2"/>
              </a:buClr>
              <a:buSzPts val="1050"/>
              <a:buFont typeface="Arial"/>
              <a:buNone/>
              <a:defRPr sz="1400" b="1" cap="none">
                <a:solidFill>
                  <a:schemeClr val="lt2"/>
                </a:solidFill>
              </a:defRPr>
            </a:lvl7pPr>
            <a:lvl8pPr marL="4876678" lvl="7" indent="-304792" algn="ctr">
              <a:lnSpc>
                <a:spcPct val="80000"/>
              </a:lnSpc>
              <a:spcBef>
                <a:spcPts val="0"/>
              </a:spcBef>
              <a:spcAft>
                <a:spcPts val="0"/>
              </a:spcAft>
              <a:buClr>
                <a:schemeClr val="lt2"/>
              </a:buClr>
              <a:buSzPts val="1050"/>
              <a:buFont typeface="Arial"/>
              <a:buNone/>
              <a:defRPr sz="1400" b="1" cap="none">
                <a:solidFill>
                  <a:schemeClr val="lt2"/>
                </a:solidFill>
              </a:defRPr>
            </a:lvl8pPr>
            <a:lvl9pPr marL="5486263" lvl="8" indent="-304792" algn="ctr">
              <a:lnSpc>
                <a:spcPct val="80000"/>
              </a:lnSpc>
              <a:spcBef>
                <a:spcPts val="0"/>
              </a:spcBef>
              <a:spcAft>
                <a:spcPts val="0"/>
              </a:spcAft>
              <a:buClr>
                <a:schemeClr val="lt2"/>
              </a:buClr>
              <a:buSzPts val="1050"/>
              <a:buFont typeface="Arial"/>
              <a:buNone/>
              <a:defRPr sz="1400" b="1" cap="none">
                <a:solidFill>
                  <a:schemeClr val="lt2"/>
                </a:solidFill>
              </a:defRPr>
            </a:lvl9pPr>
          </a:lstStyle>
          <a:p>
            <a:endParaRPr/>
          </a:p>
        </p:txBody>
      </p:sp>
      <p:pic>
        <p:nvPicPr>
          <p:cNvPr id="84" name="Google Shape;84;p5"/>
          <p:cNvPicPr preferRelativeResize="0"/>
          <p:nvPr/>
        </p:nvPicPr>
        <p:blipFill rotWithShape="1">
          <a:blip r:embed="rId4">
            <a:alphaModFix/>
          </a:blip>
          <a:srcRect/>
          <a:stretch/>
        </p:blipFill>
        <p:spPr>
          <a:xfrm>
            <a:off x="10004616" y="411163"/>
            <a:ext cx="1629707" cy="478023"/>
          </a:xfrm>
          <a:prstGeom prst="rect">
            <a:avLst/>
          </a:prstGeom>
          <a:noFill/>
          <a:ln>
            <a:noFill/>
          </a:ln>
        </p:spPr>
      </p:pic>
      <p:sp>
        <p:nvSpPr>
          <p:cNvPr id="85" name="Google Shape;85;p5"/>
          <p:cNvSpPr/>
          <p:nvPr/>
        </p:nvSpPr>
        <p:spPr>
          <a:xfrm>
            <a:off x="1386840" y="6627168"/>
            <a:ext cx="9418320" cy="230832"/>
          </a:xfrm>
          <a:prstGeom prst="rect">
            <a:avLst/>
          </a:prstGeom>
          <a:noFill/>
          <a:ln>
            <a:noFill/>
          </a:ln>
        </p:spPr>
        <p:txBody>
          <a:bodyPr spcFirstLastPara="1" wrap="square" lIns="0" tIns="60933" rIns="0" bIns="60933" anchor="b" anchorCtr="0">
            <a:noAutofit/>
          </a:bodyPr>
          <a:lstStyle/>
          <a:p>
            <a:pPr marL="0" marR="0" lvl="0" indent="0" algn="ctr" rtl="0">
              <a:spcBef>
                <a:spcPts val="0"/>
              </a:spcBef>
              <a:spcAft>
                <a:spcPts val="0"/>
              </a:spcAft>
              <a:buNone/>
            </a:pPr>
            <a:r>
              <a:rPr lang="en" sz="700" b="1" i="0" u="none" strike="noStrike" cap="none">
                <a:solidFill>
                  <a:srgbClr val="2DAA27"/>
                </a:solidFill>
                <a:latin typeface="Arial"/>
                <a:ea typeface="Arial"/>
                <a:cs typeface="Arial"/>
                <a:sym typeface="Arial"/>
              </a:rPr>
              <a:t>UNCLASSIFIED / GENERAL</a:t>
            </a:r>
            <a:endParaRPr sz="2400"/>
          </a:p>
        </p:txBody>
      </p:sp>
      <p:sp>
        <p:nvSpPr>
          <p:cNvPr id="86" name="Google Shape;86;p5"/>
          <p:cNvSpPr/>
          <p:nvPr/>
        </p:nvSpPr>
        <p:spPr>
          <a:xfrm>
            <a:off x="1386840" y="0"/>
            <a:ext cx="9418320" cy="230832"/>
          </a:xfrm>
          <a:prstGeom prst="rect">
            <a:avLst/>
          </a:prstGeom>
          <a:noFill/>
          <a:ln>
            <a:noFill/>
          </a:ln>
        </p:spPr>
        <p:txBody>
          <a:bodyPr spcFirstLastPara="1" wrap="square" lIns="121900" tIns="60933" rIns="121900" bIns="60933" anchor="t" anchorCtr="0">
            <a:noAutofit/>
          </a:bodyPr>
          <a:lstStyle/>
          <a:p>
            <a:pPr marL="0" marR="0" lvl="0" indent="0" algn="ctr" rtl="0">
              <a:spcBef>
                <a:spcPts val="0"/>
              </a:spcBef>
              <a:spcAft>
                <a:spcPts val="0"/>
              </a:spcAft>
              <a:buNone/>
            </a:pPr>
            <a:r>
              <a:rPr lang="en" sz="700" b="1" i="0" u="none" strike="noStrike" cap="none">
                <a:solidFill>
                  <a:srgbClr val="2DAA27"/>
                </a:solidFill>
                <a:latin typeface="Arial"/>
                <a:ea typeface="Arial"/>
                <a:cs typeface="Arial"/>
                <a:sym typeface="Arial"/>
              </a:rPr>
              <a:t>UNCLASSIFIED / GENERAL</a:t>
            </a:r>
            <a:endParaRPr sz="2400"/>
          </a:p>
        </p:txBody>
      </p:sp>
    </p:spTree>
    <p:extLst>
      <p:ext uri="{BB962C8B-B14F-4D97-AF65-F5344CB8AC3E}">
        <p14:creationId xmlns:p14="http://schemas.microsoft.com/office/powerpoint/2010/main" val="227332644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6732509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theme" Target="../theme/theme2.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image" Target="../media/image6.png"/><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3765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Lst>
  <p:txStyles>
    <p:title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000"/>
        </a:spcBef>
        <a:buFont typeface="Arial" panose="020B0604020202020204" pitchFamily="34" charset="0"/>
        <a:buChar char="▪"/>
        <a:defRPr sz="1700" kern="1200">
          <a:solidFill>
            <a:schemeClr val="tx1"/>
          </a:solidFill>
          <a:latin typeface="+mn-lt"/>
          <a:ea typeface="+mn-ea"/>
          <a:cs typeface="+mn-cs"/>
        </a:defRPr>
      </a:lvl1pPr>
      <a:lvl2pPr marL="36576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2pPr>
      <a:lvl3pPr marL="54864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3pPr>
      <a:lvl4pPr marL="73152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4pPr>
      <a:lvl5pPr marL="91440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5pPr>
      <a:lvl6pPr marL="109728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6pPr>
      <a:lvl7pPr marL="128016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7pPr>
      <a:lvl8pPr marL="146304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8pPr>
      <a:lvl9pPr marL="164592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6" pos="1018">
          <p15:clr>
            <a:srgbClr val="A4A3A4"/>
          </p15:clr>
        </p15:guide>
        <p15:guide id="7" pos="1248">
          <p15:clr>
            <a:srgbClr val="A4A3A4"/>
          </p15:clr>
        </p15:guide>
        <p15:guide id="8" pos="2148">
          <p15:clr>
            <a:srgbClr val="A4A3A4"/>
          </p15:clr>
        </p15:guide>
        <p15:guide id="9" pos="3052">
          <p15:clr>
            <a:srgbClr val="A4A3A4"/>
          </p15:clr>
        </p15:guide>
        <p15:guide id="10" pos="3954">
          <p15:clr>
            <a:srgbClr val="A4A3A4"/>
          </p15:clr>
        </p15:guide>
        <p15:guide id="11" pos="3724">
          <p15:clr>
            <a:srgbClr val="A4A3A4"/>
          </p15:clr>
        </p15:guide>
        <p15:guide id="12" pos="4858">
          <p15:clr>
            <a:srgbClr val="A4A3A4"/>
          </p15:clr>
        </p15:guide>
        <p15:guide id="13" pos="5784">
          <p15:clr>
            <a:srgbClr val="A4A3A4"/>
          </p15:clr>
        </p15:guide>
        <p15:guide id="14" pos="6660">
          <p15:clr>
            <a:srgbClr val="A4A3A4"/>
          </p15:clr>
        </p15:guide>
        <p15:guide id="15" pos="1920">
          <p15:clr>
            <a:srgbClr val="A4A3A4"/>
          </p15:clr>
        </p15:guide>
        <p15:guide id="16" pos="2822">
          <p15:clr>
            <a:srgbClr val="A4A3A4"/>
          </p15:clr>
        </p15:guide>
        <p15:guide id="17" pos="4626">
          <p15:clr>
            <a:srgbClr val="A4A3A4"/>
          </p15:clr>
        </p15:guide>
        <p15:guide id="18" pos="5530">
          <p15:clr>
            <a:srgbClr val="A4A3A4"/>
          </p15:clr>
        </p15:guide>
        <p15:guide id="19" pos="6434">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70940C-8B04-CB4D-1B44-6768963C04C7}"/>
              </a:ext>
            </a:extLst>
          </p:cNvPr>
          <p:cNvPicPr>
            <a:picLocks noChangeAspect="1"/>
          </p:cNvPicPr>
          <p:nvPr/>
        </p:nvPicPr>
        <p:blipFill>
          <a:blip r:embed="rId27"/>
          <a:srcRect l="26274" t="67"/>
          <a:stretch>
            <a:fillRect/>
          </a:stretch>
        </p:blipFill>
        <p:spPr>
          <a:xfrm>
            <a:off x="10428514" y="411481"/>
            <a:ext cx="1214844" cy="477704"/>
          </a:xfrm>
          <a:prstGeom prst="rect">
            <a:avLst/>
          </a:prstGeom>
        </p:spPr>
      </p:pic>
      <p:sp>
        <p:nvSpPr>
          <p:cNvPr id="2" name="Title Placeholder 1"/>
          <p:cNvSpPr>
            <a:spLocks noGrp="1"/>
          </p:cNvSpPr>
          <p:nvPr>
            <p:ph type="title"/>
          </p:nvPr>
        </p:nvSpPr>
        <p:spPr>
          <a:xfrm>
            <a:off x="548640" y="411481"/>
            <a:ext cx="8231293" cy="914400"/>
          </a:xfrm>
          <a:prstGeom prst="rect">
            <a:avLst/>
          </a:prstGeom>
        </p:spPr>
        <p:txBody>
          <a:bodyPr vert="horz" lIns="0" tIns="0" rIns="0" bIns="0" rtlCol="0" anchor="t" anchorCtr="0">
            <a:noAutofit/>
          </a:bodyPr>
          <a:lstStyle/>
          <a:p>
            <a:r>
              <a:rPr lang="en-US"/>
              <a:t>[Slide title]</a:t>
            </a:r>
          </a:p>
        </p:txBody>
      </p:sp>
      <p:sp>
        <p:nvSpPr>
          <p:cNvPr id="3" name="Text Placeholder 2"/>
          <p:cNvSpPr>
            <a:spLocks noGrp="1"/>
          </p:cNvSpPr>
          <p:nvPr>
            <p:ph type="body" idx="1"/>
          </p:nvPr>
        </p:nvSpPr>
        <p:spPr>
          <a:xfrm>
            <a:off x="548639" y="1600198"/>
            <a:ext cx="11094720" cy="4572000"/>
          </a:xfrm>
          <a:prstGeom prst="rect">
            <a:avLst/>
          </a:prstGeom>
        </p:spPr>
        <p:txBody>
          <a:bodyPr vert="horz" lIns="0" tIns="0" rIns="0" bIns="0" spcCol="36576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15">
            <a:extLst>
              <a:ext uri="{FF2B5EF4-FFF2-40B4-BE49-F238E27FC236}">
                <a16:creationId xmlns:a16="http://schemas.microsoft.com/office/drawing/2014/main" id="{A505B177-5D6D-67A3-C213-FBD8A41DB44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p>
        </p:txBody>
      </p:sp>
      <p:sp>
        <p:nvSpPr>
          <p:cNvPr id="6" name="Rectangle 5">
            <a:extLst>
              <a:ext uri="{FF2B5EF4-FFF2-40B4-BE49-F238E27FC236}">
                <a16:creationId xmlns:a16="http://schemas.microsoft.com/office/drawing/2014/main" id="{B1B11D7F-02E5-4718-D558-9A38AEFE4A3F}"/>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p>
        </p:txBody>
      </p:sp>
      <p:sp>
        <p:nvSpPr>
          <p:cNvPr id="13" name="Date Placeholder 12">
            <a:extLst>
              <a:ext uri="{FF2B5EF4-FFF2-40B4-BE49-F238E27FC236}">
                <a16:creationId xmlns:a16="http://schemas.microsoft.com/office/drawing/2014/main" id="{B598B6A5-7EA2-1E58-A263-9A08F2A4D5DB}"/>
              </a:ext>
            </a:extLst>
          </p:cNvPr>
          <p:cNvSpPr>
            <a:spLocks noGrp="1"/>
          </p:cNvSpPr>
          <p:nvPr>
            <p:ph type="dt" sz="half" idx="2"/>
          </p:nvPr>
        </p:nvSpPr>
        <p:spPr>
          <a:xfrm>
            <a:off x="547688" y="6629400"/>
            <a:ext cx="823912" cy="228600"/>
          </a:xfrm>
          <a:prstGeom prst="rect">
            <a:avLst/>
          </a:prstGeom>
        </p:spPr>
        <p:txBody>
          <a:bodyPr vert="horz" lIns="0" tIns="45720" rIns="0" bIns="45720" rtlCol="0" anchor="b" anchorCtr="0"/>
          <a:lstStyle>
            <a:lvl1pPr algn="l">
              <a:defRPr sz="700" b="1">
                <a:solidFill>
                  <a:schemeClr val="tx1"/>
                </a:solidFill>
              </a:defRPr>
            </a:lvl1pPr>
          </a:lstStyle>
          <a:p>
            <a:fld id="{971AFA9C-17DA-4726-B9E3-ADECF7729AF7}" type="datetimeFigureOut">
              <a:rPr lang="en-US" smtClean="0"/>
              <a:t>7/22/2026</a:t>
            </a:fld>
            <a:endParaRPr lang="en-US"/>
          </a:p>
        </p:txBody>
      </p:sp>
      <p:sp>
        <p:nvSpPr>
          <p:cNvPr id="14" name="Slide Number Placeholder 13">
            <a:extLst>
              <a:ext uri="{FF2B5EF4-FFF2-40B4-BE49-F238E27FC236}">
                <a16:creationId xmlns:a16="http://schemas.microsoft.com/office/drawing/2014/main" id="{FFA4C418-D296-ED76-977B-4AA2E1E8237F}"/>
              </a:ext>
            </a:extLst>
          </p:cNvPr>
          <p:cNvSpPr>
            <a:spLocks noGrp="1"/>
          </p:cNvSpPr>
          <p:nvPr>
            <p:ph type="sldNum" sz="quarter" idx="4"/>
          </p:nvPr>
        </p:nvSpPr>
        <p:spPr>
          <a:xfrm>
            <a:off x="11210716" y="6629400"/>
            <a:ext cx="442001" cy="228600"/>
          </a:xfrm>
          <a:prstGeom prst="rect">
            <a:avLst/>
          </a:prstGeom>
        </p:spPr>
        <p:txBody>
          <a:bodyPr vert="horz" lIns="0" tIns="45720" rIns="0" bIns="45720" rtlCol="0" anchor="b" anchorCtr="0"/>
          <a:lstStyle>
            <a:lvl1pPr algn="r">
              <a:defRPr sz="700" b="1">
                <a:solidFill>
                  <a:schemeClr val="tx1"/>
                </a:solidFill>
              </a:defRPr>
            </a:lvl1pPr>
          </a:lstStyle>
          <a:p>
            <a:fld id="{79D051F2-C7C4-43BD-B552-C78CE0DE4128}" type="slidenum">
              <a:rPr lang="en-US" smtClean="0"/>
              <a:t>‹#›</a:t>
            </a:fld>
            <a:endParaRPr lang="en-US"/>
          </a:p>
        </p:txBody>
      </p:sp>
      <p:pic>
        <p:nvPicPr>
          <p:cNvPr id="10" name="Picture 9" descr="A picture containing icon&#10;&#10;AI-generated content may be incorrect.">
            <a:extLst>
              <a:ext uri="{FF2B5EF4-FFF2-40B4-BE49-F238E27FC236}">
                <a16:creationId xmlns:a16="http://schemas.microsoft.com/office/drawing/2014/main" id="{84A6E5DC-D173-77B5-CFA6-9D4A8EBB00CD}"/>
              </a:ext>
            </a:extLst>
          </p:cNvPr>
          <p:cNvPicPr>
            <a:picLocks noChangeAspect="1"/>
          </p:cNvPicPr>
          <p:nvPr/>
        </p:nvPicPr>
        <p:blipFill>
          <a:blip r:embed="rId28"/>
          <a:stretch>
            <a:fillRect/>
          </a:stretch>
        </p:blipFill>
        <p:spPr>
          <a:xfrm>
            <a:off x="9926020" y="424087"/>
            <a:ext cx="502494" cy="477704"/>
          </a:xfrm>
          <a:prstGeom prst="rect">
            <a:avLst/>
          </a:prstGeom>
        </p:spPr>
      </p:pic>
    </p:spTree>
    <p:extLst>
      <p:ext uri="{BB962C8B-B14F-4D97-AF65-F5344CB8AC3E}">
        <p14:creationId xmlns:p14="http://schemas.microsoft.com/office/powerpoint/2010/main" val="109386516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 id="2147483713" r:id="rId19"/>
    <p:sldLayoutId id="2147483714" r:id="rId20"/>
    <p:sldLayoutId id="2147483715" r:id="rId21"/>
    <p:sldLayoutId id="2147483716" r:id="rId22"/>
    <p:sldLayoutId id="2147483717" r:id="rId23"/>
    <p:sldLayoutId id="2147483718" r:id="rId24"/>
    <p:sldLayoutId id="2147483719" r:id="rId25"/>
  </p:sldLayoutIdLst>
  <p:txStyles>
    <p:title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000"/>
        </a:spcBef>
        <a:buFont typeface="Arial" panose="020B0604020202020204" pitchFamily="34" charset="0"/>
        <a:buChar char="▪"/>
        <a:defRPr sz="1700" kern="1200">
          <a:solidFill>
            <a:schemeClr val="tx1"/>
          </a:solidFill>
          <a:latin typeface="+mn-lt"/>
          <a:ea typeface="+mn-ea"/>
          <a:cs typeface="+mn-cs"/>
        </a:defRPr>
      </a:lvl1pPr>
      <a:lvl2pPr marL="36576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2pPr>
      <a:lvl3pPr marL="54864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3pPr>
      <a:lvl4pPr marL="73152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4pPr>
      <a:lvl5pPr marL="91440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5pPr>
      <a:lvl6pPr marL="109728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6pPr>
      <a:lvl7pPr marL="128016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7pPr>
      <a:lvl8pPr marL="146304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8pPr>
      <a:lvl9pPr marL="164592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6" pos="1018">
          <p15:clr>
            <a:srgbClr val="A4A3A4"/>
          </p15:clr>
        </p15:guide>
        <p15:guide id="7" pos="1248">
          <p15:clr>
            <a:srgbClr val="A4A3A4"/>
          </p15:clr>
        </p15:guide>
        <p15:guide id="8" pos="2148">
          <p15:clr>
            <a:srgbClr val="A4A3A4"/>
          </p15:clr>
        </p15:guide>
        <p15:guide id="9" pos="3052">
          <p15:clr>
            <a:srgbClr val="A4A3A4"/>
          </p15:clr>
        </p15:guide>
        <p15:guide id="10" pos="3954">
          <p15:clr>
            <a:srgbClr val="A4A3A4"/>
          </p15:clr>
        </p15:guide>
        <p15:guide id="11" pos="3724">
          <p15:clr>
            <a:srgbClr val="A4A3A4"/>
          </p15:clr>
        </p15:guide>
        <p15:guide id="12" pos="4858">
          <p15:clr>
            <a:srgbClr val="A4A3A4"/>
          </p15:clr>
        </p15:guide>
        <p15:guide id="13" pos="5784">
          <p15:clr>
            <a:srgbClr val="A4A3A4"/>
          </p15:clr>
        </p15:guide>
        <p15:guide id="14" pos="6660">
          <p15:clr>
            <a:srgbClr val="A4A3A4"/>
          </p15:clr>
        </p15:guide>
        <p15:guide id="15" pos="1920">
          <p15:clr>
            <a:srgbClr val="A4A3A4"/>
          </p15:clr>
        </p15:guide>
        <p15:guide id="16" pos="2822">
          <p15:clr>
            <a:srgbClr val="A4A3A4"/>
          </p15:clr>
        </p15:guide>
        <p15:guide id="17" pos="4626">
          <p15:clr>
            <a:srgbClr val="A4A3A4"/>
          </p15:clr>
        </p15:guide>
        <p15:guide id="18" pos="5530">
          <p15:clr>
            <a:srgbClr val="A4A3A4"/>
          </p15:clr>
        </p15:guide>
        <p15:guide id="19" pos="6434">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7.xml"/><Relationship Id="rId1" Type="http://schemas.openxmlformats.org/officeDocument/2006/relationships/video" Target="https://www.youtube.com/embed/ZXsQAXx_ao0?feature=oembed" TargetMode="External"/><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8.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5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5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4" name="Text Placeholder 3">
            <a:extLst>
              <a:ext uri="{FF2B5EF4-FFF2-40B4-BE49-F238E27FC236}">
                <a16:creationId xmlns:a16="http://schemas.microsoft.com/office/drawing/2014/main" id="{3F070E2C-C69B-CF2A-4AFC-23A14A6A0794}"/>
              </a:ext>
            </a:extLst>
          </p:cNvPr>
          <p:cNvSpPr>
            <a:spLocks noGrp="1"/>
          </p:cNvSpPr>
          <p:nvPr>
            <p:ph type="body" idx="1"/>
          </p:nvPr>
        </p:nvSpPr>
        <p:spPr/>
        <p:txBody>
          <a:bodyPr/>
          <a:lstStyle/>
          <a:p>
            <a:endParaRPr lang="en-US"/>
          </a:p>
        </p:txBody>
      </p:sp>
      <p:sp>
        <p:nvSpPr>
          <p:cNvPr id="5" name="Text Placeholder 4">
            <a:extLst>
              <a:ext uri="{FF2B5EF4-FFF2-40B4-BE49-F238E27FC236}">
                <a16:creationId xmlns:a16="http://schemas.microsoft.com/office/drawing/2014/main" id="{6EFD8E2E-8543-A688-763B-E884BB31846B}"/>
              </a:ext>
            </a:extLst>
          </p:cNvPr>
          <p:cNvSpPr>
            <a:spLocks noGrp="1"/>
          </p:cNvSpPr>
          <p:nvPr>
            <p:ph type="body" idx="2"/>
          </p:nvPr>
        </p:nvSpPr>
        <p:spPr/>
        <p:txBody>
          <a:bodyPr/>
          <a:lstStyle/>
          <a:p>
            <a:endParaRPr lang="en-US"/>
          </a:p>
        </p:txBody>
      </p:sp>
      <p:sp>
        <p:nvSpPr>
          <p:cNvPr id="6" name="Text Placeholder 5">
            <a:extLst>
              <a:ext uri="{FF2B5EF4-FFF2-40B4-BE49-F238E27FC236}">
                <a16:creationId xmlns:a16="http://schemas.microsoft.com/office/drawing/2014/main" id="{2230D199-3936-A1F3-B0EB-089330973D56}"/>
              </a:ext>
            </a:extLst>
          </p:cNvPr>
          <p:cNvSpPr>
            <a:spLocks noGrp="1"/>
          </p:cNvSpPr>
          <p:nvPr>
            <p:ph type="body" idx="3"/>
          </p:nvPr>
        </p:nvSpPr>
        <p:spPr/>
        <p:txBody>
          <a:bodyPr/>
          <a:lstStyle/>
          <a:p>
            <a:endParaRPr lang="en-US"/>
          </a:p>
        </p:txBody>
      </p:sp>
      <p:sp>
        <p:nvSpPr>
          <p:cNvPr id="7" name="Text Placeholder 6">
            <a:extLst>
              <a:ext uri="{FF2B5EF4-FFF2-40B4-BE49-F238E27FC236}">
                <a16:creationId xmlns:a16="http://schemas.microsoft.com/office/drawing/2014/main" id="{846C0D10-A9D9-A711-D381-3D00C47E0FBF}"/>
              </a:ext>
            </a:extLst>
          </p:cNvPr>
          <p:cNvSpPr>
            <a:spLocks noGrp="1"/>
          </p:cNvSpPr>
          <p:nvPr>
            <p:ph type="body" idx="4"/>
          </p:nvPr>
        </p:nvSpPr>
        <p:spPr/>
        <p:txBody>
          <a:bodyPr/>
          <a:lstStyle/>
          <a:p>
            <a:endParaRPr lang="en-US"/>
          </a:p>
        </p:txBody>
      </p:sp>
      <p:sp>
        <p:nvSpPr>
          <p:cNvPr id="8" name="Text Placeholder 7">
            <a:extLst>
              <a:ext uri="{FF2B5EF4-FFF2-40B4-BE49-F238E27FC236}">
                <a16:creationId xmlns:a16="http://schemas.microsoft.com/office/drawing/2014/main" id="{48D0B74B-73C2-B2A1-57AF-63998F4A4F49}"/>
              </a:ext>
            </a:extLst>
          </p:cNvPr>
          <p:cNvSpPr>
            <a:spLocks noGrp="1"/>
          </p:cNvSpPr>
          <p:nvPr>
            <p:ph type="body" idx="5"/>
          </p:nvPr>
        </p:nvSpPr>
        <p:spPr/>
        <p:txBody>
          <a:bodyPr/>
          <a:lstStyle/>
          <a:p>
            <a:endParaRPr lang="en-US"/>
          </a:p>
        </p:txBody>
      </p:sp>
      <p:sp>
        <p:nvSpPr>
          <p:cNvPr id="9" name="Text Placeholder 8">
            <a:extLst>
              <a:ext uri="{FF2B5EF4-FFF2-40B4-BE49-F238E27FC236}">
                <a16:creationId xmlns:a16="http://schemas.microsoft.com/office/drawing/2014/main" id="{39903D50-9478-61DD-97EF-868FFEC1A203}"/>
              </a:ext>
            </a:extLst>
          </p:cNvPr>
          <p:cNvSpPr>
            <a:spLocks noGrp="1"/>
          </p:cNvSpPr>
          <p:nvPr>
            <p:ph type="body" idx="6"/>
          </p:nvPr>
        </p:nvSpPr>
        <p:spPr/>
        <p:txBody>
          <a:bodyPr/>
          <a:lstStyle/>
          <a:p>
            <a:endParaRPr lang="en-US"/>
          </a:p>
        </p:txBody>
      </p:sp>
      <p:sp>
        <p:nvSpPr>
          <p:cNvPr id="10" name="Text Placeholder 9">
            <a:extLst>
              <a:ext uri="{FF2B5EF4-FFF2-40B4-BE49-F238E27FC236}">
                <a16:creationId xmlns:a16="http://schemas.microsoft.com/office/drawing/2014/main" id="{AE0195E4-F595-93CB-A46C-7430AD0680AD}"/>
              </a:ext>
            </a:extLst>
          </p:cNvPr>
          <p:cNvSpPr>
            <a:spLocks noGrp="1"/>
          </p:cNvSpPr>
          <p:nvPr>
            <p:ph type="body" idx="7"/>
          </p:nvPr>
        </p:nvSpPr>
        <p:spPr/>
        <p:txBody>
          <a:bodyPr/>
          <a:lstStyle/>
          <a:p>
            <a:endParaRPr lang="en-US"/>
          </a:p>
        </p:txBody>
      </p:sp>
      <p:sp>
        <p:nvSpPr>
          <p:cNvPr id="11" name="Text Placeholder 10">
            <a:extLst>
              <a:ext uri="{FF2B5EF4-FFF2-40B4-BE49-F238E27FC236}">
                <a16:creationId xmlns:a16="http://schemas.microsoft.com/office/drawing/2014/main" id="{5B959FF5-1EE2-7B58-60C8-30418EF2E627}"/>
              </a:ext>
            </a:extLst>
          </p:cNvPr>
          <p:cNvSpPr>
            <a:spLocks noGrp="1"/>
          </p:cNvSpPr>
          <p:nvPr>
            <p:ph type="body" idx="8"/>
          </p:nvPr>
        </p:nvSpPr>
        <p:spPr/>
        <p:txBody>
          <a:bodyPr/>
          <a:lstStyle/>
          <a:p>
            <a:endParaRPr lang="en-US"/>
          </a:p>
        </p:txBody>
      </p:sp>
      <p:sp>
        <p:nvSpPr>
          <p:cNvPr id="12" name="Text Placeholder 11">
            <a:extLst>
              <a:ext uri="{FF2B5EF4-FFF2-40B4-BE49-F238E27FC236}">
                <a16:creationId xmlns:a16="http://schemas.microsoft.com/office/drawing/2014/main" id="{BD2EDCAF-FCD3-27B6-7A7D-482980E30A32}"/>
              </a:ext>
            </a:extLst>
          </p:cNvPr>
          <p:cNvSpPr>
            <a:spLocks noGrp="1"/>
          </p:cNvSpPr>
          <p:nvPr>
            <p:ph type="body" idx="9"/>
          </p:nvPr>
        </p:nvSpPr>
        <p:spPr/>
        <p:txBody>
          <a:bodyPr/>
          <a:lstStyle/>
          <a:p>
            <a:endParaRPr lang="en-US"/>
          </a:p>
        </p:txBody>
      </p:sp>
      <p:sp>
        <p:nvSpPr>
          <p:cNvPr id="13" name="Text Placeholder 12">
            <a:extLst>
              <a:ext uri="{FF2B5EF4-FFF2-40B4-BE49-F238E27FC236}">
                <a16:creationId xmlns:a16="http://schemas.microsoft.com/office/drawing/2014/main" id="{B30A370C-AC35-54DB-180E-CF84A6DE97E5}"/>
              </a:ext>
            </a:extLst>
          </p:cNvPr>
          <p:cNvSpPr>
            <a:spLocks noGrp="1"/>
          </p:cNvSpPr>
          <p:nvPr>
            <p:ph type="body" idx="13"/>
          </p:nvPr>
        </p:nvSpPr>
        <p:spPr/>
        <p:txBody>
          <a:bodyPr/>
          <a:lstStyle/>
          <a:p>
            <a:endParaRPr lang="en-US"/>
          </a:p>
        </p:txBody>
      </p:sp>
      <p:sp>
        <p:nvSpPr>
          <p:cNvPr id="377" name="Google Shape;377;p39"/>
          <p:cNvSpPr txBox="1">
            <a:spLocks noGrp="1"/>
          </p:cNvSpPr>
          <p:nvPr>
            <p:ph type="ctrTitle"/>
          </p:nvPr>
        </p:nvSpPr>
        <p:spPr>
          <a:noFill/>
          <a:ln>
            <a:noFill/>
          </a:ln>
        </p:spPr>
        <p:txBody>
          <a:bodyPr spcFirstLastPara="1" vert="horz" wrap="square" lIns="121900" tIns="121900" rIns="121900" bIns="121900" rtlCol="0" anchor="t" anchorCtr="0">
            <a:normAutofit/>
          </a:bodyPr>
          <a:lstStyle/>
          <a:p>
            <a:pPr lvl="0"/>
            <a:r>
              <a:rPr lang="en-US" dirty="0">
                <a:solidFill>
                  <a:schemeClr val="bg1"/>
                </a:solidFill>
              </a:rPr>
              <a:t>FILE IO</a:t>
            </a:r>
          </a:p>
        </p:txBody>
      </p:sp>
      <p:sp>
        <p:nvSpPr>
          <p:cNvPr id="14" name="Subtitle 13">
            <a:extLst>
              <a:ext uri="{FF2B5EF4-FFF2-40B4-BE49-F238E27FC236}">
                <a16:creationId xmlns:a16="http://schemas.microsoft.com/office/drawing/2014/main" id="{375DF464-1047-E0FE-E481-3664C51B5C5B}"/>
              </a:ext>
            </a:extLst>
          </p:cNvPr>
          <p:cNvSpPr>
            <a:spLocks noGrp="1"/>
          </p:cNvSpPr>
          <p:nvPr>
            <p:ph type="subTitle" idx="14"/>
          </p:nvPr>
        </p:nvSpPr>
        <p:spPr/>
        <p:txBody>
          <a:bodyPr/>
          <a:lstStyle/>
          <a:p>
            <a:endParaRPr lang="en-US" dirty="0"/>
          </a:p>
        </p:txBody>
      </p:sp>
      <p:sp>
        <p:nvSpPr>
          <p:cNvPr id="15" name="Text Placeholder 14">
            <a:extLst>
              <a:ext uri="{FF2B5EF4-FFF2-40B4-BE49-F238E27FC236}">
                <a16:creationId xmlns:a16="http://schemas.microsoft.com/office/drawing/2014/main" id="{ED1E60D9-3A05-7A61-72B6-7F9C21F9F660}"/>
              </a:ext>
            </a:extLst>
          </p:cNvPr>
          <p:cNvSpPr>
            <a:spLocks noGrp="1"/>
          </p:cNvSpPr>
          <p:nvPr>
            <p:ph type="body" idx="15"/>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9D20E-BD9A-847F-707A-41F7A86C8D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869BD9-8066-F6DB-BC59-621195265012}"/>
              </a:ext>
            </a:extLst>
          </p:cNvPr>
          <p:cNvSpPr>
            <a:spLocks noGrp="1"/>
          </p:cNvSpPr>
          <p:nvPr>
            <p:ph type="title"/>
          </p:nvPr>
        </p:nvSpPr>
        <p:spPr/>
        <p:txBody>
          <a:bodyPr/>
          <a:lstStyle/>
          <a:p>
            <a:br>
              <a:rPr lang="en-US" dirty="0"/>
            </a:br>
            <a:r>
              <a:rPr lang="en-US" dirty="0"/>
              <a:t>Motivation</a:t>
            </a:r>
          </a:p>
        </p:txBody>
      </p:sp>
      <p:pic>
        <p:nvPicPr>
          <p:cNvPr id="5" name="Online Media 4" title="Shia LaBeouf &quot;Just Do It&quot; Motivational Speech (Original Video by LaBeouf, Rönkkö &amp; Turner)">
            <a:hlinkClick r:id="" action="ppaction://media"/>
            <a:extLst>
              <a:ext uri="{FF2B5EF4-FFF2-40B4-BE49-F238E27FC236}">
                <a16:creationId xmlns:a16="http://schemas.microsoft.com/office/drawing/2014/main" id="{F897A0C9-F5F4-E02C-08D8-BD4BFD254FF8}"/>
              </a:ext>
            </a:extLst>
          </p:cNvPr>
          <p:cNvPicPr>
            <a:picLocks noRot="1" noChangeAspect="1"/>
          </p:cNvPicPr>
          <p:nvPr>
            <a:videoFile r:link="rId1"/>
          </p:nvPr>
        </p:nvPicPr>
        <p:blipFill>
          <a:blip r:embed="rId4"/>
          <a:stretch>
            <a:fillRect/>
          </a:stretch>
        </p:blipFill>
        <p:spPr>
          <a:xfrm>
            <a:off x="1799923" y="1555719"/>
            <a:ext cx="8162224" cy="4611667"/>
          </a:xfrm>
          <a:prstGeom prst="rect">
            <a:avLst/>
          </a:prstGeom>
        </p:spPr>
      </p:pic>
    </p:spTree>
    <p:extLst>
      <p:ext uri="{BB962C8B-B14F-4D97-AF65-F5344CB8AC3E}">
        <p14:creationId xmlns:p14="http://schemas.microsoft.com/office/powerpoint/2010/main" val="2254684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D87CF-5E92-D709-ADC1-CD5AB2C3F7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BB9CF-99E0-34C2-13BD-CE711791B329}"/>
              </a:ext>
            </a:extLst>
          </p:cNvPr>
          <p:cNvSpPr>
            <a:spLocks noGrp="1"/>
          </p:cNvSpPr>
          <p:nvPr>
            <p:ph type="title"/>
          </p:nvPr>
        </p:nvSpPr>
        <p:spPr/>
        <p:txBody>
          <a:bodyPr/>
          <a:lstStyle/>
          <a:p>
            <a:br>
              <a:rPr lang="en-US" dirty="0"/>
            </a:br>
            <a:r>
              <a:rPr lang="en-US" dirty="0"/>
              <a:t>Course Schedule</a:t>
            </a:r>
          </a:p>
        </p:txBody>
      </p:sp>
      <p:pic>
        <p:nvPicPr>
          <p:cNvPr id="10" name="Picture 9">
            <a:extLst>
              <a:ext uri="{FF2B5EF4-FFF2-40B4-BE49-F238E27FC236}">
                <a16:creationId xmlns:a16="http://schemas.microsoft.com/office/drawing/2014/main" id="{A720FF54-D8D5-9857-54B4-32F100CAD807}"/>
              </a:ext>
            </a:extLst>
          </p:cNvPr>
          <p:cNvPicPr>
            <a:picLocks noChangeAspect="1"/>
          </p:cNvPicPr>
          <p:nvPr/>
        </p:nvPicPr>
        <p:blipFill>
          <a:blip r:embed="rId3"/>
          <a:stretch>
            <a:fillRect/>
          </a:stretch>
        </p:blipFill>
        <p:spPr>
          <a:xfrm>
            <a:off x="548640" y="1325881"/>
            <a:ext cx="11486063" cy="4872875"/>
          </a:xfrm>
          <a:prstGeom prst="rect">
            <a:avLst/>
          </a:prstGeom>
        </p:spPr>
      </p:pic>
      <p:sp>
        <p:nvSpPr>
          <p:cNvPr id="8" name="Rectangle 7">
            <a:extLst>
              <a:ext uri="{FF2B5EF4-FFF2-40B4-BE49-F238E27FC236}">
                <a16:creationId xmlns:a16="http://schemas.microsoft.com/office/drawing/2014/main" id="{0C366FE1-DAFA-E7EC-025F-E1D1E8686851}"/>
              </a:ext>
            </a:extLst>
          </p:cNvPr>
          <p:cNvSpPr/>
          <p:nvPr/>
        </p:nvSpPr>
        <p:spPr>
          <a:xfrm>
            <a:off x="409122" y="3189098"/>
            <a:ext cx="6284332" cy="30727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1919185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9F51F-ADCA-105D-6A2E-72EBEFFBB4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D0DA68-9A3E-BE02-724E-F79475A2462B}"/>
              </a:ext>
            </a:extLst>
          </p:cNvPr>
          <p:cNvSpPr>
            <a:spLocks noGrp="1"/>
          </p:cNvSpPr>
          <p:nvPr>
            <p:ph type="title"/>
          </p:nvPr>
        </p:nvSpPr>
        <p:spPr>
          <a:xfrm>
            <a:off x="5055220" y="3038862"/>
            <a:ext cx="1918505" cy="780276"/>
          </a:xfrm>
        </p:spPr>
        <p:txBody>
          <a:bodyPr/>
          <a:lstStyle/>
          <a:p>
            <a:r>
              <a:rPr lang="en-US" dirty="0"/>
              <a:t>Review</a:t>
            </a:r>
          </a:p>
        </p:txBody>
      </p:sp>
    </p:spTree>
    <p:extLst>
      <p:ext uri="{BB962C8B-B14F-4D97-AF65-F5344CB8AC3E}">
        <p14:creationId xmlns:p14="http://schemas.microsoft.com/office/powerpoint/2010/main" val="2846455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98111-2BCA-9053-6721-11BD38B85F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0C19FB-DB9E-7F3E-0C35-8BBBE313207B}"/>
              </a:ext>
            </a:extLst>
          </p:cNvPr>
          <p:cNvSpPr>
            <a:spLocks noGrp="1"/>
          </p:cNvSpPr>
          <p:nvPr>
            <p:ph type="title"/>
          </p:nvPr>
        </p:nvSpPr>
        <p:spPr>
          <a:xfrm>
            <a:off x="2639279" y="2827106"/>
            <a:ext cx="7053360" cy="780276"/>
          </a:xfrm>
        </p:spPr>
        <p:txBody>
          <a:bodyPr/>
          <a:lstStyle/>
          <a:p>
            <a:r>
              <a:rPr lang="en-US" dirty="0"/>
              <a:t>What is the purpose of user defined functions?</a:t>
            </a:r>
          </a:p>
        </p:txBody>
      </p:sp>
    </p:spTree>
    <p:extLst>
      <p:ext uri="{BB962C8B-B14F-4D97-AF65-F5344CB8AC3E}">
        <p14:creationId xmlns:p14="http://schemas.microsoft.com/office/powerpoint/2010/main" val="1474776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5F3F1-C88B-399C-4E5D-94AC701A6A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1CB736-F71E-1BE5-9659-45563786CBD8}"/>
              </a:ext>
            </a:extLst>
          </p:cNvPr>
          <p:cNvSpPr>
            <a:spLocks noGrp="1"/>
          </p:cNvSpPr>
          <p:nvPr>
            <p:ph type="title"/>
          </p:nvPr>
        </p:nvSpPr>
        <p:spPr>
          <a:xfrm>
            <a:off x="2822159" y="2875233"/>
            <a:ext cx="7053360" cy="780276"/>
          </a:xfrm>
        </p:spPr>
        <p:txBody>
          <a:bodyPr/>
          <a:lstStyle/>
          <a:p>
            <a:r>
              <a:rPr lang="en-US" dirty="0"/>
              <a:t>How do you define a function, and how do you use it?</a:t>
            </a:r>
          </a:p>
        </p:txBody>
      </p:sp>
    </p:spTree>
    <p:extLst>
      <p:ext uri="{BB962C8B-B14F-4D97-AF65-F5344CB8AC3E}">
        <p14:creationId xmlns:p14="http://schemas.microsoft.com/office/powerpoint/2010/main" val="1662336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body" idx="1"/>
          </p:nvPr>
        </p:nvSpPr>
        <p:spPr>
          <a:xfrm>
            <a:off x="338598" y="534400"/>
            <a:ext cx="11360800" cy="6323600"/>
          </a:xfrm>
          <a:prstGeom prst="rect">
            <a:avLst/>
          </a:prstGeom>
        </p:spPr>
        <p:txBody>
          <a:bodyPr spcFirstLastPara="1" vert="horz" wrap="square" lIns="121900" tIns="121900" rIns="121900" bIns="121900" spcCol="365760" rtlCol="0" anchor="t" anchorCtr="0">
            <a:normAutofit fontScale="70000" lnSpcReduction="20000"/>
          </a:bodyPr>
          <a:lstStyle/>
          <a:p>
            <a:pPr marL="0" indent="0">
              <a:buNone/>
            </a:pPr>
            <a:r>
              <a:rPr lang="en" sz="3333" b="1" u="sng" dirty="0"/>
              <a:t>Pre Class Problem 1 - The ULTIMATE RPS Simulation (20 min)</a:t>
            </a:r>
            <a:endParaRPr sz="3333" b="1" u="sng" dirty="0"/>
          </a:p>
          <a:p>
            <a:pPr marL="0" indent="0">
              <a:spcBef>
                <a:spcPts val="1600"/>
              </a:spcBef>
              <a:buNone/>
            </a:pPr>
            <a:r>
              <a:rPr lang="en" sz="3333" b="1" dirty="0"/>
              <a:t>Starting from scratch </a:t>
            </a:r>
            <a:r>
              <a:rPr lang="en" sz="3333" dirty="0"/>
              <a:t>write a python script that allows you to play rock, paper, scissors against the computer.</a:t>
            </a:r>
            <a:endParaRPr sz="3333" dirty="0"/>
          </a:p>
          <a:p>
            <a:pPr marL="0" indent="0">
              <a:spcBef>
                <a:spcPts val="1600"/>
              </a:spcBef>
              <a:buNone/>
            </a:pPr>
            <a:r>
              <a:rPr lang="en" sz="3333" i="1" dirty="0"/>
              <a:t>However</a:t>
            </a:r>
            <a:r>
              <a:rPr lang="en" sz="3333" dirty="0"/>
              <a:t>, in this version you will ask the user how many games they want to play to determine the overall winner.  The computer has other things to do, so it will only accept playing the best of 1 to 9 games.</a:t>
            </a:r>
            <a:br>
              <a:rPr lang="en" sz="3333" dirty="0"/>
            </a:br>
            <a:br>
              <a:rPr lang="en" sz="3333" dirty="0"/>
            </a:br>
            <a:r>
              <a:rPr lang="en" sz="3333" dirty="0"/>
              <a:t>Example:  How many games would you like to play to determine who is the ultimate winner?  </a:t>
            </a:r>
            <a:br>
              <a:rPr lang="en" sz="3333" dirty="0"/>
            </a:br>
            <a:br>
              <a:rPr lang="en" sz="3333" dirty="0"/>
            </a:br>
            <a:r>
              <a:rPr lang="en" sz="3333" dirty="0"/>
              <a:t>Implied:  User input can only be an odd number from 1 to 9.  Continue to ask the user to re-enter how many games they would like to play until the user meets these criteria.  </a:t>
            </a:r>
            <a:endParaRPr sz="3333" dirty="0"/>
          </a:p>
          <a:p>
            <a:pPr marL="0" indent="0">
              <a:spcBef>
                <a:spcPts val="1600"/>
              </a:spcBef>
              <a:buNone/>
            </a:pPr>
            <a:r>
              <a:rPr lang="en" sz="3333" dirty="0"/>
              <a:t>Also implied:  If the user wants to play the best of 3 games, and wins the first two, they do not need to play a third game.</a:t>
            </a:r>
            <a:endParaRPr sz="3333" dirty="0"/>
          </a:p>
          <a:p>
            <a:pPr marL="0" indent="0">
              <a:spcBef>
                <a:spcPts val="1600"/>
              </a:spcBef>
              <a:buNone/>
            </a:pPr>
            <a:r>
              <a:rPr lang="en" sz="3333" b="1" dirty="0"/>
              <a:t>Bonus:  </a:t>
            </a:r>
            <a:r>
              <a:rPr lang="en" sz="3333" dirty="0"/>
              <a:t>Incorporate ASCII-ART and delays into your game to add some flare.</a:t>
            </a:r>
            <a:endParaRPr sz="3333" dirty="0"/>
          </a:p>
          <a:p>
            <a:pPr marL="0" indent="0">
              <a:spcBef>
                <a:spcPts val="1600"/>
              </a:spcBef>
              <a:buNone/>
            </a:pPr>
            <a:r>
              <a:rPr lang="en" sz="3333" b="1" u="sng" dirty="0"/>
              <a:t>DO NOT USE GENERATIVE AI – PUSH YOURSELF TO FIGURE THIS OUT</a:t>
            </a:r>
            <a:endParaRPr sz="3333" b="1" u="sng" dirty="0"/>
          </a:p>
          <a:p>
            <a:pPr marL="0" indent="0">
              <a:spcBef>
                <a:spcPts val="1600"/>
              </a:spcBef>
              <a:buNone/>
            </a:pPr>
            <a:endParaRPr dirty="0"/>
          </a:p>
          <a:p>
            <a:pPr marL="0" indent="0">
              <a:spcBef>
                <a:spcPts val="1600"/>
              </a:spcBef>
              <a:spcAft>
                <a:spcPts val="1600"/>
              </a:spcAft>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5"/>
          <p:cNvSpPr txBox="1">
            <a:spLocks noGrp="1"/>
          </p:cNvSpPr>
          <p:nvPr>
            <p:ph type="body" idx="1"/>
          </p:nvPr>
        </p:nvSpPr>
        <p:spPr>
          <a:xfrm>
            <a:off x="415600" y="284900"/>
            <a:ext cx="11360800" cy="6323600"/>
          </a:xfrm>
          <a:prstGeom prst="rect">
            <a:avLst/>
          </a:prstGeom>
        </p:spPr>
        <p:txBody>
          <a:bodyPr spcFirstLastPara="1" vert="horz" wrap="square" lIns="121900" tIns="121900" rIns="121900" bIns="121900" spcCol="365760" rtlCol="0" anchor="t" anchorCtr="0">
            <a:normAutofit/>
          </a:bodyPr>
          <a:lstStyle/>
          <a:p>
            <a:pPr marL="0" indent="0">
              <a:buNone/>
            </a:pPr>
            <a:r>
              <a:rPr lang="en" sz="3333" b="1" u="sng"/>
              <a:t>Problem 1 Assessment</a:t>
            </a:r>
            <a:endParaRPr sz="3333" b="1" u="sng"/>
          </a:p>
          <a:p>
            <a:pPr marL="0" indent="0">
              <a:spcBef>
                <a:spcPts val="1600"/>
              </a:spcBef>
              <a:buNone/>
            </a:pPr>
            <a:endParaRPr/>
          </a:p>
          <a:p>
            <a:pPr marL="0" indent="0">
              <a:spcBef>
                <a:spcPts val="1600"/>
              </a:spcBef>
              <a:spcAft>
                <a:spcPts val="1600"/>
              </a:spcAft>
              <a:buNone/>
            </a:pPr>
            <a:endParaRPr/>
          </a:p>
        </p:txBody>
      </p:sp>
      <p:graphicFrame>
        <p:nvGraphicFramePr>
          <p:cNvPr id="65" name="Google Shape;65;p15"/>
          <p:cNvGraphicFramePr/>
          <p:nvPr>
            <p:extLst>
              <p:ext uri="{D42A27DB-BD31-4B8C-83A1-F6EECF244321}">
                <p14:modId xmlns:p14="http://schemas.microsoft.com/office/powerpoint/2010/main" val="1828954826"/>
              </p:ext>
            </p:extLst>
          </p:nvPr>
        </p:nvGraphicFramePr>
        <p:xfrm>
          <a:off x="1270000" y="1254580"/>
          <a:ext cx="9652000" cy="5318520"/>
        </p:xfrm>
        <a:graphic>
          <a:graphicData uri="http://schemas.openxmlformats.org/drawingml/2006/table">
            <a:tbl>
              <a:tblPr>
                <a:noFill/>
              </a:tblPr>
              <a:tblGrid>
                <a:gridCol w="1303533">
                  <a:extLst>
                    <a:ext uri="{9D8B030D-6E8A-4147-A177-3AD203B41FA5}">
                      <a16:colId xmlns:a16="http://schemas.microsoft.com/office/drawing/2014/main" val="20000"/>
                    </a:ext>
                  </a:extLst>
                </a:gridCol>
                <a:gridCol w="8348467">
                  <a:extLst>
                    <a:ext uri="{9D8B030D-6E8A-4147-A177-3AD203B41FA5}">
                      <a16:colId xmlns:a16="http://schemas.microsoft.com/office/drawing/2014/main" val="20001"/>
                    </a:ext>
                  </a:extLst>
                </a:gridCol>
              </a:tblGrid>
              <a:tr h="589240">
                <a:tc>
                  <a:txBody>
                    <a:bodyPr/>
                    <a:lstStyle/>
                    <a:p>
                      <a:pPr marL="0" lvl="0" indent="0" algn="l" rtl="0">
                        <a:spcBef>
                          <a:spcPts val="0"/>
                        </a:spcBef>
                        <a:spcAft>
                          <a:spcPts val="0"/>
                        </a:spcAft>
                        <a:buNone/>
                      </a:pPr>
                      <a:r>
                        <a:rPr lang="en" sz="2300"/>
                        <a:t>Grade</a:t>
                      </a:r>
                      <a:endParaRPr sz="2300"/>
                    </a:p>
                  </a:txBody>
                  <a:tcPr marL="121900" marR="121900" marT="121900" marB="121900"/>
                </a:tc>
                <a:tc>
                  <a:txBody>
                    <a:bodyPr/>
                    <a:lstStyle/>
                    <a:p>
                      <a:pPr marL="0" lvl="0" indent="0" algn="l" rtl="0">
                        <a:spcBef>
                          <a:spcPts val="0"/>
                        </a:spcBef>
                        <a:spcAft>
                          <a:spcPts val="0"/>
                        </a:spcAft>
                        <a:buNone/>
                      </a:pPr>
                      <a:r>
                        <a:rPr lang="en" sz="2300"/>
                        <a:t>Criteria</a:t>
                      </a:r>
                      <a:endParaRPr sz="2300"/>
                    </a:p>
                  </a:txBody>
                  <a:tcPr marL="121900" marR="121900" marT="121900" marB="121900"/>
                </a:tc>
                <a:extLst>
                  <a:ext uri="{0D108BD9-81ED-4DB2-BD59-A6C34878D82A}">
                    <a16:rowId xmlns:a16="http://schemas.microsoft.com/office/drawing/2014/main" val="10000"/>
                  </a:ext>
                </a:extLst>
              </a:tr>
              <a:tr h="589240">
                <a:tc>
                  <a:txBody>
                    <a:bodyPr/>
                    <a:lstStyle/>
                    <a:p>
                      <a:pPr marL="0" lvl="0" indent="0" algn="l" rtl="0">
                        <a:spcBef>
                          <a:spcPts val="0"/>
                        </a:spcBef>
                        <a:spcAft>
                          <a:spcPts val="0"/>
                        </a:spcAft>
                        <a:buNone/>
                      </a:pPr>
                      <a:r>
                        <a:rPr lang="en" sz="2300"/>
                        <a:t>D</a:t>
                      </a:r>
                      <a:endParaRPr sz="2300"/>
                    </a:p>
                  </a:txBody>
                  <a:tcPr marL="121900" marR="121900" marT="121900" marB="121900"/>
                </a:tc>
                <a:tc>
                  <a:txBody>
                    <a:bodyPr/>
                    <a:lstStyle/>
                    <a:p>
                      <a:pPr marL="0" lvl="0" indent="0" algn="l" rtl="0">
                        <a:spcBef>
                          <a:spcPts val="0"/>
                        </a:spcBef>
                        <a:spcAft>
                          <a:spcPts val="0"/>
                        </a:spcAft>
                        <a:buNone/>
                      </a:pPr>
                      <a:r>
                        <a:rPr lang="en" sz="2300"/>
                        <a:t>You can play one game of RPS against the computer.</a:t>
                      </a:r>
                      <a:endParaRPr sz="2300"/>
                    </a:p>
                  </a:txBody>
                  <a:tcPr marL="121900" marR="121900" marT="121900" marB="121900"/>
                </a:tc>
                <a:extLst>
                  <a:ext uri="{0D108BD9-81ED-4DB2-BD59-A6C34878D82A}">
                    <a16:rowId xmlns:a16="http://schemas.microsoft.com/office/drawing/2014/main" val="10001"/>
                  </a:ext>
                </a:extLst>
              </a:tr>
              <a:tr h="1280120">
                <a:tc>
                  <a:txBody>
                    <a:bodyPr/>
                    <a:lstStyle/>
                    <a:p>
                      <a:pPr marL="0" lvl="0" indent="0" algn="l" rtl="0">
                        <a:spcBef>
                          <a:spcPts val="0"/>
                        </a:spcBef>
                        <a:spcAft>
                          <a:spcPts val="0"/>
                        </a:spcAft>
                        <a:buNone/>
                      </a:pPr>
                      <a:r>
                        <a:rPr lang="en" sz="2300"/>
                        <a:t>C</a:t>
                      </a:r>
                      <a:endParaRPr sz="2300"/>
                    </a:p>
                  </a:txBody>
                  <a:tcPr marL="121900" marR="121900" marT="121900" marB="121900"/>
                </a:tc>
                <a:tc>
                  <a:txBody>
                    <a:bodyPr/>
                    <a:lstStyle/>
                    <a:p>
                      <a:pPr marL="0" lvl="0" indent="0" algn="l" rtl="0">
                        <a:spcBef>
                          <a:spcPts val="0"/>
                        </a:spcBef>
                        <a:spcAft>
                          <a:spcPts val="0"/>
                        </a:spcAft>
                        <a:buNone/>
                      </a:pPr>
                      <a:r>
                        <a:rPr lang="en" sz="2300"/>
                        <a:t>You can specify the number of games to play, but the computer plays all of the games without determining “best of” the number of games.</a:t>
                      </a:r>
                      <a:endParaRPr sz="2300"/>
                    </a:p>
                  </a:txBody>
                  <a:tcPr marL="121900" marR="121900" marT="121900" marB="121900"/>
                </a:tc>
                <a:extLst>
                  <a:ext uri="{0D108BD9-81ED-4DB2-BD59-A6C34878D82A}">
                    <a16:rowId xmlns:a16="http://schemas.microsoft.com/office/drawing/2014/main" val="10002"/>
                  </a:ext>
                </a:extLst>
              </a:tr>
              <a:tr h="934680">
                <a:tc>
                  <a:txBody>
                    <a:bodyPr/>
                    <a:lstStyle/>
                    <a:p>
                      <a:pPr marL="0" lvl="0" indent="0" algn="l" rtl="0">
                        <a:spcBef>
                          <a:spcPts val="0"/>
                        </a:spcBef>
                        <a:spcAft>
                          <a:spcPts val="0"/>
                        </a:spcAft>
                        <a:buNone/>
                      </a:pPr>
                      <a:r>
                        <a:rPr lang="en" sz="2300"/>
                        <a:t>B</a:t>
                      </a:r>
                      <a:endParaRPr sz="2300"/>
                    </a:p>
                  </a:txBody>
                  <a:tcPr marL="121900" marR="121900" marT="121900" marB="121900"/>
                </a:tc>
                <a:tc>
                  <a:txBody>
                    <a:bodyPr/>
                    <a:lstStyle/>
                    <a:p>
                      <a:pPr marL="0" lvl="0" indent="0" algn="l" rtl="0">
                        <a:spcBef>
                          <a:spcPts val="0"/>
                        </a:spcBef>
                        <a:spcAft>
                          <a:spcPts val="0"/>
                        </a:spcAft>
                        <a:buNone/>
                      </a:pPr>
                      <a:r>
                        <a:rPr lang="en" sz="2300"/>
                        <a:t>Input is validated correctly, so only 1, 3, 5, 7, or 9 games can be played.</a:t>
                      </a:r>
                      <a:endParaRPr sz="2300"/>
                    </a:p>
                  </a:txBody>
                  <a:tcPr marL="121900" marR="121900" marT="121900" marB="121900"/>
                </a:tc>
                <a:extLst>
                  <a:ext uri="{0D108BD9-81ED-4DB2-BD59-A6C34878D82A}">
                    <a16:rowId xmlns:a16="http://schemas.microsoft.com/office/drawing/2014/main" val="10003"/>
                  </a:ext>
                </a:extLst>
              </a:tr>
              <a:tr h="1280120">
                <a:tc>
                  <a:txBody>
                    <a:bodyPr/>
                    <a:lstStyle/>
                    <a:p>
                      <a:pPr marL="0" lvl="0" indent="0" algn="l" rtl="0">
                        <a:spcBef>
                          <a:spcPts val="0"/>
                        </a:spcBef>
                        <a:spcAft>
                          <a:spcPts val="0"/>
                        </a:spcAft>
                        <a:buNone/>
                      </a:pPr>
                      <a:r>
                        <a:rPr lang="en" sz="2300"/>
                        <a:t>A</a:t>
                      </a:r>
                      <a:endParaRPr sz="2300"/>
                    </a:p>
                  </a:txBody>
                  <a:tcPr marL="121900" marR="121900" marT="121900" marB="121900"/>
                </a:tc>
                <a:tc>
                  <a:txBody>
                    <a:bodyPr/>
                    <a:lstStyle/>
                    <a:p>
                      <a:pPr marL="0" lvl="0" indent="0" algn="l" rtl="0">
                        <a:spcBef>
                          <a:spcPts val="0"/>
                        </a:spcBef>
                        <a:spcAft>
                          <a:spcPts val="0"/>
                        </a:spcAft>
                        <a:buNone/>
                      </a:pPr>
                      <a:r>
                        <a:rPr lang="en" sz="2300"/>
                        <a:t>Input is validated correctly, and the game incorporates best-of analysis (i.e. if the user wants to play 3 games and wins the first 2, the third game will not be played.</a:t>
                      </a:r>
                      <a:endParaRPr sz="2300"/>
                    </a:p>
                  </a:txBody>
                  <a:tcPr marL="121900" marR="121900" marT="121900" marB="121900"/>
                </a:tc>
                <a:extLst>
                  <a:ext uri="{0D108BD9-81ED-4DB2-BD59-A6C34878D82A}">
                    <a16:rowId xmlns:a16="http://schemas.microsoft.com/office/drawing/2014/main" val="10004"/>
                  </a:ext>
                </a:extLst>
              </a:tr>
              <a:tr h="589240">
                <a:tc>
                  <a:txBody>
                    <a:bodyPr/>
                    <a:lstStyle/>
                    <a:p>
                      <a:pPr marL="0" lvl="0" indent="0" algn="l" rtl="0">
                        <a:spcBef>
                          <a:spcPts val="0"/>
                        </a:spcBef>
                        <a:spcAft>
                          <a:spcPts val="0"/>
                        </a:spcAft>
                        <a:buNone/>
                      </a:pPr>
                      <a:r>
                        <a:rPr lang="en" sz="2300"/>
                        <a:t>A+</a:t>
                      </a:r>
                      <a:endParaRPr sz="2300"/>
                    </a:p>
                  </a:txBody>
                  <a:tcPr marL="121900" marR="121900" marT="121900" marB="121900"/>
                </a:tc>
                <a:tc>
                  <a:txBody>
                    <a:bodyPr/>
                    <a:lstStyle/>
                    <a:p>
                      <a:pPr marL="0" lvl="0" indent="0" algn="l" rtl="0">
                        <a:spcBef>
                          <a:spcPts val="0"/>
                        </a:spcBef>
                        <a:spcAft>
                          <a:spcPts val="0"/>
                        </a:spcAft>
                        <a:buNone/>
                      </a:pPr>
                      <a:r>
                        <a:rPr lang="en" sz="2300" dirty="0"/>
                        <a:t>Added ASCII Art and delays for style</a:t>
                      </a:r>
                      <a:endParaRPr sz="2300" dirty="0"/>
                    </a:p>
                  </a:txBody>
                  <a:tcPr marL="121900" marR="121900" marT="121900" marB="121900"/>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6"/>
          <p:cNvSpPr txBox="1">
            <a:spLocks noGrp="1"/>
          </p:cNvSpPr>
          <p:nvPr>
            <p:ph type="body" idx="1"/>
          </p:nvPr>
        </p:nvSpPr>
        <p:spPr>
          <a:xfrm>
            <a:off x="415600" y="284900"/>
            <a:ext cx="11360800" cy="6323600"/>
          </a:xfrm>
          <a:prstGeom prst="rect">
            <a:avLst/>
          </a:prstGeom>
        </p:spPr>
        <p:txBody>
          <a:bodyPr spcFirstLastPara="1" vert="horz" wrap="square" lIns="121900" tIns="121900" rIns="121900" bIns="121900" spcCol="365760" rtlCol="0" anchor="t" anchorCtr="0">
            <a:noAutofit/>
          </a:bodyPr>
          <a:lstStyle/>
          <a:p>
            <a:pPr marL="0" indent="0">
              <a:buNone/>
            </a:pPr>
            <a:r>
              <a:rPr lang="en" sz="2000" b="1" u="sng" dirty="0"/>
              <a:t>Pre Class Problem 2 - Pizza Shop Shenanigans (20 min)</a:t>
            </a:r>
            <a:endParaRPr sz="2000" b="1" u="sng" dirty="0"/>
          </a:p>
          <a:p>
            <a:pPr marL="0" indent="0">
              <a:spcBef>
                <a:spcPts val="1600"/>
              </a:spcBef>
              <a:buNone/>
            </a:pPr>
            <a:r>
              <a:rPr lang="en" sz="2000" dirty="0"/>
              <a:t>Your local pizza shop (“Byte da Pi”) is rolling out so-called ‘deals’ on the regular, but you’ve become suspicious if they are </a:t>
            </a:r>
            <a:r>
              <a:rPr lang="en" sz="2000" i="1" dirty="0"/>
              <a:t>actually deals</a:t>
            </a:r>
            <a:r>
              <a:rPr lang="en" sz="2000" dirty="0"/>
              <a:t>.</a:t>
            </a:r>
            <a:endParaRPr sz="2000" dirty="0"/>
          </a:p>
          <a:p>
            <a:pPr marL="0" indent="0">
              <a:spcBef>
                <a:spcPts val="1600"/>
              </a:spcBef>
              <a:buNone/>
            </a:pPr>
            <a:r>
              <a:rPr lang="en" sz="2000" dirty="0"/>
              <a:t>For instance, this week Byte da Pi is offering two small pizzas (10” diameter) for $19.99.  However, their regular priced large pizza (16” diameter) is priced $20.99.  Are the two small pizzas really a deal at $19.99?</a:t>
            </a:r>
            <a:endParaRPr sz="2000" dirty="0"/>
          </a:p>
          <a:p>
            <a:pPr marL="0" indent="0">
              <a:spcBef>
                <a:spcPts val="1600"/>
              </a:spcBef>
              <a:buNone/>
            </a:pPr>
            <a:r>
              <a:rPr lang="en" sz="2000" dirty="0"/>
              <a:t>Implied:  You need to determine the area of the pizzas.</a:t>
            </a:r>
            <a:endParaRPr sz="2000" dirty="0"/>
          </a:p>
          <a:p>
            <a:pPr marL="0" indent="0">
              <a:spcBef>
                <a:spcPts val="1600"/>
              </a:spcBef>
              <a:buNone/>
            </a:pPr>
            <a:r>
              <a:rPr lang="en" sz="2000" dirty="0"/>
              <a:t>Solve for this specific deal, and then create two functions to help you solve for </a:t>
            </a:r>
            <a:r>
              <a:rPr lang="en" sz="2000" i="1" dirty="0"/>
              <a:t>any</a:t>
            </a:r>
            <a:r>
              <a:rPr lang="en" sz="2000" dirty="0"/>
              <a:t> deal.</a:t>
            </a:r>
            <a:endParaRPr sz="2000" dirty="0"/>
          </a:p>
          <a:p>
            <a:pPr marL="0" indent="0">
              <a:spcBef>
                <a:spcPts val="1600"/>
              </a:spcBef>
              <a:buNone/>
            </a:pPr>
            <a:r>
              <a:rPr lang="en" sz="2000" dirty="0"/>
              <a:t>The first function should determine the price per square inch of pizza.  </a:t>
            </a:r>
            <a:r>
              <a:rPr lang="en" sz="2000" b="1" dirty="0"/>
              <a:t>How many parameters will this function have?</a:t>
            </a:r>
            <a:endParaRPr sz="2000" b="1" dirty="0"/>
          </a:p>
          <a:p>
            <a:pPr marL="0" indent="0">
              <a:spcBef>
                <a:spcPts val="1600"/>
              </a:spcBef>
              <a:buNone/>
            </a:pPr>
            <a:r>
              <a:rPr lang="en" sz="2000" dirty="0"/>
              <a:t>The second function should compare deals based on $/in</a:t>
            </a:r>
            <a:r>
              <a:rPr lang="en" sz="2000" baseline="30000" dirty="0"/>
              <a:t>2</a:t>
            </a:r>
            <a:r>
              <a:rPr lang="en" sz="2000" dirty="0"/>
              <a:t> and quantity of pizzas offered in the deal.  </a:t>
            </a:r>
            <a:r>
              <a:rPr lang="en" sz="2000" b="1" dirty="0"/>
              <a:t>This function should have four parameters. What are they?</a:t>
            </a:r>
            <a:endParaRPr sz="2000" b="1" dirty="0"/>
          </a:p>
          <a:p>
            <a:pPr marL="0" indent="0">
              <a:spcBef>
                <a:spcPts val="1600"/>
              </a:spcBef>
              <a:buNone/>
            </a:pPr>
            <a:r>
              <a:rPr lang="en" sz="2000" b="1" dirty="0"/>
              <a:t>BONUS:  </a:t>
            </a:r>
            <a:r>
              <a:rPr lang="en" sz="2000" dirty="0"/>
              <a:t>If your program finds it to be a good deal, your python script should open the webpage of a local pizza shop.  If your program finds it to be a bad deal, tell the user, and open the webpage of a pizza chain (Dominoes/Papa Johns…).  Also add ASCII Art.</a:t>
            </a:r>
            <a:endParaRPr sz="2000" dirty="0"/>
          </a:p>
          <a:p>
            <a:pPr marL="0" indent="0">
              <a:spcBef>
                <a:spcPts val="1600"/>
              </a:spcBef>
              <a:spcAft>
                <a:spcPts val="1600"/>
              </a:spcAft>
              <a:buNone/>
            </a:pPr>
            <a:endParaRPr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7"/>
          <p:cNvSpPr txBox="1">
            <a:spLocks noGrp="1"/>
          </p:cNvSpPr>
          <p:nvPr>
            <p:ph type="body" idx="1"/>
          </p:nvPr>
        </p:nvSpPr>
        <p:spPr>
          <a:xfrm>
            <a:off x="415600" y="284900"/>
            <a:ext cx="11360800" cy="6323600"/>
          </a:xfrm>
          <a:prstGeom prst="rect">
            <a:avLst/>
          </a:prstGeom>
        </p:spPr>
        <p:txBody>
          <a:bodyPr spcFirstLastPara="1" vert="horz" wrap="square" lIns="121900" tIns="121900" rIns="121900" bIns="121900" spcCol="365760" rtlCol="0" anchor="t" anchorCtr="0">
            <a:normAutofit/>
          </a:bodyPr>
          <a:lstStyle/>
          <a:p>
            <a:pPr marL="0" indent="0">
              <a:buNone/>
            </a:pPr>
            <a:r>
              <a:rPr lang="en" sz="3333" b="1" u="sng"/>
              <a:t>Problem 2 Assessment</a:t>
            </a:r>
            <a:endParaRPr sz="3333" b="1" u="sng"/>
          </a:p>
          <a:p>
            <a:pPr marL="0" indent="0">
              <a:spcBef>
                <a:spcPts val="1600"/>
              </a:spcBef>
              <a:buNone/>
            </a:pPr>
            <a:endParaRPr/>
          </a:p>
          <a:p>
            <a:pPr marL="0" indent="0">
              <a:spcBef>
                <a:spcPts val="1600"/>
              </a:spcBef>
              <a:spcAft>
                <a:spcPts val="1600"/>
              </a:spcAft>
              <a:buNone/>
            </a:pPr>
            <a:endParaRPr/>
          </a:p>
        </p:txBody>
      </p:sp>
      <p:graphicFrame>
        <p:nvGraphicFramePr>
          <p:cNvPr id="76" name="Google Shape;76;p17"/>
          <p:cNvGraphicFramePr/>
          <p:nvPr/>
        </p:nvGraphicFramePr>
        <p:xfrm>
          <a:off x="1270000" y="1497933"/>
          <a:ext cx="9652000" cy="3916440"/>
        </p:xfrm>
        <a:graphic>
          <a:graphicData uri="http://schemas.openxmlformats.org/drawingml/2006/table">
            <a:tbl>
              <a:tblPr>
                <a:noFill/>
              </a:tblPr>
              <a:tblGrid>
                <a:gridCol w="1303533">
                  <a:extLst>
                    <a:ext uri="{9D8B030D-6E8A-4147-A177-3AD203B41FA5}">
                      <a16:colId xmlns:a16="http://schemas.microsoft.com/office/drawing/2014/main" val="20000"/>
                    </a:ext>
                  </a:extLst>
                </a:gridCol>
                <a:gridCol w="8348467">
                  <a:extLst>
                    <a:ext uri="{9D8B030D-6E8A-4147-A177-3AD203B41FA5}">
                      <a16:colId xmlns:a16="http://schemas.microsoft.com/office/drawing/2014/main" val="20001"/>
                    </a:ext>
                  </a:extLst>
                </a:gridCol>
              </a:tblGrid>
              <a:tr h="589240">
                <a:tc>
                  <a:txBody>
                    <a:bodyPr/>
                    <a:lstStyle/>
                    <a:p>
                      <a:pPr marL="0" lvl="0" indent="0" algn="l" rtl="0">
                        <a:spcBef>
                          <a:spcPts val="0"/>
                        </a:spcBef>
                        <a:spcAft>
                          <a:spcPts val="0"/>
                        </a:spcAft>
                        <a:buNone/>
                      </a:pPr>
                      <a:r>
                        <a:rPr lang="en" sz="2300"/>
                        <a:t>Grade</a:t>
                      </a:r>
                      <a:endParaRPr sz="2300"/>
                    </a:p>
                  </a:txBody>
                  <a:tcPr marL="121900" marR="121900" marT="121900" marB="121900"/>
                </a:tc>
                <a:tc>
                  <a:txBody>
                    <a:bodyPr/>
                    <a:lstStyle/>
                    <a:p>
                      <a:pPr marL="0" lvl="0" indent="0" algn="l" rtl="0">
                        <a:spcBef>
                          <a:spcPts val="0"/>
                        </a:spcBef>
                        <a:spcAft>
                          <a:spcPts val="0"/>
                        </a:spcAft>
                        <a:buNone/>
                      </a:pPr>
                      <a:r>
                        <a:rPr lang="en" sz="2300"/>
                        <a:t>Criteria</a:t>
                      </a:r>
                      <a:endParaRPr sz="2300"/>
                    </a:p>
                  </a:txBody>
                  <a:tcPr marL="121900" marR="121900" marT="121900" marB="121900"/>
                </a:tc>
                <a:extLst>
                  <a:ext uri="{0D108BD9-81ED-4DB2-BD59-A6C34878D82A}">
                    <a16:rowId xmlns:a16="http://schemas.microsoft.com/office/drawing/2014/main" val="10000"/>
                  </a:ext>
                </a:extLst>
              </a:tr>
              <a:tr h="589240">
                <a:tc>
                  <a:txBody>
                    <a:bodyPr/>
                    <a:lstStyle/>
                    <a:p>
                      <a:pPr marL="0" lvl="0" indent="0" algn="l" rtl="0">
                        <a:spcBef>
                          <a:spcPts val="0"/>
                        </a:spcBef>
                        <a:spcAft>
                          <a:spcPts val="0"/>
                        </a:spcAft>
                        <a:buNone/>
                      </a:pPr>
                      <a:r>
                        <a:rPr lang="en" sz="2300"/>
                        <a:t>D</a:t>
                      </a:r>
                      <a:endParaRPr sz="2300"/>
                    </a:p>
                  </a:txBody>
                  <a:tcPr marL="121900" marR="121900" marT="121900" marB="121900"/>
                </a:tc>
                <a:tc>
                  <a:txBody>
                    <a:bodyPr/>
                    <a:lstStyle/>
                    <a:p>
                      <a:pPr marL="0" lvl="0" indent="0" algn="l" rtl="0">
                        <a:spcBef>
                          <a:spcPts val="0"/>
                        </a:spcBef>
                        <a:spcAft>
                          <a:spcPts val="0"/>
                        </a:spcAft>
                        <a:buNone/>
                      </a:pPr>
                      <a:r>
                        <a:rPr lang="en" sz="2300"/>
                        <a:t>You correctly solve the given deal</a:t>
                      </a:r>
                      <a:endParaRPr sz="2300"/>
                    </a:p>
                  </a:txBody>
                  <a:tcPr marL="121900" marR="121900" marT="121900" marB="121900"/>
                </a:tc>
                <a:extLst>
                  <a:ext uri="{0D108BD9-81ED-4DB2-BD59-A6C34878D82A}">
                    <a16:rowId xmlns:a16="http://schemas.microsoft.com/office/drawing/2014/main" val="10001"/>
                  </a:ext>
                </a:extLst>
              </a:tr>
              <a:tr h="589240">
                <a:tc>
                  <a:txBody>
                    <a:bodyPr/>
                    <a:lstStyle/>
                    <a:p>
                      <a:pPr marL="0" lvl="0" indent="0" algn="l" rtl="0">
                        <a:spcBef>
                          <a:spcPts val="0"/>
                        </a:spcBef>
                        <a:spcAft>
                          <a:spcPts val="0"/>
                        </a:spcAft>
                        <a:buNone/>
                      </a:pPr>
                      <a:r>
                        <a:rPr lang="en" sz="2300"/>
                        <a:t>C</a:t>
                      </a:r>
                      <a:endParaRPr sz="2300"/>
                    </a:p>
                  </a:txBody>
                  <a:tcPr marL="121900" marR="121900" marT="121900" marB="121900"/>
                </a:tc>
                <a:tc>
                  <a:txBody>
                    <a:bodyPr/>
                    <a:lstStyle/>
                    <a:p>
                      <a:pPr marL="0" lvl="0" indent="0" algn="l" rtl="0">
                        <a:spcBef>
                          <a:spcPts val="0"/>
                        </a:spcBef>
                        <a:spcAft>
                          <a:spcPts val="0"/>
                        </a:spcAft>
                        <a:buNone/>
                      </a:pPr>
                      <a:r>
                        <a:rPr lang="en" sz="2300"/>
                        <a:t>You write a function to determine price per in squared.</a:t>
                      </a:r>
                      <a:endParaRPr sz="2300"/>
                    </a:p>
                  </a:txBody>
                  <a:tcPr marL="121900" marR="121900" marT="121900" marB="121900"/>
                </a:tc>
                <a:extLst>
                  <a:ext uri="{0D108BD9-81ED-4DB2-BD59-A6C34878D82A}">
                    <a16:rowId xmlns:a16="http://schemas.microsoft.com/office/drawing/2014/main" val="10002"/>
                  </a:ext>
                </a:extLst>
              </a:tr>
              <a:tr h="589240">
                <a:tc>
                  <a:txBody>
                    <a:bodyPr/>
                    <a:lstStyle/>
                    <a:p>
                      <a:pPr marL="0" lvl="0" indent="0" algn="l" rtl="0">
                        <a:spcBef>
                          <a:spcPts val="0"/>
                        </a:spcBef>
                        <a:spcAft>
                          <a:spcPts val="0"/>
                        </a:spcAft>
                        <a:buNone/>
                      </a:pPr>
                      <a:r>
                        <a:rPr lang="en" sz="2300"/>
                        <a:t>B</a:t>
                      </a:r>
                      <a:endParaRPr sz="2300"/>
                    </a:p>
                  </a:txBody>
                  <a:tcPr marL="121900" marR="121900" marT="121900" marB="121900"/>
                </a:tc>
                <a:tc>
                  <a:txBody>
                    <a:bodyPr/>
                    <a:lstStyle/>
                    <a:p>
                      <a:pPr marL="0" lvl="0" indent="0" algn="l" rtl="0">
                        <a:spcBef>
                          <a:spcPts val="0"/>
                        </a:spcBef>
                        <a:spcAft>
                          <a:spcPts val="0"/>
                        </a:spcAft>
                        <a:buNone/>
                      </a:pPr>
                      <a:r>
                        <a:rPr lang="en" sz="2300"/>
                        <a:t>You write a function to compare prices and quantity of pizzas.</a:t>
                      </a:r>
                      <a:endParaRPr sz="2300"/>
                    </a:p>
                  </a:txBody>
                  <a:tcPr marL="121900" marR="121900" marT="121900" marB="121900"/>
                </a:tc>
                <a:extLst>
                  <a:ext uri="{0D108BD9-81ED-4DB2-BD59-A6C34878D82A}">
                    <a16:rowId xmlns:a16="http://schemas.microsoft.com/office/drawing/2014/main" val="10003"/>
                  </a:ext>
                </a:extLst>
              </a:tr>
              <a:tr h="934680">
                <a:tc>
                  <a:txBody>
                    <a:bodyPr/>
                    <a:lstStyle/>
                    <a:p>
                      <a:pPr marL="0" lvl="0" indent="0" algn="l" rtl="0">
                        <a:spcBef>
                          <a:spcPts val="0"/>
                        </a:spcBef>
                        <a:spcAft>
                          <a:spcPts val="0"/>
                        </a:spcAft>
                        <a:buNone/>
                      </a:pPr>
                      <a:r>
                        <a:rPr lang="en" sz="2300"/>
                        <a:t>A</a:t>
                      </a:r>
                      <a:endParaRPr sz="2300"/>
                    </a:p>
                  </a:txBody>
                  <a:tcPr marL="121900" marR="121900" marT="121900" marB="121900"/>
                </a:tc>
                <a:tc>
                  <a:txBody>
                    <a:bodyPr/>
                    <a:lstStyle/>
                    <a:p>
                      <a:pPr marL="0" lvl="0" indent="0" algn="l" rtl="0">
                        <a:spcBef>
                          <a:spcPts val="0"/>
                        </a:spcBef>
                        <a:spcAft>
                          <a:spcPts val="0"/>
                        </a:spcAft>
                        <a:buNone/>
                      </a:pPr>
                      <a:r>
                        <a:rPr lang="en" sz="2300"/>
                        <a:t>Your python script successfully opens webpages based on the outcome.</a:t>
                      </a:r>
                      <a:endParaRPr sz="2300"/>
                    </a:p>
                  </a:txBody>
                  <a:tcPr marL="121900" marR="121900" marT="121900" marB="121900"/>
                </a:tc>
                <a:extLst>
                  <a:ext uri="{0D108BD9-81ED-4DB2-BD59-A6C34878D82A}">
                    <a16:rowId xmlns:a16="http://schemas.microsoft.com/office/drawing/2014/main" val="10004"/>
                  </a:ext>
                </a:extLst>
              </a:tr>
              <a:tr h="589240">
                <a:tc>
                  <a:txBody>
                    <a:bodyPr/>
                    <a:lstStyle/>
                    <a:p>
                      <a:pPr marL="0" lvl="0" indent="0" algn="l" rtl="0">
                        <a:spcBef>
                          <a:spcPts val="0"/>
                        </a:spcBef>
                        <a:spcAft>
                          <a:spcPts val="0"/>
                        </a:spcAft>
                        <a:buNone/>
                      </a:pPr>
                      <a:r>
                        <a:rPr lang="en" sz="2300"/>
                        <a:t>A+</a:t>
                      </a:r>
                      <a:endParaRPr sz="2300"/>
                    </a:p>
                  </a:txBody>
                  <a:tcPr marL="121900" marR="121900" marT="121900" marB="121900"/>
                </a:tc>
                <a:tc>
                  <a:txBody>
                    <a:bodyPr/>
                    <a:lstStyle/>
                    <a:p>
                      <a:pPr marL="0" lvl="0" indent="0" algn="l" rtl="0">
                        <a:spcBef>
                          <a:spcPts val="0"/>
                        </a:spcBef>
                        <a:spcAft>
                          <a:spcPts val="0"/>
                        </a:spcAft>
                        <a:buNone/>
                      </a:pPr>
                      <a:r>
                        <a:rPr lang="en" sz="2300"/>
                        <a:t>Added ASCII Art</a:t>
                      </a:r>
                      <a:endParaRPr sz="2300"/>
                    </a:p>
                  </a:txBody>
                  <a:tcPr marL="121900" marR="121900" marT="121900" marB="121900"/>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5B1A7-8E0E-589E-EB86-60B4773E06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1A3DAE-54C2-F616-33A3-63FF6D72FBE3}"/>
              </a:ext>
            </a:extLst>
          </p:cNvPr>
          <p:cNvSpPr>
            <a:spLocks noGrp="1"/>
          </p:cNvSpPr>
          <p:nvPr>
            <p:ph type="title"/>
          </p:nvPr>
        </p:nvSpPr>
        <p:spPr>
          <a:xfrm>
            <a:off x="2793283" y="1181186"/>
            <a:ext cx="7053360" cy="780276"/>
          </a:xfrm>
        </p:spPr>
        <p:txBody>
          <a:bodyPr/>
          <a:lstStyle/>
          <a:p>
            <a:r>
              <a:rPr lang="en-US" dirty="0"/>
              <a:t>Let’s make this a function:</a:t>
            </a:r>
          </a:p>
        </p:txBody>
      </p:sp>
      <p:pic>
        <p:nvPicPr>
          <p:cNvPr id="3" name="Picture 2" descr="The compound interest formula: A = P(1 + r/n)^nt">
            <a:extLst>
              <a:ext uri="{FF2B5EF4-FFF2-40B4-BE49-F238E27FC236}">
                <a16:creationId xmlns:a16="http://schemas.microsoft.com/office/drawing/2014/main" id="{28EB7F59-C3C8-A0C1-2E1A-91BCEE397C42}"/>
              </a:ext>
            </a:extLst>
          </p:cNvPr>
          <p:cNvPicPr>
            <a:picLocks noChangeAspect="1"/>
          </p:cNvPicPr>
          <p:nvPr/>
        </p:nvPicPr>
        <p:blipFill>
          <a:blip r:embed="rId3"/>
          <a:stretch>
            <a:fillRect/>
          </a:stretch>
        </p:blipFill>
        <p:spPr>
          <a:xfrm>
            <a:off x="3704565" y="1851046"/>
            <a:ext cx="3956700" cy="2154880"/>
          </a:xfrm>
          <a:prstGeom prst="rect">
            <a:avLst/>
          </a:prstGeom>
        </p:spPr>
      </p:pic>
      <p:graphicFrame>
        <p:nvGraphicFramePr>
          <p:cNvPr id="4" name="Table 3">
            <a:extLst>
              <a:ext uri="{FF2B5EF4-FFF2-40B4-BE49-F238E27FC236}">
                <a16:creationId xmlns:a16="http://schemas.microsoft.com/office/drawing/2014/main" id="{09D2CF20-5FF3-CF01-AD9F-9B2D15DA2168}"/>
              </a:ext>
            </a:extLst>
          </p:cNvPr>
          <p:cNvGraphicFramePr>
            <a:graphicFrameLocks noGrp="1"/>
          </p:cNvGraphicFramePr>
          <p:nvPr>
            <p:extLst>
              <p:ext uri="{D42A27DB-BD31-4B8C-83A1-F6EECF244321}">
                <p14:modId xmlns:p14="http://schemas.microsoft.com/office/powerpoint/2010/main" val="1262173274"/>
              </p:ext>
            </p:extLst>
          </p:nvPr>
        </p:nvGraphicFramePr>
        <p:xfrm>
          <a:off x="423511" y="4153514"/>
          <a:ext cx="10518809" cy="2438400"/>
        </p:xfrm>
        <a:graphic>
          <a:graphicData uri="http://schemas.openxmlformats.org/drawingml/2006/table">
            <a:tbl>
              <a:tblPr firstRow="1" bandRow="1">
                <a:tableStyleId>{5C22544A-7EE6-4342-B048-85BDC9FD1C3A}</a:tableStyleId>
              </a:tblPr>
              <a:tblGrid>
                <a:gridCol w="1753135">
                  <a:extLst>
                    <a:ext uri="{9D8B030D-6E8A-4147-A177-3AD203B41FA5}">
                      <a16:colId xmlns:a16="http://schemas.microsoft.com/office/drawing/2014/main" val="1599770990"/>
                    </a:ext>
                  </a:extLst>
                </a:gridCol>
                <a:gridCol w="1753135">
                  <a:extLst>
                    <a:ext uri="{9D8B030D-6E8A-4147-A177-3AD203B41FA5}">
                      <a16:colId xmlns:a16="http://schemas.microsoft.com/office/drawing/2014/main" val="2076677805"/>
                    </a:ext>
                  </a:extLst>
                </a:gridCol>
                <a:gridCol w="1753135">
                  <a:extLst>
                    <a:ext uri="{9D8B030D-6E8A-4147-A177-3AD203B41FA5}">
                      <a16:colId xmlns:a16="http://schemas.microsoft.com/office/drawing/2014/main" val="4293853211"/>
                    </a:ext>
                  </a:extLst>
                </a:gridCol>
                <a:gridCol w="1992087">
                  <a:extLst>
                    <a:ext uri="{9D8B030D-6E8A-4147-A177-3AD203B41FA5}">
                      <a16:colId xmlns:a16="http://schemas.microsoft.com/office/drawing/2014/main" val="2141661481"/>
                    </a:ext>
                  </a:extLst>
                </a:gridCol>
                <a:gridCol w="1514182">
                  <a:extLst>
                    <a:ext uri="{9D8B030D-6E8A-4147-A177-3AD203B41FA5}">
                      <a16:colId xmlns:a16="http://schemas.microsoft.com/office/drawing/2014/main" val="1863223125"/>
                    </a:ext>
                  </a:extLst>
                </a:gridCol>
                <a:gridCol w="1753135">
                  <a:extLst>
                    <a:ext uri="{9D8B030D-6E8A-4147-A177-3AD203B41FA5}">
                      <a16:colId xmlns:a16="http://schemas.microsoft.com/office/drawing/2014/main" val="2610029996"/>
                    </a:ext>
                  </a:extLst>
                </a:gridCol>
              </a:tblGrid>
              <a:tr h="269217">
                <a:tc>
                  <a:txBody>
                    <a:bodyPr/>
                    <a:lstStyle/>
                    <a:p>
                      <a:r>
                        <a:rPr lang="en-US" dirty="0"/>
                        <a:t>Desc.</a:t>
                      </a:r>
                    </a:p>
                  </a:txBody>
                  <a:tcPr/>
                </a:tc>
                <a:tc>
                  <a:txBody>
                    <a:bodyPr/>
                    <a:lstStyle/>
                    <a:p>
                      <a:r>
                        <a:rPr lang="en-US" dirty="0"/>
                        <a:t>Principal</a:t>
                      </a:r>
                    </a:p>
                  </a:txBody>
                  <a:tcPr/>
                </a:tc>
                <a:tc>
                  <a:txBody>
                    <a:bodyPr/>
                    <a:lstStyle/>
                    <a:p>
                      <a:r>
                        <a:rPr lang="en-US" dirty="0"/>
                        <a:t>Rate</a:t>
                      </a:r>
                    </a:p>
                  </a:txBody>
                  <a:tcPr/>
                </a:tc>
                <a:tc>
                  <a:txBody>
                    <a:bodyPr/>
                    <a:lstStyle/>
                    <a:p>
                      <a:r>
                        <a:rPr lang="en-US" dirty="0"/>
                        <a:t># of times compounded annually</a:t>
                      </a:r>
                    </a:p>
                  </a:txBody>
                  <a:tcPr/>
                </a:tc>
                <a:tc>
                  <a:txBody>
                    <a:bodyPr/>
                    <a:lstStyle/>
                    <a:p>
                      <a:r>
                        <a:rPr lang="en-US" dirty="0"/>
                        <a:t>Years</a:t>
                      </a:r>
                    </a:p>
                  </a:txBody>
                  <a:tcPr/>
                </a:tc>
                <a:tc>
                  <a:txBody>
                    <a:bodyPr/>
                    <a:lstStyle/>
                    <a:p>
                      <a:r>
                        <a:rPr lang="en-US" dirty="0"/>
                        <a:t>Output</a:t>
                      </a:r>
                    </a:p>
                  </a:txBody>
                  <a:tcPr/>
                </a:tc>
                <a:extLst>
                  <a:ext uri="{0D108BD9-81ED-4DB2-BD59-A6C34878D82A}">
                    <a16:rowId xmlns:a16="http://schemas.microsoft.com/office/drawing/2014/main" val="3444101573"/>
                  </a:ext>
                </a:extLst>
              </a:tr>
              <a:tr h="269217">
                <a:tc>
                  <a:txBody>
                    <a:bodyPr/>
                    <a:lstStyle/>
                    <a:p>
                      <a:r>
                        <a:rPr lang="en-US" dirty="0"/>
                        <a:t>Normal Savings Account</a:t>
                      </a:r>
                    </a:p>
                  </a:txBody>
                  <a:tcPr/>
                </a:tc>
                <a:tc>
                  <a:txBody>
                    <a:bodyPr/>
                    <a:lstStyle/>
                    <a:p>
                      <a:r>
                        <a:rPr lang="en-US" dirty="0"/>
                        <a:t>1000</a:t>
                      </a:r>
                    </a:p>
                  </a:txBody>
                  <a:tcPr/>
                </a:tc>
                <a:tc>
                  <a:txBody>
                    <a:bodyPr/>
                    <a:lstStyle/>
                    <a:p>
                      <a:r>
                        <a:rPr lang="en-US" dirty="0"/>
                        <a:t>0.0061</a:t>
                      </a:r>
                    </a:p>
                  </a:txBody>
                  <a:tcPr/>
                </a:tc>
                <a:tc>
                  <a:txBody>
                    <a:bodyPr/>
                    <a:lstStyle/>
                    <a:p>
                      <a:r>
                        <a:rPr lang="en-US" dirty="0"/>
                        <a:t>1</a:t>
                      </a:r>
                    </a:p>
                  </a:txBody>
                  <a:tcPr/>
                </a:tc>
                <a:tc>
                  <a:txBody>
                    <a:bodyPr/>
                    <a:lstStyle/>
                    <a:p>
                      <a:r>
                        <a:rPr lang="en-US" dirty="0"/>
                        <a:t>10</a:t>
                      </a:r>
                    </a:p>
                  </a:txBody>
                  <a:tcPr/>
                </a:tc>
                <a:tc>
                  <a:txBody>
                    <a:bodyPr/>
                    <a:lstStyle/>
                    <a:p>
                      <a:r>
                        <a:rPr lang="en-US" dirty="0"/>
                        <a:t>$1062.70</a:t>
                      </a:r>
                    </a:p>
                  </a:txBody>
                  <a:tcPr/>
                </a:tc>
                <a:extLst>
                  <a:ext uri="{0D108BD9-81ED-4DB2-BD59-A6C34878D82A}">
                    <a16:rowId xmlns:a16="http://schemas.microsoft.com/office/drawing/2014/main" val="2415867046"/>
                  </a:ext>
                </a:extLst>
              </a:tr>
              <a:tr h="269217">
                <a:tc>
                  <a:txBody>
                    <a:bodyPr/>
                    <a:lstStyle/>
                    <a:p>
                      <a:r>
                        <a:rPr lang="en-US" dirty="0"/>
                        <a:t>Money Market Account (Amex)</a:t>
                      </a:r>
                    </a:p>
                  </a:txBody>
                  <a:tcPr/>
                </a:tc>
                <a:tc>
                  <a:txBody>
                    <a:bodyPr/>
                    <a:lstStyle/>
                    <a:p>
                      <a:r>
                        <a:rPr lang="en-US" dirty="0"/>
                        <a:t>1000</a:t>
                      </a:r>
                    </a:p>
                  </a:txBody>
                  <a:tcPr/>
                </a:tc>
                <a:tc>
                  <a:txBody>
                    <a:bodyPr/>
                    <a:lstStyle/>
                    <a:p>
                      <a:r>
                        <a:rPr lang="en-US" dirty="0"/>
                        <a:t>0.031</a:t>
                      </a:r>
                    </a:p>
                  </a:txBody>
                  <a:tcPr/>
                </a:tc>
                <a:tc>
                  <a:txBody>
                    <a:bodyPr/>
                    <a:lstStyle/>
                    <a:p>
                      <a:r>
                        <a:rPr lang="en-US" dirty="0"/>
                        <a:t>1</a:t>
                      </a:r>
                    </a:p>
                  </a:txBody>
                  <a:tcPr/>
                </a:tc>
                <a:tc>
                  <a:txBody>
                    <a:bodyPr/>
                    <a:lstStyle/>
                    <a:p>
                      <a:r>
                        <a:rPr lang="en-US" dirty="0"/>
                        <a:t>10</a:t>
                      </a:r>
                    </a:p>
                  </a:txBody>
                  <a:tcPr/>
                </a:tc>
                <a:tc>
                  <a:txBody>
                    <a:bodyPr/>
                    <a:lstStyle/>
                    <a:p>
                      <a:r>
                        <a:rPr lang="en-US" dirty="0"/>
                        <a:t>$1357.02</a:t>
                      </a:r>
                    </a:p>
                  </a:txBody>
                  <a:tcPr/>
                </a:tc>
                <a:extLst>
                  <a:ext uri="{0D108BD9-81ED-4DB2-BD59-A6C34878D82A}">
                    <a16:rowId xmlns:a16="http://schemas.microsoft.com/office/drawing/2014/main" val="3427481328"/>
                  </a:ext>
                </a:extLst>
              </a:tr>
              <a:tr h="269217">
                <a:tc>
                  <a:txBody>
                    <a:bodyPr/>
                    <a:lstStyle/>
                    <a:p>
                      <a:r>
                        <a:rPr lang="en-US" dirty="0"/>
                        <a:t>Index Fund</a:t>
                      </a:r>
                    </a:p>
                  </a:txBody>
                  <a:tcPr/>
                </a:tc>
                <a:tc>
                  <a:txBody>
                    <a:bodyPr/>
                    <a:lstStyle/>
                    <a:p>
                      <a:r>
                        <a:rPr lang="en-US" dirty="0"/>
                        <a:t>1000</a:t>
                      </a:r>
                    </a:p>
                  </a:txBody>
                  <a:tcPr/>
                </a:tc>
                <a:tc>
                  <a:txBody>
                    <a:bodyPr/>
                    <a:lstStyle/>
                    <a:p>
                      <a:r>
                        <a:rPr lang="en-US" dirty="0"/>
                        <a:t>0.07</a:t>
                      </a:r>
                    </a:p>
                  </a:txBody>
                  <a:tcPr/>
                </a:tc>
                <a:tc>
                  <a:txBody>
                    <a:bodyPr/>
                    <a:lstStyle/>
                    <a:p>
                      <a:r>
                        <a:rPr lang="en-US" dirty="0"/>
                        <a:t>1</a:t>
                      </a:r>
                    </a:p>
                  </a:txBody>
                  <a:tcPr/>
                </a:tc>
                <a:tc>
                  <a:txBody>
                    <a:bodyPr/>
                    <a:lstStyle/>
                    <a:p>
                      <a:r>
                        <a:rPr lang="en-US" dirty="0"/>
                        <a:t>10</a:t>
                      </a:r>
                    </a:p>
                  </a:txBody>
                  <a:tcPr/>
                </a:tc>
                <a:tc>
                  <a:txBody>
                    <a:bodyPr/>
                    <a:lstStyle/>
                    <a:p>
                      <a:r>
                        <a:rPr lang="en-US" dirty="0"/>
                        <a:t>$1967.15</a:t>
                      </a:r>
                    </a:p>
                  </a:txBody>
                  <a:tcPr/>
                </a:tc>
                <a:extLst>
                  <a:ext uri="{0D108BD9-81ED-4DB2-BD59-A6C34878D82A}">
                    <a16:rowId xmlns:a16="http://schemas.microsoft.com/office/drawing/2014/main" val="3484013442"/>
                  </a:ext>
                </a:extLst>
              </a:tr>
            </a:tbl>
          </a:graphicData>
        </a:graphic>
      </p:graphicFrame>
      <p:sp>
        <p:nvSpPr>
          <p:cNvPr id="6" name="TextBox 5">
            <a:extLst>
              <a:ext uri="{FF2B5EF4-FFF2-40B4-BE49-F238E27FC236}">
                <a16:creationId xmlns:a16="http://schemas.microsoft.com/office/drawing/2014/main" id="{18F9CE0F-A31D-0778-0E05-B216B09F4DA2}"/>
              </a:ext>
            </a:extLst>
          </p:cNvPr>
          <p:cNvSpPr txBox="1"/>
          <p:nvPr/>
        </p:nvSpPr>
        <p:spPr>
          <a:xfrm>
            <a:off x="222359" y="201022"/>
            <a:ext cx="6097604" cy="369332"/>
          </a:xfrm>
          <a:prstGeom prst="rect">
            <a:avLst/>
          </a:prstGeom>
          <a:noFill/>
        </p:spPr>
        <p:txBody>
          <a:bodyPr wrap="square">
            <a:spAutoFit/>
          </a:bodyPr>
          <a:lstStyle/>
          <a:p>
            <a:pPr marL="0" indent="0">
              <a:buNone/>
            </a:pPr>
            <a:r>
              <a:rPr lang="en-US" sz="1800" b="1" u="sng" dirty="0"/>
              <a:t>Pre Class Problem 3 – A simple function (20 min)</a:t>
            </a:r>
          </a:p>
        </p:txBody>
      </p:sp>
    </p:spTree>
    <p:extLst>
      <p:ext uri="{BB962C8B-B14F-4D97-AF65-F5344CB8AC3E}">
        <p14:creationId xmlns:p14="http://schemas.microsoft.com/office/powerpoint/2010/main" val="3180408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B4430-1F71-D899-34E4-0D4105CCE823}"/>
              </a:ext>
            </a:extLst>
          </p:cNvPr>
          <p:cNvSpPr>
            <a:spLocks noGrp="1"/>
          </p:cNvSpPr>
          <p:nvPr>
            <p:ph type="title"/>
          </p:nvPr>
        </p:nvSpPr>
        <p:spPr/>
        <p:txBody>
          <a:bodyPr/>
          <a:lstStyle/>
          <a:p>
            <a:r>
              <a:rPr lang="en-US" dirty="0"/>
              <a:t>Today’s Lesson Objectives</a:t>
            </a:r>
          </a:p>
        </p:txBody>
      </p:sp>
      <p:sp>
        <p:nvSpPr>
          <p:cNvPr id="3" name="Content Placeholder 2">
            <a:extLst>
              <a:ext uri="{FF2B5EF4-FFF2-40B4-BE49-F238E27FC236}">
                <a16:creationId xmlns:a16="http://schemas.microsoft.com/office/drawing/2014/main" id="{E76FF94A-3BCA-070D-C682-367F5F0F327C}"/>
              </a:ext>
            </a:extLst>
          </p:cNvPr>
          <p:cNvSpPr>
            <a:spLocks noGrp="1"/>
          </p:cNvSpPr>
          <p:nvPr>
            <p:ph type="body" sz="quarter" idx="11"/>
          </p:nvPr>
        </p:nvSpPr>
        <p:spPr/>
        <p:txBody>
          <a:bodyPr/>
          <a:lstStyle/>
          <a:p>
            <a:pPr marL="457200" indent="-457200">
              <a:buFont typeface="Arial" panose="020B0604020202020204" pitchFamily="34" charset="0"/>
              <a:buChar char="•"/>
            </a:pPr>
            <a:r>
              <a:rPr lang="en-US" dirty="0"/>
              <a:t>Utilize standard python functions to manipulate files</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r>
              <a:rPr lang="en-US" dirty="0"/>
              <a:t>Utilize the </a:t>
            </a:r>
            <a:r>
              <a:rPr lang="en-US" dirty="0" err="1"/>
              <a:t>os</a:t>
            </a:r>
            <a:r>
              <a:rPr lang="en-US" dirty="0"/>
              <a:t> and </a:t>
            </a:r>
            <a:r>
              <a:rPr lang="en-US" dirty="0" err="1"/>
              <a:t>pathlib.Path</a:t>
            </a:r>
            <a:r>
              <a:rPr lang="en-US" dirty="0"/>
              <a:t> modules to navigate a filesystem</a:t>
            </a:r>
          </a:p>
        </p:txBody>
      </p:sp>
    </p:spTree>
    <p:extLst>
      <p:ext uri="{BB962C8B-B14F-4D97-AF65-F5344CB8AC3E}">
        <p14:creationId xmlns:p14="http://schemas.microsoft.com/office/powerpoint/2010/main" val="3616642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9CDD8-6080-6002-43DF-A45AE5E3FD8C}"/>
              </a:ext>
            </a:extLst>
          </p:cNvPr>
          <p:cNvSpPr>
            <a:spLocks noGrp="1"/>
          </p:cNvSpPr>
          <p:nvPr>
            <p:ph type="title"/>
          </p:nvPr>
        </p:nvSpPr>
        <p:spPr/>
        <p:txBody>
          <a:bodyPr/>
          <a:lstStyle/>
          <a:p>
            <a:r>
              <a:rPr lang="en-US" dirty="0"/>
              <a:t>Manipulating files</a:t>
            </a:r>
          </a:p>
        </p:txBody>
      </p:sp>
      <p:pic>
        <p:nvPicPr>
          <p:cNvPr id="6" name="Content Placeholder 5">
            <a:extLst>
              <a:ext uri="{FF2B5EF4-FFF2-40B4-BE49-F238E27FC236}">
                <a16:creationId xmlns:a16="http://schemas.microsoft.com/office/drawing/2014/main" id="{242163BC-A88E-CDCA-639D-5B3C8DC3E870}"/>
              </a:ext>
            </a:extLst>
          </p:cNvPr>
          <p:cNvPicPr>
            <a:picLocks noGrp="1" noChangeAspect="1"/>
          </p:cNvPicPr>
          <p:nvPr>
            <p:ph idx="4294967295"/>
          </p:nvPr>
        </p:nvPicPr>
        <p:blipFill>
          <a:blip r:embed="rId3"/>
          <a:stretch>
            <a:fillRect/>
          </a:stretch>
        </p:blipFill>
        <p:spPr>
          <a:xfrm>
            <a:off x="635267" y="1005999"/>
            <a:ext cx="7466275" cy="5058481"/>
          </a:xfrm>
        </p:spPr>
      </p:pic>
    </p:spTree>
    <p:extLst>
      <p:ext uri="{BB962C8B-B14F-4D97-AF65-F5344CB8AC3E}">
        <p14:creationId xmlns:p14="http://schemas.microsoft.com/office/powerpoint/2010/main" val="1338940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909A96-B147-C0B7-6931-24BF30567220}"/>
              </a:ext>
            </a:extLst>
          </p:cNvPr>
          <p:cNvSpPr>
            <a:spLocks noGrp="1"/>
          </p:cNvSpPr>
          <p:nvPr>
            <p:ph type="title"/>
          </p:nvPr>
        </p:nvSpPr>
        <p:spPr/>
        <p:txBody>
          <a:bodyPr/>
          <a:lstStyle/>
          <a:p>
            <a:r>
              <a:rPr lang="en-US" dirty="0"/>
              <a:t>Common Actions</a:t>
            </a:r>
          </a:p>
        </p:txBody>
      </p:sp>
      <p:graphicFrame>
        <p:nvGraphicFramePr>
          <p:cNvPr id="7" name="Content Placeholder 6">
            <a:extLst>
              <a:ext uri="{FF2B5EF4-FFF2-40B4-BE49-F238E27FC236}">
                <a16:creationId xmlns:a16="http://schemas.microsoft.com/office/drawing/2014/main" id="{1388E7BE-1112-2D62-6248-B7586DC811DD}"/>
              </a:ext>
            </a:extLst>
          </p:cNvPr>
          <p:cNvGraphicFramePr>
            <a:graphicFrameLocks noGrp="1"/>
          </p:cNvGraphicFramePr>
          <p:nvPr>
            <p:ph idx="4294967295"/>
          </p:nvPr>
        </p:nvGraphicFramePr>
        <p:xfrm>
          <a:off x="548640" y="1529317"/>
          <a:ext cx="10096901" cy="3667503"/>
        </p:xfrm>
        <a:graphic>
          <a:graphicData uri="http://schemas.openxmlformats.org/drawingml/2006/table">
            <a:tbl>
              <a:tblPr/>
              <a:tblGrid>
                <a:gridCol w="5351646">
                  <a:extLst>
                    <a:ext uri="{9D8B030D-6E8A-4147-A177-3AD203B41FA5}">
                      <a16:colId xmlns:a16="http://schemas.microsoft.com/office/drawing/2014/main" val="3937651176"/>
                    </a:ext>
                  </a:extLst>
                </a:gridCol>
                <a:gridCol w="4745255">
                  <a:extLst>
                    <a:ext uri="{9D8B030D-6E8A-4147-A177-3AD203B41FA5}">
                      <a16:colId xmlns:a16="http://schemas.microsoft.com/office/drawing/2014/main" val="2019659395"/>
                    </a:ext>
                  </a:extLst>
                </a:gridCol>
              </a:tblGrid>
              <a:tr h="334718">
                <a:tc>
                  <a:txBody>
                    <a:bodyPr/>
                    <a:lstStyle/>
                    <a:p>
                      <a:pPr>
                        <a:buNone/>
                      </a:pPr>
                      <a:r>
                        <a:rPr lang="en-US" sz="1600" b="1" dirty="0"/>
                        <a:t>Operation</a:t>
                      </a:r>
                    </a:p>
                  </a:txBody>
                  <a:tcPr marL="54069" marR="54069" marT="41840" marB="41840" anchor="ctr">
                    <a:lnL>
                      <a:noFill/>
                    </a:lnL>
                    <a:lnR>
                      <a:noFill/>
                    </a:lnR>
                    <a:lnT>
                      <a:noFill/>
                    </a:lnT>
                    <a:lnB>
                      <a:noFill/>
                    </a:lnB>
                    <a:noFill/>
                  </a:tcPr>
                </a:tc>
                <a:tc>
                  <a:txBody>
                    <a:bodyPr/>
                    <a:lstStyle/>
                    <a:p>
                      <a:pPr>
                        <a:buNone/>
                      </a:pPr>
                      <a:r>
                        <a:rPr lang="en-US" sz="1600" b="1" dirty="0"/>
                        <a:t>Description</a:t>
                      </a:r>
                    </a:p>
                  </a:txBody>
                  <a:tcPr marL="54069" marR="54069" marT="41840" marB="41840" anchor="ctr">
                    <a:lnL>
                      <a:noFill/>
                    </a:lnL>
                    <a:lnR>
                      <a:noFill/>
                    </a:lnR>
                    <a:lnT>
                      <a:noFill/>
                    </a:lnT>
                    <a:lnB>
                      <a:noFill/>
                    </a:lnB>
                    <a:noFill/>
                  </a:tcPr>
                </a:tc>
                <a:extLst>
                  <a:ext uri="{0D108BD9-81ED-4DB2-BD59-A6C34878D82A}">
                    <a16:rowId xmlns:a16="http://schemas.microsoft.com/office/drawing/2014/main" val="2888546582"/>
                  </a:ext>
                </a:extLst>
              </a:tr>
              <a:tr h="585757">
                <a:tc>
                  <a:txBody>
                    <a:bodyPr/>
                    <a:lstStyle/>
                    <a:p>
                      <a:pPr>
                        <a:buNone/>
                      </a:pPr>
                      <a:r>
                        <a:rPr lang="en-US" sz="1600" dirty="0">
                          <a:solidFill>
                            <a:schemeClr val="tx2"/>
                          </a:solidFill>
                          <a:latin typeface="Consolas" panose="020B0609020204030204" pitchFamily="49" charset="0"/>
                          <a:cs typeface="Courier New" panose="02070309020205020404" pitchFamily="49" charset="0"/>
                        </a:rPr>
                        <a:t>with open('file.txt', 'r') as f:</a:t>
                      </a:r>
                      <a:br>
                        <a:rPr lang="en-US" sz="1600" dirty="0">
                          <a:solidFill>
                            <a:schemeClr val="tx2"/>
                          </a:solidFill>
                          <a:latin typeface="Consolas" panose="020B0609020204030204" pitchFamily="49" charset="0"/>
                          <a:cs typeface="Courier New" panose="02070309020205020404" pitchFamily="49" charset="0"/>
                        </a:rPr>
                      </a:br>
                      <a:r>
                        <a:rPr lang="en-US" sz="1600" dirty="0">
                          <a:solidFill>
                            <a:schemeClr val="tx2"/>
                          </a:solidFill>
                          <a:latin typeface="Consolas" panose="020B0609020204030204" pitchFamily="49" charset="0"/>
                          <a:cs typeface="Courier New" panose="02070309020205020404" pitchFamily="49" charset="0"/>
                        </a:rPr>
                        <a:t>  pass</a:t>
                      </a:r>
                    </a:p>
                  </a:txBody>
                  <a:tcPr marL="54069" marR="54069" marT="41840" marB="41840" anchor="ctr">
                    <a:lnL>
                      <a:noFill/>
                    </a:lnL>
                    <a:lnR>
                      <a:noFill/>
                    </a:lnR>
                    <a:lnT>
                      <a:noFill/>
                    </a:lnT>
                    <a:lnB>
                      <a:noFill/>
                    </a:lnB>
                    <a:noFill/>
                  </a:tcPr>
                </a:tc>
                <a:tc>
                  <a:txBody>
                    <a:bodyPr/>
                    <a:lstStyle/>
                    <a:p>
                      <a:pPr>
                        <a:buNone/>
                      </a:pPr>
                      <a:r>
                        <a:rPr lang="en-US" sz="1600" dirty="0"/>
                        <a:t>Prepare a file for reading</a:t>
                      </a:r>
                    </a:p>
                  </a:txBody>
                  <a:tcPr marL="54069" marR="54069" marT="41840" marB="41840" anchor="ctr">
                    <a:lnL>
                      <a:noFill/>
                    </a:lnL>
                    <a:lnR>
                      <a:noFill/>
                    </a:lnR>
                    <a:lnT>
                      <a:noFill/>
                    </a:lnT>
                    <a:lnB>
                      <a:noFill/>
                    </a:lnB>
                    <a:noFill/>
                  </a:tcPr>
                </a:tc>
                <a:extLst>
                  <a:ext uri="{0D108BD9-81ED-4DB2-BD59-A6C34878D82A}">
                    <a16:rowId xmlns:a16="http://schemas.microsoft.com/office/drawing/2014/main" val="2516975046"/>
                  </a:ext>
                </a:extLst>
              </a:tr>
              <a:tr h="334718">
                <a:tc>
                  <a:txBody>
                    <a:bodyPr/>
                    <a:lstStyle/>
                    <a:p>
                      <a:pPr>
                        <a:buNone/>
                      </a:pPr>
                      <a:r>
                        <a:rPr lang="en-US" sz="1600" dirty="0" err="1">
                          <a:solidFill>
                            <a:schemeClr val="tx2"/>
                          </a:solidFill>
                          <a:latin typeface="Consolas" panose="020B0609020204030204" pitchFamily="49" charset="0"/>
                          <a:cs typeface="Courier New" panose="02070309020205020404" pitchFamily="49" charset="0"/>
                        </a:rPr>
                        <a:t>f.read</a:t>
                      </a:r>
                      <a:r>
                        <a:rPr lang="en-US" sz="1600" dirty="0">
                          <a:solidFill>
                            <a:schemeClr val="tx2"/>
                          </a:solidFill>
                          <a:latin typeface="Consolas" panose="020B0609020204030204" pitchFamily="49" charset="0"/>
                          <a:cs typeface="Courier New" panose="02070309020205020404" pitchFamily="49" charset="0"/>
                        </a:rPr>
                        <a:t>()</a:t>
                      </a:r>
                    </a:p>
                  </a:txBody>
                  <a:tcPr marL="54069" marR="54069" marT="41840" marB="41840" anchor="ctr">
                    <a:lnL>
                      <a:noFill/>
                    </a:lnL>
                    <a:lnR>
                      <a:noFill/>
                    </a:lnR>
                    <a:lnT>
                      <a:noFill/>
                    </a:lnT>
                    <a:lnB>
                      <a:noFill/>
                    </a:lnB>
                    <a:noFill/>
                  </a:tcPr>
                </a:tc>
                <a:tc>
                  <a:txBody>
                    <a:bodyPr/>
                    <a:lstStyle/>
                    <a:p>
                      <a:pPr>
                        <a:buNone/>
                      </a:pPr>
                      <a:r>
                        <a:rPr lang="en-US" sz="1600"/>
                        <a:t>Read entire file as a string</a:t>
                      </a:r>
                    </a:p>
                  </a:txBody>
                  <a:tcPr marL="54069" marR="54069" marT="41840" marB="41840" anchor="ctr">
                    <a:lnL>
                      <a:noFill/>
                    </a:lnL>
                    <a:lnR>
                      <a:noFill/>
                    </a:lnR>
                    <a:lnT>
                      <a:noFill/>
                    </a:lnT>
                    <a:lnB>
                      <a:noFill/>
                    </a:lnB>
                    <a:noFill/>
                  </a:tcPr>
                </a:tc>
                <a:extLst>
                  <a:ext uri="{0D108BD9-81ED-4DB2-BD59-A6C34878D82A}">
                    <a16:rowId xmlns:a16="http://schemas.microsoft.com/office/drawing/2014/main" val="1359915918"/>
                  </a:ext>
                </a:extLst>
              </a:tr>
              <a:tr h="334718">
                <a:tc>
                  <a:txBody>
                    <a:bodyPr/>
                    <a:lstStyle/>
                    <a:p>
                      <a:pPr>
                        <a:buNone/>
                      </a:pPr>
                      <a:r>
                        <a:rPr lang="en-US" sz="1600" dirty="0" err="1">
                          <a:solidFill>
                            <a:schemeClr val="tx2"/>
                          </a:solidFill>
                          <a:latin typeface="Consolas" panose="020B0609020204030204" pitchFamily="49" charset="0"/>
                          <a:cs typeface="Courier New" panose="02070309020205020404" pitchFamily="49" charset="0"/>
                        </a:rPr>
                        <a:t>f.readlines</a:t>
                      </a:r>
                      <a:r>
                        <a:rPr lang="en-US" sz="1600" dirty="0">
                          <a:solidFill>
                            <a:schemeClr val="tx2"/>
                          </a:solidFill>
                          <a:latin typeface="Consolas" panose="020B0609020204030204" pitchFamily="49" charset="0"/>
                          <a:cs typeface="Courier New" panose="02070309020205020404" pitchFamily="49" charset="0"/>
                        </a:rPr>
                        <a:t>()</a:t>
                      </a:r>
                    </a:p>
                  </a:txBody>
                  <a:tcPr marL="54069" marR="54069" marT="41840" marB="41840" anchor="ctr">
                    <a:lnL>
                      <a:noFill/>
                    </a:lnL>
                    <a:lnR>
                      <a:noFill/>
                    </a:lnR>
                    <a:lnT>
                      <a:noFill/>
                    </a:lnT>
                    <a:lnB>
                      <a:noFill/>
                    </a:lnB>
                    <a:noFill/>
                  </a:tcPr>
                </a:tc>
                <a:tc>
                  <a:txBody>
                    <a:bodyPr/>
                    <a:lstStyle/>
                    <a:p>
                      <a:pPr>
                        <a:buNone/>
                      </a:pPr>
                      <a:r>
                        <a:rPr lang="en-US" sz="1600"/>
                        <a:t>Read file line by line into a list</a:t>
                      </a:r>
                    </a:p>
                  </a:txBody>
                  <a:tcPr marL="54069" marR="54069" marT="41840" marB="41840" anchor="ctr">
                    <a:lnL>
                      <a:noFill/>
                    </a:lnL>
                    <a:lnR>
                      <a:noFill/>
                    </a:lnR>
                    <a:lnT>
                      <a:noFill/>
                    </a:lnT>
                    <a:lnB>
                      <a:noFill/>
                    </a:lnB>
                    <a:noFill/>
                  </a:tcPr>
                </a:tc>
                <a:extLst>
                  <a:ext uri="{0D108BD9-81ED-4DB2-BD59-A6C34878D82A}">
                    <a16:rowId xmlns:a16="http://schemas.microsoft.com/office/drawing/2014/main" val="1233964758"/>
                  </a:ext>
                </a:extLst>
              </a:tr>
              <a:tr h="334718">
                <a:tc>
                  <a:txBody>
                    <a:bodyPr/>
                    <a:lstStyle/>
                    <a:p>
                      <a:pPr>
                        <a:buNone/>
                      </a:pPr>
                      <a:r>
                        <a:rPr lang="en-US" sz="1600" dirty="0">
                          <a:solidFill>
                            <a:schemeClr val="tx2"/>
                          </a:solidFill>
                          <a:latin typeface="Consolas" panose="020B0609020204030204" pitchFamily="49" charset="0"/>
                          <a:cs typeface="Courier New" panose="02070309020205020404" pitchFamily="49" charset="0"/>
                        </a:rPr>
                        <a:t>for line in f:</a:t>
                      </a:r>
                    </a:p>
                    <a:p>
                      <a:pPr>
                        <a:buNone/>
                      </a:pPr>
                      <a:r>
                        <a:rPr lang="en-US" sz="1600" dirty="0">
                          <a:solidFill>
                            <a:schemeClr val="tx2"/>
                          </a:solidFill>
                          <a:latin typeface="Consolas" panose="020B0609020204030204" pitchFamily="49" charset="0"/>
                          <a:cs typeface="Courier New" panose="02070309020205020404" pitchFamily="49" charset="0"/>
                        </a:rPr>
                        <a:t>  pass</a:t>
                      </a:r>
                    </a:p>
                  </a:txBody>
                  <a:tcPr marL="54069" marR="54069" marT="41840" marB="41840" anchor="ctr">
                    <a:lnL>
                      <a:noFill/>
                    </a:lnL>
                    <a:lnR>
                      <a:noFill/>
                    </a:lnR>
                    <a:lnT>
                      <a:noFill/>
                    </a:lnT>
                    <a:lnB>
                      <a:noFill/>
                    </a:lnB>
                    <a:noFill/>
                  </a:tcPr>
                </a:tc>
                <a:tc>
                  <a:txBody>
                    <a:bodyPr/>
                    <a:lstStyle/>
                    <a:p>
                      <a:pPr>
                        <a:buNone/>
                      </a:pPr>
                      <a:r>
                        <a:rPr lang="en-US" sz="1600" dirty="0"/>
                        <a:t>Loop through file line by line</a:t>
                      </a:r>
                    </a:p>
                  </a:txBody>
                  <a:tcPr marL="54069" marR="54069" marT="41840" marB="41840" anchor="ctr">
                    <a:lnL>
                      <a:noFill/>
                    </a:lnL>
                    <a:lnR>
                      <a:noFill/>
                    </a:lnR>
                    <a:lnT>
                      <a:noFill/>
                    </a:lnT>
                    <a:lnB>
                      <a:noFill/>
                    </a:lnB>
                    <a:noFill/>
                  </a:tcPr>
                </a:tc>
                <a:extLst>
                  <a:ext uri="{0D108BD9-81ED-4DB2-BD59-A6C34878D82A}">
                    <a16:rowId xmlns:a16="http://schemas.microsoft.com/office/drawing/2014/main" val="4106517580"/>
                  </a:ext>
                </a:extLst>
              </a:tr>
              <a:tr h="585757">
                <a:tc>
                  <a:txBody>
                    <a:bodyPr/>
                    <a:lstStyle/>
                    <a:p>
                      <a:pPr>
                        <a:buNone/>
                      </a:pPr>
                      <a:r>
                        <a:rPr lang="en-US" sz="1600" dirty="0">
                          <a:solidFill>
                            <a:schemeClr val="tx2"/>
                          </a:solidFill>
                          <a:latin typeface="Consolas" panose="020B0609020204030204" pitchFamily="49" charset="0"/>
                          <a:cs typeface="Courier New" panose="02070309020205020404" pitchFamily="49" charset="0"/>
                        </a:rPr>
                        <a:t>with open('file.txt', 'w') as f:</a:t>
                      </a:r>
                      <a:br>
                        <a:rPr lang="en-US" sz="1600" dirty="0">
                          <a:solidFill>
                            <a:schemeClr val="tx2"/>
                          </a:solidFill>
                          <a:latin typeface="Consolas" panose="020B0609020204030204" pitchFamily="49" charset="0"/>
                          <a:cs typeface="Courier New" panose="02070309020205020404" pitchFamily="49" charset="0"/>
                        </a:rPr>
                      </a:br>
                      <a:r>
                        <a:rPr lang="en-US" sz="1600" dirty="0">
                          <a:solidFill>
                            <a:schemeClr val="tx2"/>
                          </a:solidFill>
                          <a:latin typeface="Consolas" panose="020B0609020204030204" pitchFamily="49" charset="0"/>
                          <a:cs typeface="Courier New" panose="02070309020205020404" pitchFamily="49" charset="0"/>
                        </a:rPr>
                        <a:t>  </a:t>
                      </a:r>
                      <a:r>
                        <a:rPr lang="en-US" sz="1600" dirty="0" err="1">
                          <a:solidFill>
                            <a:schemeClr val="tx2"/>
                          </a:solidFill>
                          <a:latin typeface="Consolas" panose="020B0609020204030204" pitchFamily="49" charset="0"/>
                          <a:cs typeface="Courier New" panose="02070309020205020404" pitchFamily="49" charset="0"/>
                        </a:rPr>
                        <a:t>f.write</a:t>
                      </a:r>
                      <a:r>
                        <a:rPr lang="en-US" sz="1600" dirty="0">
                          <a:solidFill>
                            <a:schemeClr val="tx2"/>
                          </a:solidFill>
                          <a:latin typeface="Consolas" panose="020B0609020204030204" pitchFamily="49" charset="0"/>
                          <a:cs typeface="Courier New" panose="02070309020205020404" pitchFamily="49" charset="0"/>
                        </a:rPr>
                        <a:t>()</a:t>
                      </a:r>
                    </a:p>
                  </a:txBody>
                  <a:tcPr marL="54069" marR="54069" marT="41840" marB="41840" anchor="ctr">
                    <a:lnL>
                      <a:noFill/>
                    </a:lnL>
                    <a:lnR>
                      <a:noFill/>
                    </a:lnR>
                    <a:lnT>
                      <a:noFill/>
                    </a:lnT>
                    <a:lnB>
                      <a:noFill/>
                    </a:lnB>
                    <a:noFill/>
                  </a:tcPr>
                </a:tc>
                <a:tc>
                  <a:txBody>
                    <a:bodyPr/>
                    <a:lstStyle/>
                    <a:p>
                      <a:pPr>
                        <a:buNone/>
                      </a:pPr>
                      <a:r>
                        <a:rPr lang="en-US" sz="1600"/>
                        <a:t>Overwrite with new content</a:t>
                      </a:r>
                    </a:p>
                  </a:txBody>
                  <a:tcPr marL="54069" marR="54069" marT="41840" marB="41840" anchor="ctr">
                    <a:lnL>
                      <a:noFill/>
                    </a:lnL>
                    <a:lnR>
                      <a:noFill/>
                    </a:lnR>
                    <a:lnT>
                      <a:noFill/>
                    </a:lnT>
                    <a:lnB>
                      <a:noFill/>
                    </a:lnB>
                    <a:noFill/>
                  </a:tcPr>
                </a:tc>
                <a:extLst>
                  <a:ext uri="{0D108BD9-81ED-4DB2-BD59-A6C34878D82A}">
                    <a16:rowId xmlns:a16="http://schemas.microsoft.com/office/drawing/2014/main" val="1274082115"/>
                  </a:ext>
                </a:extLst>
              </a:tr>
              <a:tr h="585757">
                <a:tc>
                  <a:txBody>
                    <a:bodyPr/>
                    <a:lstStyle/>
                    <a:p>
                      <a:pPr>
                        <a:buNone/>
                      </a:pPr>
                      <a:r>
                        <a:rPr lang="en-US" sz="1600" dirty="0">
                          <a:solidFill>
                            <a:schemeClr val="tx2"/>
                          </a:solidFill>
                          <a:latin typeface="Consolas" panose="020B0609020204030204" pitchFamily="49" charset="0"/>
                          <a:cs typeface="Courier New" panose="02070309020205020404" pitchFamily="49" charset="0"/>
                        </a:rPr>
                        <a:t>with open('file.txt', 'a') as f:</a:t>
                      </a:r>
                      <a:br>
                        <a:rPr lang="en-US" sz="1600" dirty="0">
                          <a:solidFill>
                            <a:schemeClr val="tx2"/>
                          </a:solidFill>
                          <a:latin typeface="Consolas" panose="020B0609020204030204" pitchFamily="49" charset="0"/>
                          <a:cs typeface="Courier New" panose="02070309020205020404" pitchFamily="49" charset="0"/>
                        </a:rPr>
                      </a:br>
                      <a:r>
                        <a:rPr lang="en-US" sz="1600" dirty="0">
                          <a:solidFill>
                            <a:schemeClr val="tx2"/>
                          </a:solidFill>
                          <a:latin typeface="Consolas" panose="020B0609020204030204" pitchFamily="49" charset="0"/>
                          <a:cs typeface="Courier New" panose="02070309020205020404" pitchFamily="49" charset="0"/>
                        </a:rPr>
                        <a:t>  pass</a:t>
                      </a:r>
                    </a:p>
                  </a:txBody>
                  <a:tcPr marL="54069" marR="54069" marT="41840" marB="41840" anchor="ctr">
                    <a:lnL>
                      <a:noFill/>
                    </a:lnL>
                    <a:lnR>
                      <a:noFill/>
                    </a:lnR>
                    <a:lnT>
                      <a:noFill/>
                    </a:lnT>
                    <a:lnB>
                      <a:noFill/>
                    </a:lnB>
                    <a:noFill/>
                  </a:tcPr>
                </a:tc>
                <a:tc>
                  <a:txBody>
                    <a:bodyPr/>
                    <a:lstStyle/>
                    <a:p>
                      <a:pPr>
                        <a:buNone/>
                      </a:pPr>
                      <a:r>
                        <a:rPr lang="en-US" sz="1600" dirty="0"/>
                        <a:t>Add content to end without erasing existing</a:t>
                      </a:r>
                    </a:p>
                  </a:txBody>
                  <a:tcPr marL="54069" marR="54069" marT="41840" marB="41840" anchor="ctr">
                    <a:lnL>
                      <a:noFill/>
                    </a:lnL>
                    <a:lnR>
                      <a:noFill/>
                    </a:lnR>
                    <a:lnT>
                      <a:noFill/>
                    </a:lnT>
                    <a:lnB>
                      <a:noFill/>
                    </a:lnB>
                    <a:noFill/>
                  </a:tcPr>
                </a:tc>
                <a:extLst>
                  <a:ext uri="{0D108BD9-81ED-4DB2-BD59-A6C34878D82A}">
                    <a16:rowId xmlns:a16="http://schemas.microsoft.com/office/drawing/2014/main" val="590201874"/>
                  </a:ext>
                </a:extLst>
              </a:tr>
              <a:tr h="334718">
                <a:tc>
                  <a:txBody>
                    <a:bodyPr/>
                    <a:lstStyle/>
                    <a:p>
                      <a:pPr>
                        <a:buNone/>
                      </a:pPr>
                      <a:r>
                        <a:rPr lang="en-US" sz="1600" dirty="0" err="1">
                          <a:solidFill>
                            <a:schemeClr val="tx2"/>
                          </a:solidFill>
                          <a:latin typeface="Consolas" panose="020B0609020204030204" pitchFamily="49" charset="0"/>
                          <a:cs typeface="Courier New" panose="02070309020205020404" pitchFamily="49" charset="0"/>
                        </a:rPr>
                        <a:t>f.writelines</a:t>
                      </a:r>
                      <a:r>
                        <a:rPr lang="en-US" sz="1600" dirty="0">
                          <a:solidFill>
                            <a:schemeClr val="tx2"/>
                          </a:solidFill>
                          <a:latin typeface="Consolas" panose="020B0609020204030204" pitchFamily="49" charset="0"/>
                          <a:cs typeface="Courier New" panose="02070309020205020404" pitchFamily="49" charset="0"/>
                        </a:rPr>
                        <a:t>(lines)</a:t>
                      </a:r>
                    </a:p>
                  </a:txBody>
                  <a:tcPr marL="54069" marR="54069" marT="41840" marB="41840" anchor="ctr">
                    <a:lnL>
                      <a:noFill/>
                    </a:lnL>
                    <a:lnR>
                      <a:noFill/>
                    </a:lnR>
                    <a:lnT>
                      <a:noFill/>
                    </a:lnT>
                    <a:lnB>
                      <a:noFill/>
                    </a:lnB>
                    <a:noFill/>
                  </a:tcPr>
                </a:tc>
                <a:tc>
                  <a:txBody>
                    <a:bodyPr/>
                    <a:lstStyle/>
                    <a:p>
                      <a:pPr>
                        <a:buNone/>
                      </a:pPr>
                      <a:r>
                        <a:rPr lang="en-US" sz="1600" dirty="0"/>
                        <a:t>Write a list of strings</a:t>
                      </a:r>
                    </a:p>
                  </a:txBody>
                  <a:tcPr marL="54069" marR="54069" marT="41840" marB="41840" anchor="ctr">
                    <a:lnL>
                      <a:noFill/>
                    </a:lnL>
                    <a:lnR>
                      <a:noFill/>
                    </a:lnR>
                    <a:lnT>
                      <a:noFill/>
                    </a:lnT>
                    <a:lnB>
                      <a:noFill/>
                    </a:lnB>
                    <a:noFill/>
                  </a:tcPr>
                </a:tc>
                <a:extLst>
                  <a:ext uri="{0D108BD9-81ED-4DB2-BD59-A6C34878D82A}">
                    <a16:rowId xmlns:a16="http://schemas.microsoft.com/office/drawing/2014/main" val="4183087875"/>
                  </a:ext>
                </a:extLst>
              </a:tr>
            </a:tbl>
          </a:graphicData>
        </a:graphic>
      </p:graphicFrame>
    </p:spTree>
    <p:extLst>
      <p:ext uri="{BB962C8B-B14F-4D97-AF65-F5344CB8AC3E}">
        <p14:creationId xmlns:p14="http://schemas.microsoft.com/office/powerpoint/2010/main" val="653065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C732B-C0CE-A8CC-4FEF-491CF35AB684}"/>
              </a:ext>
            </a:extLst>
          </p:cNvPr>
          <p:cNvSpPr>
            <a:spLocks noGrp="1"/>
          </p:cNvSpPr>
          <p:nvPr>
            <p:ph type="title"/>
          </p:nvPr>
        </p:nvSpPr>
        <p:spPr/>
        <p:txBody>
          <a:bodyPr/>
          <a:lstStyle/>
          <a:p>
            <a:r>
              <a:rPr lang="en-US" dirty="0"/>
              <a:t>A word about context managers</a:t>
            </a:r>
          </a:p>
        </p:txBody>
      </p:sp>
      <p:pic>
        <p:nvPicPr>
          <p:cNvPr id="7" name="Content Placeholder 6">
            <a:extLst>
              <a:ext uri="{FF2B5EF4-FFF2-40B4-BE49-F238E27FC236}">
                <a16:creationId xmlns:a16="http://schemas.microsoft.com/office/drawing/2014/main" id="{60CE308F-920C-D8CC-CD6B-88212B274861}"/>
              </a:ext>
            </a:extLst>
          </p:cNvPr>
          <p:cNvPicPr>
            <a:picLocks noGrp="1" noChangeAspect="1"/>
          </p:cNvPicPr>
          <p:nvPr>
            <p:ph sz="half" idx="4294967295"/>
          </p:nvPr>
        </p:nvPicPr>
        <p:blipFill>
          <a:blip r:embed="rId3"/>
          <a:stretch>
            <a:fillRect/>
          </a:stretch>
        </p:blipFill>
        <p:spPr>
          <a:xfrm>
            <a:off x="191386" y="1600518"/>
            <a:ext cx="7738252" cy="1401135"/>
          </a:xfrm>
        </p:spPr>
      </p:pic>
      <p:pic>
        <p:nvPicPr>
          <p:cNvPr id="9" name="Content Placeholder 8">
            <a:extLst>
              <a:ext uri="{FF2B5EF4-FFF2-40B4-BE49-F238E27FC236}">
                <a16:creationId xmlns:a16="http://schemas.microsoft.com/office/drawing/2014/main" id="{AE1785C3-B737-6AE0-022D-86EB020BB4A4}"/>
              </a:ext>
            </a:extLst>
          </p:cNvPr>
          <p:cNvPicPr>
            <a:picLocks noGrp="1" noChangeAspect="1"/>
          </p:cNvPicPr>
          <p:nvPr>
            <p:ph sz="half" idx="4294967295"/>
          </p:nvPr>
        </p:nvPicPr>
        <p:blipFill>
          <a:blip r:embed="rId4"/>
          <a:stretch>
            <a:fillRect/>
          </a:stretch>
        </p:blipFill>
        <p:spPr>
          <a:xfrm>
            <a:off x="191386" y="3910530"/>
            <a:ext cx="8406804" cy="1401134"/>
          </a:xfrm>
        </p:spPr>
      </p:pic>
    </p:spTree>
    <p:extLst>
      <p:ext uri="{BB962C8B-B14F-4D97-AF65-F5344CB8AC3E}">
        <p14:creationId xmlns:p14="http://schemas.microsoft.com/office/powerpoint/2010/main" val="2229007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F48DEDE-6A36-9908-9DD1-7ACF621226A8}"/>
              </a:ext>
            </a:extLst>
          </p:cNvPr>
          <p:cNvSpPr>
            <a:spLocks noGrp="1"/>
          </p:cNvSpPr>
          <p:nvPr>
            <p:ph type="title"/>
          </p:nvPr>
        </p:nvSpPr>
        <p:spPr/>
        <p:txBody>
          <a:bodyPr/>
          <a:lstStyle/>
          <a:p>
            <a:r>
              <a:rPr lang="en-US" dirty="0"/>
              <a:t>Both!</a:t>
            </a:r>
          </a:p>
        </p:txBody>
      </p:sp>
      <p:pic>
        <p:nvPicPr>
          <p:cNvPr id="8" name="Content Placeholder 7">
            <a:extLst>
              <a:ext uri="{FF2B5EF4-FFF2-40B4-BE49-F238E27FC236}">
                <a16:creationId xmlns:a16="http://schemas.microsoft.com/office/drawing/2014/main" id="{E9459C75-8E15-77A8-710F-D2EEC8AB06C9}"/>
              </a:ext>
            </a:extLst>
          </p:cNvPr>
          <p:cNvPicPr>
            <a:picLocks noGrp="1" noChangeAspect="1"/>
          </p:cNvPicPr>
          <p:nvPr>
            <p:ph idx="4294967295"/>
          </p:nvPr>
        </p:nvPicPr>
        <p:blipFill>
          <a:blip r:embed="rId2"/>
          <a:stretch>
            <a:fillRect/>
          </a:stretch>
        </p:blipFill>
        <p:spPr>
          <a:xfrm>
            <a:off x="333153" y="1383933"/>
            <a:ext cx="11015321" cy="1189037"/>
          </a:xfrm>
        </p:spPr>
      </p:pic>
    </p:spTree>
    <p:extLst>
      <p:ext uri="{BB962C8B-B14F-4D97-AF65-F5344CB8AC3E}">
        <p14:creationId xmlns:p14="http://schemas.microsoft.com/office/powerpoint/2010/main" val="4013538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B703F05-852F-AE03-891C-5F619074CC0A}"/>
              </a:ext>
            </a:extLst>
          </p:cNvPr>
          <p:cNvSpPr>
            <a:spLocks noGrp="1"/>
          </p:cNvSpPr>
          <p:nvPr>
            <p:ph type="title"/>
          </p:nvPr>
        </p:nvSpPr>
        <p:spPr/>
        <p:txBody>
          <a:bodyPr/>
          <a:lstStyle/>
          <a:p>
            <a:r>
              <a:rPr lang="en-US" dirty="0"/>
              <a:t>MANIPULATING FILES PRACTICAL </a:t>
            </a:r>
          </a:p>
        </p:txBody>
      </p:sp>
      <p:sp>
        <p:nvSpPr>
          <p:cNvPr id="6" name="Content Placeholder 5">
            <a:extLst>
              <a:ext uri="{FF2B5EF4-FFF2-40B4-BE49-F238E27FC236}">
                <a16:creationId xmlns:a16="http://schemas.microsoft.com/office/drawing/2014/main" id="{7CC8BCFF-F88D-9947-8910-B16FF4E68C8D}"/>
              </a:ext>
            </a:extLst>
          </p:cNvPr>
          <p:cNvSpPr>
            <a:spLocks noGrp="1"/>
          </p:cNvSpPr>
          <p:nvPr>
            <p:ph type="body" sz="quarter" idx="11"/>
          </p:nvPr>
        </p:nvSpPr>
        <p:spPr>
          <a:xfrm>
            <a:off x="548640" y="1234440"/>
            <a:ext cx="11094720" cy="4023360"/>
          </a:xfrm>
        </p:spPr>
        <p:txBody>
          <a:bodyPr/>
          <a:lstStyle/>
          <a:p>
            <a:r>
              <a:rPr lang="en-US" dirty="0"/>
              <a:t>Write a Python script that will write 100 random integers ranging from 50 to 100 into a file.  Each integer should be on a separate line.</a:t>
            </a:r>
            <a:br>
              <a:rPr lang="en-US" dirty="0"/>
            </a:br>
            <a:endParaRPr lang="en-US" dirty="0"/>
          </a:p>
          <a:p>
            <a:endParaRPr lang="en-US" dirty="0"/>
          </a:p>
          <a:p>
            <a:r>
              <a:rPr lang="en-US" dirty="0"/>
              <a:t>Write another Python script that reads from that file, finds the minimum value, maximum value, and average value of the 100 random integers.  Do not use min() or max() functions.  Find a way to get these values without a built in function.</a:t>
            </a:r>
          </a:p>
        </p:txBody>
      </p:sp>
    </p:spTree>
    <p:extLst>
      <p:ext uri="{BB962C8B-B14F-4D97-AF65-F5344CB8AC3E}">
        <p14:creationId xmlns:p14="http://schemas.microsoft.com/office/powerpoint/2010/main" val="21007255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09D6BAA-9655-19E9-C6CF-82D4EC658E94}"/>
              </a:ext>
            </a:extLst>
          </p:cNvPr>
          <p:cNvSpPr>
            <a:spLocks noGrp="1"/>
          </p:cNvSpPr>
          <p:nvPr>
            <p:ph type="title"/>
          </p:nvPr>
        </p:nvSpPr>
        <p:spPr/>
        <p:txBody>
          <a:bodyPr/>
          <a:lstStyle/>
          <a:p>
            <a:r>
              <a:rPr lang="en-US" dirty="0"/>
              <a:t>OS module</a:t>
            </a:r>
          </a:p>
        </p:txBody>
      </p:sp>
      <p:sp>
        <p:nvSpPr>
          <p:cNvPr id="3" name="TextBox 2">
            <a:extLst>
              <a:ext uri="{FF2B5EF4-FFF2-40B4-BE49-F238E27FC236}">
                <a16:creationId xmlns:a16="http://schemas.microsoft.com/office/drawing/2014/main" id="{CBEAAC7B-2455-0DE6-A3BC-5EE8916C5C2B}"/>
              </a:ext>
            </a:extLst>
          </p:cNvPr>
          <p:cNvSpPr txBox="1"/>
          <p:nvPr/>
        </p:nvSpPr>
        <p:spPr>
          <a:xfrm>
            <a:off x="1568919" y="2644170"/>
            <a:ext cx="9452008" cy="1569660"/>
          </a:xfrm>
          <a:prstGeom prst="rect">
            <a:avLst/>
          </a:prstGeom>
          <a:noFill/>
        </p:spPr>
        <p:txBody>
          <a:bodyPr wrap="square">
            <a:spAutoFit/>
          </a:bodyPr>
          <a:lstStyle/>
          <a:p>
            <a:pPr>
              <a:buNone/>
            </a:pPr>
            <a:r>
              <a:rPr lang="en-US" sz="2400" dirty="0">
                <a:effectLst/>
              </a:rPr>
              <a:t>The </a:t>
            </a:r>
            <a:r>
              <a:rPr lang="en-US" sz="2400" dirty="0" err="1">
                <a:effectLst/>
                <a:latin typeface="Courier New" panose="02070309020205020404" pitchFamily="49" charset="0"/>
              </a:rPr>
              <a:t>os</a:t>
            </a:r>
            <a:r>
              <a:rPr lang="en-US" sz="2400" dirty="0">
                <a:effectLst/>
              </a:rPr>
              <a:t> module in Python provides a way to interact with the operating system. It offers a portable interface for OS-dependent functionality, meaning your code can work across different platforms (Windows, macOS, Linux) without major changes.</a:t>
            </a:r>
          </a:p>
        </p:txBody>
      </p:sp>
    </p:spTree>
    <p:extLst>
      <p:ext uri="{BB962C8B-B14F-4D97-AF65-F5344CB8AC3E}">
        <p14:creationId xmlns:p14="http://schemas.microsoft.com/office/powerpoint/2010/main" val="30475543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123D4-A2D3-08B3-B783-E6FB22AECFB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D382CB0-BFDC-BF66-27C5-CBF3BC856296}"/>
              </a:ext>
            </a:extLst>
          </p:cNvPr>
          <p:cNvSpPr>
            <a:spLocks noGrp="1"/>
          </p:cNvSpPr>
          <p:nvPr>
            <p:ph type="title"/>
          </p:nvPr>
        </p:nvSpPr>
        <p:spPr/>
        <p:txBody>
          <a:bodyPr/>
          <a:lstStyle/>
          <a:p>
            <a:r>
              <a:rPr lang="en-US" dirty="0"/>
              <a:t>OS module</a:t>
            </a:r>
          </a:p>
        </p:txBody>
      </p:sp>
      <p:sp>
        <p:nvSpPr>
          <p:cNvPr id="3" name="TextBox 2">
            <a:extLst>
              <a:ext uri="{FF2B5EF4-FFF2-40B4-BE49-F238E27FC236}">
                <a16:creationId xmlns:a16="http://schemas.microsoft.com/office/drawing/2014/main" id="{01112ADD-1C51-54EA-2E61-795ABC93AAA7}"/>
              </a:ext>
            </a:extLst>
          </p:cNvPr>
          <p:cNvSpPr txBox="1"/>
          <p:nvPr/>
        </p:nvSpPr>
        <p:spPr>
          <a:xfrm>
            <a:off x="548640" y="1163346"/>
            <a:ext cx="9057373" cy="4985980"/>
          </a:xfrm>
          <a:prstGeom prst="rect">
            <a:avLst/>
          </a:prstGeom>
          <a:noFill/>
        </p:spPr>
        <p:txBody>
          <a:bodyPr wrap="square">
            <a:spAutoFit/>
          </a:bodyPr>
          <a:lstStyle/>
          <a:p>
            <a:pPr>
              <a:buNone/>
            </a:pPr>
            <a:r>
              <a:rPr lang="en-US" sz="2000" b="1" dirty="0"/>
              <a:t>Core purposes:</a:t>
            </a:r>
          </a:p>
          <a:p>
            <a:pPr>
              <a:buNone/>
            </a:pPr>
            <a:endParaRPr lang="en-US" sz="2000" dirty="0"/>
          </a:p>
          <a:p>
            <a:pPr>
              <a:buNone/>
            </a:pPr>
            <a:r>
              <a:rPr lang="en-US" sz="2000" b="1" dirty="0"/>
              <a:t>1. File &amp; Directory Operations</a:t>
            </a:r>
            <a:endParaRPr lang="en-US" sz="2000" dirty="0"/>
          </a:p>
          <a:p>
            <a:pPr>
              <a:buFont typeface="Arial" panose="020B0604020202020204" pitchFamily="34" charset="0"/>
              <a:buChar char="•"/>
            </a:pPr>
            <a:r>
              <a:rPr lang="en-US" sz="2000" dirty="0"/>
              <a:t>Create, rename, delete files and directories (</a:t>
            </a:r>
            <a:r>
              <a:rPr lang="en-US" sz="2000" dirty="0" err="1">
                <a:latin typeface="Courier New" panose="02070309020205020404" pitchFamily="49" charset="0"/>
              </a:rPr>
              <a:t>os.mkdir</a:t>
            </a:r>
            <a:r>
              <a:rPr lang="en-US" sz="2000" dirty="0">
                <a:latin typeface="Courier New" panose="02070309020205020404" pitchFamily="49" charset="0"/>
              </a:rPr>
              <a:t>()</a:t>
            </a:r>
            <a:r>
              <a:rPr lang="en-US" sz="2000" dirty="0"/>
              <a:t>, </a:t>
            </a:r>
            <a:r>
              <a:rPr lang="en-US" sz="2000" dirty="0" err="1">
                <a:latin typeface="Courier New" panose="02070309020205020404" pitchFamily="49" charset="0"/>
              </a:rPr>
              <a:t>os.remove</a:t>
            </a:r>
            <a:r>
              <a:rPr lang="en-US" sz="2000" dirty="0">
                <a:latin typeface="Courier New" panose="02070309020205020404" pitchFamily="49" charset="0"/>
              </a:rPr>
              <a:t>()</a:t>
            </a:r>
            <a:r>
              <a:rPr lang="en-US" sz="2000" dirty="0"/>
              <a:t>, </a:t>
            </a:r>
            <a:r>
              <a:rPr lang="en-US" sz="2000" dirty="0" err="1">
                <a:latin typeface="Courier New" panose="02070309020205020404" pitchFamily="49" charset="0"/>
              </a:rPr>
              <a:t>os.rename</a:t>
            </a:r>
            <a:r>
              <a:rPr lang="en-US" sz="2000" dirty="0">
                <a:latin typeface="Courier New" panose="02070309020205020404" pitchFamily="49" charset="0"/>
              </a:rPr>
              <a:t>()</a:t>
            </a:r>
            <a:r>
              <a:rPr lang="en-US" sz="2000" dirty="0"/>
              <a:t>)</a:t>
            </a:r>
          </a:p>
          <a:p>
            <a:pPr>
              <a:buFont typeface="Arial" panose="020B0604020202020204" pitchFamily="34" charset="0"/>
              <a:buChar char="•"/>
            </a:pPr>
            <a:r>
              <a:rPr lang="en-US" sz="2000" dirty="0"/>
              <a:t>List directory contents (</a:t>
            </a:r>
            <a:r>
              <a:rPr lang="en-US" sz="2000" dirty="0" err="1">
                <a:latin typeface="Courier New" panose="02070309020205020404" pitchFamily="49" charset="0"/>
              </a:rPr>
              <a:t>os.listdir</a:t>
            </a:r>
            <a:r>
              <a:rPr lang="en-US" sz="2000" dirty="0">
                <a:latin typeface="Courier New" panose="02070309020205020404" pitchFamily="49" charset="0"/>
              </a:rPr>
              <a:t>()</a:t>
            </a:r>
            <a:r>
              <a:rPr lang="en-US" sz="2000" dirty="0"/>
              <a:t>)</a:t>
            </a:r>
          </a:p>
          <a:p>
            <a:pPr>
              <a:buFont typeface="Arial" panose="020B0604020202020204" pitchFamily="34" charset="0"/>
              <a:buChar char="•"/>
            </a:pPr>
            <a:r>
              <a:rPr lang="en-US" sz="2000" dirty="0"/>
              <a:t>Check if paths exist (</a:t>
            </a:r>
            <a:r>
              <a:rPr lang="en-US" sz="2000" dirty="0" err="1">
                <a:latin typeface="Courier New" panose="02070309020205020404" pitchFamily="49" charset="0"/>
              </a:rPr>
              <a:t>os.path.exists</a:t>
            </a:r>
            <a:r>
              <a:rPr lang="en-US" sz="2000" dirty="0">
                <a:latin typeface="Courier New" panose="02070309020205020404" pitchFamily="49" charset="0"/>
              </a:rPr>
              <a:t>()</a:t>
            </a:r>
            <a:r>
              <a:rPr lang="en-US" sz="2000" dirty="0"/>
              <a:t>)</a:t>
            </a:r>
          </a:p>
          <a:p>
            <a:pPr>
              <a:buFont typeface="Arial" panose="020B0604020202020204" pitchFamily="34" charset="0"/>
              <a:buChar char="•"/>
            </a:pPr>
            <a:endParaRPr lang="en-US" sz="2000" dirty="0"/>
          </a:p>
          <a:p>
            <a:pPr>
              <a:buNone/>
            </a:pPr>
            <a:r>
              <a:rPr lang="en-US" sz="2000" b="1" dirty="0"/>
              <a:t>2. Path Manipulation</a:t>
            </a:r>
            <a:r>
              <a:rPr lang="en-US" sz="2000" dirty="0"/>
              <a:t> (via </a:t>
            </a:r>
            <a:r>
              <a:rPr lang="en-US" sz="2000" dirty="0" err="1">
                <a:latin typeface="Courier New" panose="02070309020205020404" pitchFamily="49" charset="0"/>
              </a:rPr>
              <a:t>os.path</a:t>
            </a:r>
            <a:r>
              <a:rPr lang="en-US" sz="2000" dirty="0"/>
              <a:t>)</a:t>
            </a:r>
          </a:p>
          <a:p>
            <a:pPr>
              <a:buFont typeface="Arial" panose="020B0604020202020204" pitchFamily="34" charset="0"/>
              <a:buChar char="•"/>
            </a:pPr>
            <a:r>
              <a:rPr lang="en-US" sz="2000" dirty="0"/>
              <a:t>Join paths portably: </a:t>
            </a:r>
            <a:r>
              <a:rPr lang="en-US" sz="2000" dirty="0" err="1">
                <a:latin typeface="Courier New" panose="02070309020205020404" pitchFamily="49" charset="0"/>
              </a:rPr>
              <a:t>os.path.join</a:t>
            </a:r>
            <a:r>
              <a:rPr lang="en-US" sz="2000" dirty="0">
                <a:latin typeface="Courier New" panose="02070309020205020404" pitchFamily="49" charset="0"/>
              </a:rPr>
              <a:t>("folder", "file.txt")</a:t>
            </a:r>
            <a:endParaRPr lang="en-US" sz="2000" dirty="0"/>
          </a:p>
          <a:p>
            <a:pPr>
              <a:buFont typeface="Arial" panose="020B0604020202020204" pitchFamily="34" charset="0"/>
              <a:buChar char="•"/>
            </a:pPr>
            <a:r>
              <a:rPr lang="en-US" sz="2000" dirty="0"/>
              <a:t>Split paths, get extensions, get filenames</a:t>
            </a:r>
          </a:p>
          <a:p>
            <a:pPr>
              <a:buFont typeface="Arial" panose="020B0604020202020204" pitchFamily="34" charset="0"/>
              <a:buChar char="•"/>
            </a:pPr>
            <a:r>
              <a:rPr lang="en-US" sz="2000" dirty="0"/>
              <a:t>Get absolute paths: </a:t>
            </a:r>
            <a:r>
              <a:rPr lang="en-US" sz="2000" dirty="0" err="1">
                <a:latin typeface="Courier New" panose="02070309020205020404" pitchFamily="49" charset="0"/>
              </a:rPr>
              <a:t>os.path.abspath</a:t>
            </a:r>
            <a:r>
              <a:rPr lang="en-US" sz="2000" dirty="0">
                <a:latin typeface="Courier New" panose="02070309020205020404" pitchFamily="49" charset="0"/>
              </a:rPr>
              <a:t>()</a:t>
            </a:r>
          </a:p>
          <a:p>
            <a:endParaRPr lang="en-US" sz="2000" dirty="0"/>
          </a:p>
          <a:p>
            <a:pPr>
              <a:buNone/>
            </a:pPr>
            <a:r>
              <a:rPr lang="en-US" sz="2000" b="1" dirty="0"/>
              <a:t>3. Environment Variables</a:t>
            </a:r>
            <a:endParaRPr lang="en-US" sz="2000" dirty="0"/>
          </a:p>
          <a:p>
            <a:pPr>
              <a:buFont typeface="Arial" panose="020B0604020202020204" pitchFamily="34" charset="0"/>
              <a:buChar char="•"/>
            </a:pPr>
            <a:r>
              <a:rPr lang="en-US" sz="2000" dirty="0"/>
              <a:t>Read and set environment variables: </a:t>
            </a:r>
            <a:r>
              <a:rPr lang="en-US" sz="2000" dirty="0" err="1">
                <a:latin typeface="Courier New" panose="02070309020205020404" pitchFamily="49" charset="0"/>
              </a:rPr>
              <a:t>os.environ.get</a:t>
            </a:r>
            <a:r>
              <a:rPr lang="en-US" sz="2000" dirty="0">
                <a:latin typeface="Courier New" panose="02070309020205020404" pitchFamily="49" charset="0"/>
              </a:rPr>
              <a:t>("HOME")</a:t>
            </a:r>
            <a:endParaRPr lang="en-US" sz="2000" dirty="0"/>
          </a:p>
          <a:p>
            <a:pPr>
              <a:buFont typeface="Arial" panose="020B0604020202020204" pitchFamily="34" charset="0"/>
              <a:buChar char="•"/>
            </a:pPr>
            <a:r>
              <a:rPr lang="en-US" sz="2000" dirty="0"/>
              <a:t>Useful for configuration and secrets management</a:t>
            </a:r>
          </a:p>
        </p:txBody>
      </p:sp>
    </p:spTree>
    <p:extLst>
      <p:ext uri="{BB962C8B-B14F-4D97-AF65-F5344CB8AC3E}">
        <p14:creationId xmlns:p14="http://schemas.microsoft.com/office/powerpoint/2010/main" val="1445905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5DB9B-778B-D784-EEFF-499CD72982C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05527BD-32A5-B3DE-7772-85311FADB074}"/>
              </a:ext>
            </a:extLst>
          </p:cNvPr>
          <p:cNvSpPr>
            <a:spLocks noGrp="1"/>
          </p:cNvSpPr>
          <p:nvPr>
            <p:ph type="title"/>
          </p:nvPr>
        </p:nvSpPr>
        <p:spPr/>
        <p:txBody>
          <a:bodyPr/>
          <a:lstStyle/>
          <a:p>
            <a:r>
              <a:rPr lang="en-US" dirty="0"/>
              <a:t>OS module</a:t>
            </a:r>
          </a:p>
        </p:txBody>
      </p:sp>
      <p:sp>
        <p:nvSpPr>
          <p:cNvPr id="3" name="TextBox 2">
            <a:extLst>
              <a:ext uri="{FF2B5EF4-FFF2-40B4-BE49-F238E27FC236}">
                <a16:creationId xmlns:a16="http://schemas.microsoft.com/office/drawing/2014/main" id="{F5CA9FAD-4092-3AAA-0B79-C624B685B9F4}"/>
              </a:ext>
            </a:extLst>
          </p:cNvPr>
          <p:cNvSpPr txBox="1"/>
          <p:nvPr/>
        </p:nvSpPr>
        <p:spPr>
          <a:xfrm>
            <a:off x="548640" y="1432853"/>
            <a:ext cx="9057373" cy="3477875"/>
          </a:xfrm>
          <a:prstGeom prst="rect">
            <a:avLst/>
          </a:prstGeom>
          <a:noFill/>
        </p:spPr>
        <p:txBody>
          <a:bodyPr wrap="square">
            <a:spAutoFit/>
          </a:bodyPr>
          <a:lstStyle/>
          <a:p>
            <a:endParaRPr lang="en-US" sz="2000" dirty="0"/>
          </a:p>
          <a:p>
            <a:pPr>
              <a:buNone/>
            </a:pPr>
            <a:r>
              <a:rPr lang="en-US" sz="2000" b="1" dirty="0"/>
              <a:t>4. Process Management</a:t>
            </a:r>
            <a:endParaRPr lang="en-US" sz="2000" dirty="0"/>
          </a:p>
          <a:p>
            <a:pPr>
              <a:buFont typeface="Arial" panose="020B0604020202020204" pitchFamily="34" charset="0"/>
              <a:buChar char="•"/>
            </a:pPr>
            <a:r>
              <a:rPr lang="en-US" sz="2000" dirty="0"/>
              <a:t>Get the current process ID: </a:t>
            </a:r>
            <a:r>
              <a:rPr lang="en-US" sz="2000" dirty="0" err="1">
                <a:latin typeface="Courier New" panose="02070309020205020404" pitchFamily="49" charset="0"/>
              </a:rPr>
              <a:t>os.getpid</a:t>
            </a:r>
            <a:r>
              <a:rPr lang="en-US" sz="2000" dirty="0">
                <a:latin typeface="Courier New" panose="02070309020205020404" pitchFamily="49" charset="0"/>
              </a:rPr>
              <a:t>()</a:t>
            </a:r>
            <a:endParaRPr lang="en-US" sz="2000" dirty="0"/>
          </a:p>
          <a:p>
            <a:pPr>
              <a:buFont typeface="Arial" panose="020B0604020202020204" pitchFamily="34" charset="0"/>
              <a:buChar char="•"/>
            </a:pPr>
            <a:r>
              <a:rPr lang="en-US" sz="2000" dirty="0"/>
              <a:t>Run shell commands: </a:t>
            </a:r>
            <a:r>
              <a:rPr lang="en-US" sz="2000" dirty="0" err="1">
                <a:latin typeface="Courier New" panose="02070309020205020404" pitchFamily="49" charset="0"/>
              </a:rPr>
              <a:t>os.system</a:t>
            </a:r>
            <a:r>
              <a:rPr lang="en-US" sz="2000" dirty="0">
                <a:latin typeface="Courier New" panose="02070309020205020404" pitchFamily="49" charset="0"/>
              </a:rPr>
              <a:t>("ls")</a:t>
            </a:r>
            <a:endParaRPr lang="en-US" sz="2000" dirty="0"/>
          </a:p>
          <a:p>
            <a:pPr>
              <a:buFont typeface="Arial" panose="020B0604020202020204" pitchFamily="34" charset="0"/>
              <a:buChar char="•"/>
            </a:pPr>
            <a:r>
              <a:rPr lang="en-US" sz="2000" dirty="0"/>
              <a:t>Terminate the process: </a:t>
            </a:r>
            <a:r>
              <a:rPr lang="en-US" sz="2000" dirty="0" err="1">
                <a:latin typeface="Courier New" panose="02070309020205020404" pitchFamily="49" charset="0"/>
              </a:rPr>
              <a:t>os.exit</a:t>
            </a:r>
            <a:r>
              <a:rPr lang="en-US" sz="2000" dirty="0">
                <a:latin typeface="Courier New" panose="02070309020205020404" pitchFamily="49" charset="0"/>
              </a:rPr>
              <a:t>()</a:t>
            </a:r>
          </a:p>
          <a:p>
            <a:endParaRPr lang="en-US" sz="2000" dirty="0"/>
          </a:p>
          <a:p>
            <a:pPr>
              <a:buNone/>
            </a:pPr>
            <a:r>
              <a:rPr lang="en-US" sz="2000" b="1" dirty="0"/>
              <a:t>5. System Information</a:t>
            </a:r>
            <a:endParaRPr lang="en-US" sz="2000" dirty="0"/>
          </a:p>
          <a:p>
            <a:pPr>
              <a:buFont typeface="Arial" panose="020B0604020202020204" pitchFamily="34" charset="0"/>
              <a:buChar char="•"/>
            </a:pPr>
            <a:r>
              <a:rPr lang="en-US" sz="2000" dirty="0"/>
              <a:t>Get the current working directory: </a:t>
            </a:r>
            <a:r>
              <a:rPr lang="en-US" sz="2000" dirty="0" err="1">
                <a:latin typeface="Courier New" panose="02070309020205020404" pitchFamily="49" charset="0"/>
              </a:rPr>
              <a:t>os.getcwd</a:t>
            </a:r>
            <a:r>
              <a:rPr lang="en-US" sz="2000" dirty="0">
                <a:latin typeface="Courier New" panose="02070309020205020404" pitchFamily="49" charset="0"/>
              </a:rPr>
              <a:t>()</a:t>
            </a:r>
            <a:endParaRPr lang="en-US" sz="2000" dirty="0"/>
          </a:p>
          <a:p>
            <a:pPr>
              <a:buFont typeface="Arial" panose="020B0604020202020204" pitchFamily="34" charset="0"/>
              <a:buChar char="•"/>
            </a:pPr>
            <a:r>
              <a:rPr lang="en-US" sz="2000" dirty="0"/>
              <a:t>Change the working directory: </a:t>
            </a:r>
            <a:r>
              <a:rPr lang="en-US" sz="2000" dirty="0" err="1">
                <a:latin typeface="Courier New" panose="02070309020205020404" pitchFamily="49" charset="0"/>
              </a:rPr>
              <a:t>os.chdir</a:t>
            </a:r>
            <a:r>
              <a:rPr lang="en-US" sz="2000" dirty="0">
                <a:latin typeface="Courier New" panose="02070309020205020404" pitchFamily="49" charset="0"/>
              </a:rPr>
              <a:t>()</a:t>
            </a:r>
            <a:endParaRPr lang="en-US" sz="2000" dirty="0"/>
          </a:p>
          <a:p>
            <a:pPr>
              <a:buFont typeface="Arial" panose="020B0604020202020204" pitchFamily="34" charset="0"/>
              <a:buChar char="•"/>
            </a:pPr>
            <a:r>
              <a:rPr lang="en-US" sz="2000" dirty="0"/>
              <a:t>Detect the OS name: </a:t>
            </a:r>
            <a:r>
              <a:rPr lang="en-US" sz="2000" dirty="0">
                <a:latin typeface="Courier New" panose="02070309020205020404" pitchFamily="49" charset="0"/>
              </a:rPr>
              <a:t>os.name</a:t>
            </a:r>
            <a:r>
              <a:rPr lang="en-US" sz="2000" dirty="0"/>
              <a:t> (returns </a:t>
            </a:r>
            <a:r>
              <a:rPr lang="en-US" sz="2000" dirty="0">
                <a:latin typeface="Courier New" panose="02070309020205020404" pitchFamily="49" charset="0"/>
              </a:rPr>
              <a:t>'</a:t>
            </a:r>
            <a:r>
              <a:rPr lang="en-US" sz="2000" dirty="0" err="1">
                <a:latin typeface="Courier New" panose="02070309020205020404" pitchFamily="49" charset="0"/>
              </a:rPr>
              <a:t>nt</a:t>
            </a:r>
            <a:r>
              <a:rPr lang="en-US" sz="2000" dirty="0">
                <a:latin typeface="Courier New" panose="02070309020205020404" pitchFamily="49" charset="0"/>
              </a:rPr>
              <a:t>'</a:t>
            </a:r>
            <a:r>
              <a:rPr lang="en-US" sz="2000" dirty="0"/>
              <a:t> for Windows, </a:t>
            </a:r>
            <a:r>
              <a:rPr lang="en-US" sz="2000" dirty="0">
                <a:latin typeface="Courier New" panose="02070309020205020404" pitchFamily="49" charset="0"/>
              </a:rPr>
              <a:t>'</a:t>
            </a:r>
            <a:r>
              <a:rPr lang="en-US" sz="2000" dirty="0" err="1">
                <a:latin typeface="Courier New" panose="02070309020205020404" pitchFamily="49" charset="0"/>
              </a:rPr>
              <a:t>posix</a:t>
            </a:r>
            <a:r>
              <a:rPr lang="en-US" sz="2000" dirty="0">
                <a:latin typeface="Courier New" panose="02070309020205020404" pitchFamily="49" charset="0"/>
              </a:rPr>
              <a:t>'</a:t>
            </a:r>
            <a:r>
              <a:rPr lang="en-US" sz="2000" dirty="0"/>
              <a:t> for Unix-like)</a:t>
            </a:r>
          </a:p>
        </p:txBody>
      </p:sp>
    </p:spTree>
    <p:extLst>
      <p:ext uri="{BB962C8B-B14F-4D97-AF65-F5344CB8AC3E}">
        <p14:creationId xmlns:p14="http://schemas.microsoft.com/office/powerpoint/2010/main" val="2241926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6BE58-32B6-30D1-487B-C96B505F4C4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DF80F5D-5ED0-15D7-7DF7-33F5C3C9806B}"/>
              </a:ext>
            </a:extLst>
          </p:cNvPr>
          <p:cNvSpPr>
            <a:spLocks noGrp="1"/>
          </p:cNvSpPr>
          <p:nvPr>
            <p:ph type="title"/>
          </p:nvPr>
        </p:nvSpPr>
        <p:spPr/>
        <p:txBody>
          <a:bodyPr/>
          <a:lstStyle/>
          <a:p>
            <a:r>
              <a:rPr lang="en-US" dirty="0"/>
              <a:t>OS module EXAMPLE</a:t>
            </a:r>
          </a:p>
        </p:txBody>
      </p:sp>
      <p:sp>
        <p:nvSpPr>
          <p:cNvPr id="3" name="TextBox 2">
            <a:extLst>
              <a:ext uri="{FF2B5EF4-FFF2-40B4-BE49-F238E27FC236}">
                <a16:creationId xmlns:a16="http://schemas.microsoft.com/office/drawing/2014/main" id="{0E092DC3-1E09-34CE-200B-596ED5150F7E}"/>
              </a:ext>
            </a:extLst>
          </p:cNvPr>
          <p:cNvSpPr txBox="1"/>
          <p:nvPr/>
        </p:nvSpPr>
        <p:spPr>
          <a:xfrm>
            <a:off x="548640" y="1163346"/>
            <a:ext cx="9057373" cy="400110"/>
          </a:xfrm>
          <a:prstGeom prst="rect">
            <a:avLst/>
          </a:prstGeom>
          <a:noFill/>
        </p:spPr>
        <p:txBody>
          <a:bodyPr wrap="square">
            <a:spAutoFit/>
          </a:bodyPr>
          <a:lstStyle/>
          <a:p>
            <a:pPr>
              <a:buNone/>
            </a:pPr>
            <a:r>
              <a:rPr lang="en-US" sz="2000" b="1" dirty="0"/>
              <a:t>Example:</a:t>
            </a:r>
            <a:endParaRPr lang="en-US" sz="2000" dirty="0"/>
          </a:p>
        </p:txBody>
      </p:sp>
      <p:sp>
        <p:nvSpPr>
          <p:cNvPr id="4" name="TextBox 3">
            <a:extLst>
              <a:ext uri="{FF2B5EF4-FFF2-40B4-BE49-F238E27FC236}">
                <a16:creationId xmlns:a16="http://schemas.microsoft.com/office/drawing/2014/main" id="{C9A7393B-CC8D-C392-6584-D943609023EF}"/>
              </a:ext>
            </a:extLst>
          </p:cNvPr>
          <p:cNvSpPr txBox="1"/>
          <p:nvPr/>
        </p:nvSpPr>
        <p:spPr>
          <a:xfrm>
            <a:off x="548640" y="1807195"/>
            <a:ext cx="7856621" cy="3970318"/>
          </a:xfrm>
          <a:prstGeom prst="rect">
            <a:avLst/>
          </a:prstGeom>
          <a:noFill/>
        </p:spPr>
        <p:txBody>
          <a:bodyPr wrap="square">
            <a:spAutoFit/>
          </a:bodyPr>
          <a:lstStyle/>
          <a:p>
            <a:r>
              <a:rPr lang="en-US" dirty="0"/>
              <a:t>import </a:t>
            </a:r>
            <a:r>
              <a:rPr lang="en-US" dirty="0" err="1"/>
              <a:t>os</a:t>
            </a:r>
            <a:endParaRPr lang="en-US" dirty="0"/>
          </a:p>
          <a:p>
            <a:endParaRPr lang="en-US" dirty="0"/>
          </a:p>
          <a:p>
            <a:r>
              <a:rPr lang="en-US" dirty="0"/>
              <a:t># Get current directory</a:t>
            </a:r>
          </a:p>
          <a:p>
            <a:r>
              <a:rPr lang="en-US" dirty="0"/>
              <a:t>print(</a:t>
            </a:r>
            <a:r>
              <a:rPr lang="en-US" dirty="0" err="1"/>
              <a:t>os.getcwd</a:t>
            </a:r>
            <a:r>
              <a:rPr lang="en-US" dirty="0"/>
              <a:t>())</a:t>
            </a:r>
          </a:p>
          <a:p>
            <a:endParaRPr lang="en-US" dirty="0"/>
          </a:p>
          <a:p>
            <a:r>
              <a:rPr lang="en-US" dirty="0"/>
              <a:t># Build a cross-platform path</a:t>
            </a:r>
          </a:p>
          <a:p>
            <a:r>
              <a:rPr lang="en-US" dirty="0"/>
              <a:t>path = </a:t>
            </a:r>
            <a:r>
              <a:rPr lang="en-US" dirty="0" err="1"/>
              <a:t>os.path.join</a:t>
            </a:r>
            <a:r>
              <a:rPr lang="en-US" dirty="0"/>
              <a:t>("data", "reports", "summary.csv")</a:t>
            </a:r>
          </a:p>
          <a:p>
            <a:endParaRPr lang="en-US" dirty="0"/>
          </a:p>
          <a:p>
            <a:r>
              <a:rPr lang="en-US" dirty="0"/>
              <a:t># Check if it exists</a:t>
            </a:r>
          </a:p>
          <a:p>
            <a:r>
              <a:rPr lang="en-US" dirty="0"/>
              <a:t>if </a:t>
            </a:r>
            <a:r>
              <a:rPr lang="en-US" dirty="0" err="1"/>
              <a:t>os.path.exists</a:t>
            </a:r>
            <a:r>
              <a:rPr lang="en-US" dirty="0"/>
              <a:t>(path):</a:t>
            </a:r>
          </a:p>
          <a:p>
            <a:r>
              <a:rPr lang="en-US" dirty="0"/>
              <a:t>    print("File found!")</a:t>
            </a:r>
          </a:p>
          <a:p>
            <a:endParaRPr lang="en-US" dirty="0"/>
          </a:p>
          <a:p>
            <a:r>
              <a:rPr lang="en-US" dirty="0"/>
              <a:t># Read an environment variable</a:t>
            </a:r>
          </a:p>
          <a:p>
            <a:r>
              <a:rPr lang="en-US" dirty="0" err="1"/>
              <a:t>api_key</a:t>
            </a:r>
            <a:r>
              <a:rPr lang="en-US" dirty="0"/>
              <a:t> = </a:t>
            </a:r>
            <a:r>
              <a:rPr lang="en-US" dirty="0" err="1"/>
              <a:t>os.environ.get</a:t>
            </a:r>
            <a:r>
              <a:rPr lang="en-US" dirty="0"/>
              <a:t>("API_KEY", "</a:t>
            </a:r>
            <a:r>
              <a:rPr lang="en-US" dirty="0" err="1"/>
              <a:t>default_value</a:t>
            </a:r>
            <a:r>
              <a:rPr lang="en-US" dirty="0"/>
              <a:t>")</a:t>
            </a:r>
          </a:p>
        </p:txBody>
      </p:sp>
    </p:spTree>
    <p:extLst>
      <p:ext uri="{BB962C8B-B14F-4D97-AF65-F5344CB8AC3E}">
        <p14:creationId xmlns:p14="http://schemas.microsoft.com/office/powerpoint/2010/main" val="29437708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51596-B14D-9799-A145-8ABF524A223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4A9818-0F78-071F-6EEC-65D52670A26E}"/>
              </a:ext>
            </a:extLst>
          </p:cNvPr>
          <p:cNvSpPr>
            <a:spLocks noGrp="1"/>
          </p:cNvSpPr>
          <p:nvPr>
            <p:ph type="title"/>
          </p:nvPr>
        </p:nvSpPr>
        <p:spPr/>
        <p:txBody>
          <a:bodyPr/>
          <a:lstStyle/>
          <a:p>
            <a:r>
              <a:rPr lang="en-US" dirty="0"/>
              <a:t>OS module CHEATSHEET</a:t>
            </a:r>
          </a:p>
        </p:txBody>
      </p:sp>
      <p:graphicFrame>
        <p:nvGraphicFramePr>
          <p:cNvPr id="17" name="Content Placeholder 16">
            <a:extLst>
              <a:ext uri="{FF2B5EF4-FFF2-40B4-BE49-F238E27FC236}">
                <a16:creationId xmlns:a16="http://schemas.microsoft.com/office/drawing/2014/main" id="{720F2C90-5683-D0A6-0655-8EA8AF3F7C3F}"/>
              </a:ext>
            </a:extLst>
          </p:cNvPr>
          <p:cNvGraphicFramePr>
            <a:graphicFrameLocks noGrp="1"/>
          </p:cNvGraphicFramePr>
          <p:nvPr>
            <p:ph idx="4294967295"/>
          </p:nvPr>
        </p:nvGraphicFramePr>
        <p:xfrm>
          <a:off x="1112870" y="2173288"/>
          <a:ext cx="10515600" cy="3505200"/>
        </p:xfrm>
        <a:graphic>
          <a:graphicData uri="http://schemas.openxmlformats.org/drawingml/2006/table">
            <a:tbl>
              <a:tblPr/>
              <a:tblGrid>
                <a:gridCol w="2686497">
                  <a:extLst>
                    <a:ext uri="{9D8B030D-6E8A-4147-A177-3AD203B41FA5}">
                      <a16:colId xmlns:a16="http://schemas.microsoft.com/office/drawing/2014/main" val="1648361101"/>
                    </a:ext>
                  </a:extLst>
                </a:gridCol>
                <a:gridCol w="7829103">
                  <a:extLst>
                    <a:ext uri="{9D8B030D-6E8A-4147-A177-3AD203B41FA5}">
                      <a16:colId xmlns:a16="http://schemas.microsoft.com/office/drawing/2014/main" val="697547424"/>
                    </a:ext>
                  </a:extLst>
                </a:gridCol>
              </a:tblGrid>
              <a:tr h="0">
                <a:tc>
                  <a:txBody>
                    <a:bodyPr/>
                    <a:lstStyle/>
                    <a:p>
                      <a:pPr>
                        <a:buNone/>
                      </a:pPr>
                      <a:r>
                        <a:rPr lang="en-US" b="1" dirty="0"/>
                        <a:t>Python Function</a:t>
                      </a:r>
                    </a:p>
                  </a:txBody>
                  <a:tcPr anchor="ctr">
                    <a:lnL>
                      <a:noFill/>
                    </a:lnL>
                    <a:lnR>
                      <a:noFill/>
                    </a:lnR>
                    <a:lnT>
                      <a:noFill/>
                    </a:lnT>
                    <a:lnB>
                      <a:noFill/>
                    </a:lnB>
                    <a:noFill/>
                  </a:tcPr>
                </a:tc>
                <a:tc>
                  <a:txBody>
                    <a:bodyPr/>
                    <a:lstStyle/>
                    <a:p>
                      <a:pPr>
                        <a:buNone/>
                      </a:pPr>
                      <a:r>
                        <a:rPr lang="en-US" b="1" dirty="0"/>
                        <a:t>Description</a:t>
                      </a:r>
                    </a:p>
                  </a:txBody>
                  <a:tcPr anchor="ctr">
                    <a:lnL>
                      <a:noFill/>
                    </a:lnL>
                    <a:lnR>
                      <a:noFill/>
                    </a:lnR>
                    <a:lnT>
                      <a:noFill/>
                    </a:lnT>
                    <a:lnB>
                      <a:noFill/>
                    </a:lnB>
                    <a:noFill/>
                  </a:tcPr>
                </a:tc>
                <a:extLst>
                  <a:ext uri="{0D108BD9-81ED-4DB2-BD59-A6C34878D82A}">
                    <a16:rowId xmlns:a16="http://schemas.microsoft.com/office/drawing/2014/main" val="1866904096"/>
                  </a:ext>
                </a:extLst>
              </a:tr>
              <a:tr h="0">
                <a:tc>
                  <a:txBody>
                    <a:bodyPr/>
                    <a:lstStyle/>
                    <a:p>
                      <a:pPr>
                        <a:buNone/>
                      </a:pPr>
                      <a:r>
                        <a:rPr lang="en-US" b="1" dirty="0" err="1">
                          <a:solidFill>
                            <a:schemeClr val="tx2"/>
                          </a:solidFill>
                          <a:latin typeface="Consolas" panose="020B0609020204030204" pitchFamily="49" charset="0"/>
                          <a:cs typeface="Courier New" panose="02070309020205020404" pitchFamily="49" charset="0"/>
                        </a:rPr>
                        <a:t>os.getcwd</a:t>
                      </a:r>
                      <a:r>
                        <a:rPr lang="en-US" b="1" dirty="0">
                          <a:solidFill>
                            <a:schemeClr val="tx2"/>
                          </a:solidFill>
                          <a:latin typeface="Consolas" panose="020B0609020204030204" pitchFamily="49" charset="0"/>
                          <a:cs typeface="Courier New" panose="02070309020205020404" pitchFamily="49" charset="0"/>
                        </a:rPr>
                        <a:t>()</a:t>
                      </a:r>
                    </a:p>
                  </a:txBody>
                  <a:tcPr anchor="ctr">
                    <a:lnL>
                      <a:noFill/>
                    </a:lnL>
                    <a:lnR>
                      <a:noFill/>
                    </a:lnR>
                    <a:lnT>
                      <a:noFill/>
                    </a:lnT>
                    <a:lnB>
                      <a:noFill/>
                    </a:lnB>
                    <a:noFill/>
                  </a:tcPr>
                </a:tc>
                <a:tc>
                  <a:txBody>
                    <a:bodyPr/>
                    <a:lstStyle/>
                    <a:p>
                      <a:pPr>
                        <a:buNone/>
                      </a:pPr>
                      <a:r>
                        <a:rPr lang="en-US" dirty="0"/>
                        <a:t>Returns the current working directory.</a:t>
                      </a:r>
                    </a:p>
                  </a:txBody>
                  <a:tcPr anchor="ctr">
                    <a:lnL>
                      <a:noFill/>
                    </a:lnL>
                    <a:lnR>
                      <a:noFill/>
                    </a:lnR>
                    <a:lnT>
                      <a:noFill/>
                    </a:lnT>
                    <a:lnB>
                      <a:noFill/>
                    </a:lnB>
                    <a:noFill/>
                  </a:tcPr>
                </a:tc>
                <a:extLst>
                  <a:ext uri="{0D108BD9-81ED-4DB2-BD59-A6C34878D82A}">
                    <a16:rowId xmlns:a16="http://schemas.microsoft.com/office/drawing/2014/main" val="202744842"/>
                  </a:ext>
                </a:extLst>
              </a:tr>
              <a:tr h="0">
                <a:tc>
                  <a:txBody>
                    <a:bodyPr/>
                    <a:lstStyle/>
                    <a:p>
                      <a:pPr>
                        <a:buNone/>
                      </a:pPr>
                      <a:r>
                        <a:rPr lang="en-US" b="1" dirty="0" err="1">
                          <a:solidFill>
                            <a:schemeClr val="tx2"/>
                          </a:solidFill>
                          <a:latin typeface="Consolas" panose="020B0609020204030204" pitchFamily="49" charset="0"/>
                          <a:cs typeface="Courier New" panose="02070309020205020404" pitchFamily="49" charset="0"/>
                        </a:rPr>
                        <a:t>os.chdir</a:t>
                      </a:r>
                      <a:r>
                        <a:rPr lang="en-US" b="1" dirty="0">
                          <a:solidFill>
                            <a:schemeClr val="tx2"/>
                          </a:solidFill>
                          <a:latin typeface="Consolas" panose="020B06090202040302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dirty="0"/>
                        <a:t>Changes the current working directory.</a:t>
                      </a:r>
                    </a:p>
                  </a:txBody>
                  <a:tcPr anchor="ctr">
                    <a:lnL>
                      <a:noFill/>
                    </a:lnL>
                    <a:lnR>
                      <a:noFill/>
                    </a:lnR>
                    <a:lnT>
                      <a:noFill/>
                    </a:lnT>
                    <a:lnB>
                      <a:noFill/>
                    </a:lnB>
                    <a:noFill/>
                  </a:tcPr>
                </a:tc>
                <a:extLst>
                  <a:ext uri="{0D108BD9-81ED-4DB2-BD59-A6C34878D82A}">
                    <a16:rowId xmlns:a16="http://schemas.microsoft.com/office/drawing/2014/main" val="2293408018"/>
                  </a:ext>
                </a:extLst>
              </a:tr>
              <a:tr h="0">
                <a:tc>
                  <a:txBody>
                    <a:bodyPr/>
                    <a:lstStyle/>
                    <a:p>
                      <a:pPr>
                        <a:buNone/>
                      </a:pPr>
                      <a:r>
                        <a:rPr lang="en-US" b="1" dirty="0" err="1">
                          <a:solidFill>
                            <a:schemeClr val="tx2"/>
                          </a:solidFill>
                          <a:latin typeface="Consolas" panose="020B0609020204030204" pitchFamily="49" charset="0"/>
                          <a:cs typeface="Courier New" panose="02070309020205020404" pitchFamily="49" charset="0"/>
                        </a:rPr>
                        <a:t>os.listdir</a:t>
                      </a:r>
                      <a:r>
                        <a:rPr lang="en-US" b="1" dirty="0">
                          <a:solidFill>
                            <a:schemeClr val="tx2"/>
                          </a:solidFill>
                          <a:latin typeface="Consolas" panose="020B06090202040302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dirty="0"/>
                        <a:t>Lists files and directories in the given path.</a:t>
                      </a:r>
                    </a:p>
                  </a:txBody>
                  <a:tcPr anchor="ctr">
                    <a:lnL>
                      <a:noFill/>
                    </a:lnL>
                    <a:lnR>
                      <a:noFill/>
                    </a:lnR>
                    <a:lnT>
                      <a:noFill/>
                    </a:lnT>
                    <a:lnB>
                      <a:noFill/>
                    </a:lnB>
                    <a:noFill/>
                  </a:tcPr>
                </a:tc>
                <a:extLst>
                  <a:ext uri="{0D108BD9-81ED-4DB2-BD59-A6C34878D82A}">
                    <a16:rowId xmlns:a16="http://schemas.microsoft.com/office/drawing/2014/main" val="3167188034"/>
                  </a:ext>
                </a:extLst>
              </a:tr>
              <a:tr h="0">
                <a:tc>
                  <a:txBody>
                    <a:bodyPr/>
                    <a:lstStyle/>
                    <a:p>
                      <a:pPr>
                        <a:buNone/>
                      </a:pPr>
                      <a:r>
                        <a:rPr lang="en-US" b="1" dirty="0" err="1">
                          <a:solidFill>
                            <a:schemeClr val="tx2"/>
                          </a:solidFill>
                          <a:latin typeface="Consolas" panose="020B0609020204030204" pitchFamily="49" charset="0"/>
                          <a:cs typeface="Courier New" panose="02070309020205020404" pitchFamily="49" charset="0"/>
                        </a:rPr>
                        <a:t>os.mkdir</a:t>
                      </a:r>
                      <a:r>
                        <a:rPr lang="en-US" b="1" dirty="0">
                          <a:solidFill>
                            <a:schemeClr val="tx2"/>
                          </a:solidFill>
                          <a:latin typeface="Consolas" panose="020B06090202040302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a:t>Creates a single directory.</a:t>
                      </a:r>
                    </a:p>
                  </a:txBody>
                  <a:tcPr anchor="ctr">
                    <a:lnL>
                      <a:noFill/>
                    </a:lnL>
                    <a:lnR>
                      <a:noFill/>
                    </a:lnR>
                    <a:lnT>
                      <a:noFill/>
                    </a:lnT>
                    <a:lnB>
                      <a:noFill/>
                    </a:lnB>
                    <a:noFill/>
                  </a:tcPr>
                </a:tc>
                <a:extLst>
                  <a:ext uri="{0D108BD9-81ED-4DB2-BD59-A6C34878D82A}">
                    <a16:rowId xmlns:a16="http://schemas.microsoft.com/office/drawing/2014/main" val="1593945515"/>
                  </a:ext>
                </a:extLst>
              </a:tr>
              <a:tr h="0">
                <a:tc>
                  <a:txBody>
                    <a:bodyPr/>
                    <a:lstStyle/>
                    <a:p>
                      <a:pPr>
                        <a:buNone/>
                      </a:pPr>
                      <a:r>
                        <a:rPr lang="en-US" b="1" dirty="0" err="1">
                          <a:solidFill>
                            <a:schemeClr val="tx2"/>
                          </a:solidFill>
                          <a:latin typeface="Consolas" panose="020B0609020204030204" pitchFamily="49" charset="0"/>
                          <a:cs typeface="Courier New" panose="02070309020205020404" pitchFamily="49" charset="0"/>
                        </a:rPr>
                        <a:t>os.makedirs</a:t>
                      </a:r>
                      <a:r>
                        <a:rPr lang="en-US" b="1" dirty="0">
                          <a:solidFill>
                            <a:schemeClr val="tx2"/>
                          </a:solidFill>
                          <a:latin typeface="Consolas" panose="020B06090202040302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dirty="0"/>
                        <a:t>Creates nested directories recursively.</a:t>
                      </a:r>
                    </a:p>
                  </a:txBody>
                  <a:tcPr anchor="ctr">
                    <a:lnL>
                      <a:noFill/>
                    </a:lnL>
                    <a:lnR>
                      <a:noFill/>
                    </a:lnR>
                    <a:lnT>
                      <a:noFill/>
                    </a:lnT>
                    <a:lnB>
                      <a:noFill/>
                    </a:lnB>
                    <a:noFill/>
                  </a:tcPr>
                </a:tc>
                <a:extLst>
                  <a:ext uri="{0D108BD9-81ED-4DB2-BD59-A6C34878D82A}">
                    <a16:rowId xmlns:a16="http://schemas.microsoft.com/office/drawing/2014/main" val="3064447774"/>
                  </a:ext>
                </a:extLst>
              </a:tr>
              <a:tr h="0">
                <a:tc>
                  <a:txBody>
                    <a:bodyPr/>
                    <a:lstStyle/>
                    <a:p>
                      <a:pPr>
                        <a:buNone/>
                      </a:pPr>
                      <a:r>
                        <a:rPr lang="en-US" b="1" dirty="0" err="1">
                          <a:solidFill>
                            <a:schemeClr val="tx2"/>
                          </a:solidFill>
                          <a:latin typeface="Consolas" panose="020B0609020204030204" pitchFamily="49" charset="0"/>
                          <a:cs typeface="Courier New" panose="02070309020205020404" pitchFamily="49" charset="0"/>
                        </a:rPr>
                        <a:t>os.remove</a:t>
                      </a:r>
                      <a:r>
                        <a:rPr lang="en-US" b="1" dirty="0">
                          <a:solidFill>
                            <a:schemeClr val="tx2"/>
                          </a:solidFill>
                          <a:latin typeface="Consolas" panose="020B06090202040302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a:t>Deletes a file.</a:t>
                      </a:r>
                    </a:p>
                  </a:txBody>
                  <a:tcPr anchor="ctr">
                    <a:lnL>
                      <a:noFill/>
                    </a:lnL>
                    <a:lnR>
                      <a:noFill/>
                    </a:lnR>
                    <a:lnT>
                      <a:noFill/>
                    </a:lnT>
                    <a:lnB>
                      <a:noFill/>
                    </a:lnB>
                    <a:noFill/>
                  </a:tcPr>
                </a:tc>
                <a:extLst>
                  <a:ext uri="{0D108BD9-81ED-4DB2-BD59-A6C34878D82A}">
                    <a16:rowId xmlns:a16="http://schemas.microsoft.com/office/drawing/2014/main" val="1856539145"/>
                  </a:ext>
                </a:extLst>
              </a:tr>
              <a:tr h="0">
                <a:tc>
                  <a:txBody>
                    <a:bodyPr/>
                    <a:lstStyle/>
                    <a:p>
                      <a:pPr>
                        <a:buNone/>
                      </a:pPr>
                      <a:r>
                        <a:rPr lang="en-US" b="1" dirty="0" err="1">
                          <a:solidFill>
                            <a:schemeClr val="tx2"/>
                          </a:solidFill>
                          <a:latin typeface="Consolas" panose="020B0609020204030204" pitchFamily="49" charset="0"/>
                          <a:cs typeface="Courier New" panose="02070309020205020404" pitchFamily="49" charset="0"/>
                        </a:rPr>
                        <a:t>os.rmdir</a:t>
                      </a:r>
                      <a:r>
                        <a:rPr lang="en-US" b="1" dirty="0">
                          <a:solidFill>
                            <a:schemeClr val="tx2"/>
                          </a:solidFill>
                          <a:latin typeface="Consolas" panose="020B06090202040302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a:t>Removes a directory (must be empty).</a:t>
                      </a:r>
                    </a:p>
                  </a:txBody>
                  <a:tcPr anchor="ctr">
                    <a:lnL>
                      <a:noFill/>
                    </a:lnL>
                    <a:lnR>
                      <a:noFill/>
                    </a:lnR>
                    <a:lnT>
                      <a:noFill/>
                    </a:lnT>
                    <a:lnB>
                      <a:noFill/>
                    </a:lnB>
                    <a:noFill/>
                  </a:tcPr>
                </a:tc>
                <a:extLst>
                  <a:ext uri="{0D108BD9-81ED-4DB2-BD59-A6C34878D82A}">
                    <a16:rowId xmlns:a16="http://schemas.microsoft.com/office/drawing/2014/main" val="1796673496"/>
                  </a:ext>
                </a:extLst>
              </a:tr>
              <a:tr h="0">
                <a:tc>
                  <a:txBody>
                    <a:bodyPr/>
                    <a:lstStyle/>
                    <a:p>
                      <a:pPr>
                        <a:buNone/>
                      </a:pPr>
                      <a:r>
                        <a:rPr lang="en-US" b="1" dirty="0" err="1">
                          <a:solidFill>
                            <a:schemeClr val="tx2"/>
                          </a:solidFill>
                          <a:latin typeface="Consolas" panose="020B0609020204030204" pitchFamily="49" charset="0"/>
                          <a:cs typeface="Courier New" panose="02070309020205020404" pitchFamily="49" charset="0"/>
                        </a:rPr>
                        <a:t>os.rename</a:t>
                      </a:r>
                      <a:r>
                        <a:rPr lang="en-US" b="1" dirty="0">
                          <a:solidFill>
                            <a:schemeClr val="tx2"/>
                          </a:solidFill>
                          <a:latin typeface="Consolas" panose="020B0609020204030204" pitchFamily="49" charset="0"/>
                          <a:cs typeface="Courier New" panose="02070309020205020404" pitchFamily="49" charset="0"/>
                        </a:rPr>
                        <a:t>(</a:t>
                      </a:r>
                      <a:r>
                        <a:rPr lang="en-US" b="1" dirty="0" err="1">
                          <a:solidFill>
                            <a:schemeClr val="tx2"/>
                          </a:solidFill>
                          <a:latin typeface="Consolas" panose="020B0609020204030204" pitchFamily="49" charset="0"/>
                          <a:cs typeface="Courier New" panose="02070309020205020404" pitchFamily="49" charset="0"/>
                        </a:rPr>
                        <a:t>src</a:t>
                      </a:r>
                      <a:r>
                        <a:rPr lang="en-US" b="1" dirty="0">
                          <a:solidFill>
                            <a:schemeClr val="tx2"/>
                          </a:solidFill>
                          <a:latin typeface="Consolas" panose="020B0609020204030204" pitchFamily="49" charset="0"/>
                          <a:cs typeface="Courier New" panose="02070309020205020404" pitchFamily="49" charset="0"/>
                        </a:rPr>
                        <a:t>, </a:t>
                      </a:r>
                      <a:r>
                        <a:rPr lang="en-US" b="1" dirty="0" err="1">
                          <a:solidFill>
                            <a:schemeClr val="tx2"/>
                          </a:solidFill>
                          <a:latin typeface="Consolas" panose="020B0609020204030204" pitchFamily="49" charset="0"/>
                          <a:cs typeface="Courier New" panose="02070309020205020404" pitchFamily="49" charset="0"/>
                        </a:rPr>
                        <a:t>dst</a:t>
                      </a:r>
                      <a:r>
                        <a:rPr lang="en-US" b="1" dirty="0">
                          <a:solidFill>
                            <a:schemeClr val="tx2"/>
                          </a:solidFill>
                          <a:latin typeface="Consolas" panose="020B0609020204030204" pitchFamily="49" charset="0"/>
                          <a:cs typeface="Courier New" panose="02070309020205020404" pitchFamily="49" charset="0"/>
                        </a:rPr>
                        <a:t>)</a:t>
                      </a:r>
                    </a:p>
                  </a:txBody>
                  <a:tcPr anchor="ctr">
                    <a:lnL>
                      <a:noFill/>
                    </a:lnL>
                    <a:lnR>
                      <a:noFill/>
                    </a:lnR>
                    <a:lnT>
                      <a:noFill/>
                    </a:lnT>
                    <a:lnB>
                      <a:noFill/>
                    </a:lnB>
                    <a:noFill/>
                  </a:tcPr>
                </a:tc>
                <a:tc>
                  <a:txBody>
                    <a:bodyPr/>
                    <a:lstStyle/>
                    <a:p>
                      <a:pPr>
                        <a:buNone/>
                      </a:pPr>
                      <a:r>
                        <a:rPr lang="en-US"/>
                        <a:t>Renames or moves a file or directory.</a:t>
                      </a:r>
                    </a:p>
                  </a:txBody>
                  <a:tcPr anchor="ctr">
                    <a:lnL>
                      <a:noFill/>
                    </a:lnL>
                    <a:lnR>
                      <a:noFill/>
                    </a:lnR>
                    <a:lnT>
                      <a:noFill/>
                    </a:lnT>
                    <a:lnB>
                      <a:noFill/>
                    </a:lnB>
                    <a:noFill/>
                  </a:tcPr>
                </a:tc>
                <a:extLst>
                  <a:ext uri="{0D108BD9-81ED-4DB2-BD59-A6C34878D82A}">
                    <a16:rowId xmlns:a16="http://schemas.microsoft.com/office/drawing/2014/main" val="3297173758"/>
                  </a:ext>
                </a:extLst>
              </a:tr>
              <a:tr h="0">
                <a:tc>
                  <a:txBody>
                    <a:bodyPr/>
                    <a:lstStyle/>
                    <a:p>
                      <a:pPr>
                        <a:buNone/>
                      </a:pPr>
                      <a:r>
                        <a:rPr lang="en-US" b="1" dirty="0" err="1">
                          <a:solidFill>
                            <a:schemeClr val="tx2"/>
                          </a:solidFill>
                          <a:latin typeface="Consolas" panose="020B0609020204030204" pitchFamily="49" charset="0"/>
                          <a:cs typeface="Courier New" panose="02070309020205020404" pitchFamily="49" charset="0"/>
                        </a:rPr>
                        <a:t>os.stat</a:t>
                      </a:r>
                      <a:r>
                        <a:rPr lang="en-US" b="1" dirty="0">
                          <a:solidFill>
                            <a:schemeClr val="tx2"/>
                          </a:solidFill>
                          <a:latin typeface="Consolas" panose="020B06090202040302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dirty="0"/>
                        <a:t>Returns info about a file (like size, modified time).</a:t>
                      </a:r>
                    </a:p>
                  </a:txBody>
                  <a:tcPr anchor="ctr">
                    <a:lnL>
                      <a:noFill/>
                    </a:lnL>
                    <a:lnR>
                      <a:noFill/>
                    </a:lnR>
                    <a:lnT>
                      <a:noFill/>
                    </a:lnT>
                    <a:lnB>
                      <a:noFill/>
                    </a:lnB>
                    <a:noFill/>
                  </a:tcPr>
                </a:tc>
                <a:extLst>
                  <a:ext uri="{0D108BD9-81ED-4DB2-BD59-A6C34878D82A}">
                    <a16:rowId xmlns:a16="http://schemas.microsoft.com/office/drawing/2014/main" val="1106212592"/>
                  </a:ext>
                </a:extLst>
              </a:tr>
            </a:tbl>
          </a:graphicData>
        </a:graphic>
      </p:graphicFrame>
    </p:spTree>
    <p:extLst>
      <p:ext uri="{BB962C8B-B14F-4D97-AF65-F5344CB8AC3E}">
        <p14:creationId xmlns:p14="http://schemas.microsoft.com/office/powerpoint/2010/main" val="7724946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F72CA-F00B-B9C0-3905-1071A14C1497}"/>
              </a:ext>
            </a:extLst>
          </p:cNvPr>
          <p:cNvSpPr>
            <a:spLocks noGrp="1"/>
          </p:cNvSpPr>
          <p:nvPr>
            <p:ph type="title"/>
          </p:nvPr>
        </p:nvSpPr>
        <p:spPr/>
        <p:txBody>
          <a:bodyPr/>
          <a:lstStyle/>
          <a:p>
            <a:r>
              <a:rPr lang="en-US" dirty="0"/>
              <a:t>Look familiar?</a:t>
            </a:r>
          </a:p>
        </p:txBody>
      </p:sp>
      <p:graphicFrame>
        <p:nvGraphicFramePr>
          <p:cNvPr id="4" name="Content Placeholder 3">
            <a:extLst>
              <a:ext uri="{FF2B5EF4-FFF2-40B4-BE49-F238E27FC236}">
                <a16:creationId xmlns:a16="http://schemas.microsoft.com/office/drawing/2014/main" id="{B96D637A-E869-9722-DE6A-4578A35F3330}"/>
              </a:ext>
            </a:extLst>
          </p:cNvPr>
          <p:cNvGraphicFramePr>
            <a:graphicFrameLocks noGrp="1"/>
          </p:cNvGraphicFramePr>
          <p:nvPr>
            <p:ph idx="4294967295"/>
            <p:extLst>
              <p:ext uri="{D42A27DB-BD31-4B8C-83A1-F6EECF244321}">
                <p14:modId xmlns:p14="http://schemas.microsoft.com/office/powerpoint/2010/main" val="3995929412"/>
              </p:ext>
            </p:extLst>
          </p:nvPr>
        </p:nvGraphicFramePr>
        <p:xfrm>
          <a:off x="1488558" y="2173288"/>
          <a:ext cx="10132826" cy="3505200"/>
        </p:xfrm>
        <a:graphic>
          <a:graphicData uri="http://schemas.openxmlformats.org/drawingml/2006/table">
            <a:tbl>
              <a:tblPr/>
              <a:tblGrid>
                <a:gridCol w="3122426">
                  <a:extLst>
                    <a:ext uri="{9D8B030D-6E8A-4147-A177-3AD203B41FA5}">
                      <a16:colId xmlns:a16="http://schemas.microsoft.com/office/drawing/2014/main" val="3500306056"/>
                    </a:ext>
                  </a:extLst>
                </a:gridCol>
                <a:gridCol w="3505200">
                  <a:extLst>
                    <a:ext uri="{9D8B030D-6E8A-4147-A177-3AD203B41FA5}">
                      <a16:colId xmlns:a16="http://schemas.microsoft.com/office/drawing/2014/main" val="1131658808"/>
                    </a:ext>
                  </a:extLst>
                </a:gridCol>
                <a:gridCol w="3505200">
                  <a:extLst>
                    <a:ext uri="{9D8B030D-6E8A-4147-A177-3AD203B41FA5}">
                      <a16:colId xmlns:a16="http://schemas.microsoft.com/office/drawing/2014/main" val="1721088864"/>
                    </a:ext>
                  </a:extLst>
                </a:gridCol>
              </a:tblGrid>
              <a:tr h="0">
                <a:tc>
                  <a:txBody>
                    <a:bodyPr/>
                    <a:lstStyle/>
                    <a:p>
                      <a:pPr>
                        <a:buNone/>
                      </a:pPr>
                      <a:r>
                        <a:rPr lang="en-US" b="1"/>
                        <a:t>Python Function</a:t>
                      </a:r>
                    </a:p>
                  </a:txBody>
                  <a:tcPr anchor="ctr">
                    <a:lnL>
                      <a:noFill/>
                    </a:lnL>
                    <a:lnR>
                      <a:noFill/>
                    </a:lnR>
                    <a:lnT>
                      <a:noFill/>
                    </a:lnT>
                    <a:lnB>
                      <a:noFill/>
                    </a:lnB>
                    <a:noFill/>
                  </a:tcPr>
                </a:tc>
                <a:tc>
                  <a:txBody>
                    <a:bodyPr/>
                    <a:lstStyle/>
                    <a:p>
                      <a:pPr>
                        <a:buNone/>
                      </a:pPr>
                      <a:r>
                        <a:rPr lang="en-US" b="1"/>
                        <a:t>Description</a:t>
                      </a:r>
                    </a:p>
                  </a:txBody>
                  <a:tcPr anchor="ctr">
                    <a:lnL>
                      <a:noFill/>
                    </a:lnL>
                    <a:lnR>
                      <a:noFill/>
                    </a:lnR>
                    <a:lnT>
                      <a:noFill/>
                    </a:lnT>
                    <a:lnB>
                      <a:noFill/>
                    </a:lnB>
                    <a:noFill/>
                  </a:tcPr>
                </a:tc>
                <a:tc>
                  <a:txBody>
                    <a:bodyPr/>
                    <a:lstStyle/>
                    <a:p>
                      <a:pPr>
                        <a:buNone/>
                      </a:pPr>
                      <a:r>
                        <a:rPr lang="en-US" b="1" dirty="0"/>
                        <a:t>Linux Command Equivalent</a:t>
                      </a:r>
                    </a:p>
                  </a:txBody>
                  <a:tcPr anchor="ctr">
                    <a:lnL>
                      <a:noFill/>
                    </a:lnL>
                    <a:lnR>
                      <a:noFill/>
                    </a:lnR>
                    <a:lnT>
                      <a:noFill/>
                    </a:lnT>
                    <a:lnB>
                      <a:noFill/>
                    </a:lnB>
                    <a:noFill/>
                  </a:tcPr>
                </a:tc>
                <a:extLst>
                  <a:ext uri="{0D108BD9-81ED-4DB2-BD59-A6C34878D82A}">
                    <a16:rowId xmlns:a16="http://schemas.microsoft.com/office/drawing/2014/main" val="995829420"/>
                  </a:ext>
                </a:extLst>
              </a:tr>
              <a:tr h="0">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os.getcwd</a:t>
                      </a:r>
                      <a:r>
                        <a:rPr lang="en-US" b="1" dirty="0">
                          <a:solidFill>
                            <a:schemeClr val="tx2"/>
                          </a:solidFill>
                          <a:latin typeface="Courier New" panose="02070309020205020404" pitchFamily="49" charset="0"/>
                          <a:cs typeface="Courier New" panose="02070309020205020404" pitchFamily="49" charset="0"/>
                        </a:rPr>
                        <a:t>()</a:t>
                      </a:r>
                    </a:p>
                  </a:txBody>
                  <a:tcPr anchor="ctr">
                    <a:lnL>
                      <a:noFill/>
                    </a:lnL>
                    <a:lnR>
                      <a:noFill/>
                    </a:lnR>
                    <a:lnT>
                      <a:noFill/>
                    </a:lnT>
                    <a:lnB>
                      <a:noFill/>
                    </a:lnB>
                    <a:noFill/>
                  </a:tcPr>
                </a:tc>
                <a:tc>
                  <a:txBody>
                    <a:bodyPr/>
                    <a:lstStyle/>
                    <a:p>
                      <a:pPr>
                        <a:buNone/>
                      </a:pPr>
                      <a:r>
                        <a:rPr lang="en-US"/>
                        <a:t>Get current working directory</a:t>
                      </a:r>
                    </a:p>
                  </a:txBody>
                  <a:tcPr anchor="ctr">
                    <a:lnL>
                      <a:noFill/>
                    </a:lnL>
                    <a:lnR>
                      <a:noFill/>
                    </a:lnR>
                    <a:lnT>
                      <a:noFill/>
                    </a:lnT>
                    <a:lnB>
                      <a:noFill/>
                    </a:lnB>
                    <a:noFill/>
                  </a:tcPr>
                </a:tc>
                <a:tc>
                  <a:txBody>
                    <a:bodyPr/>
                    <a:lstStyle/>
                    <a:p>
                      <a:pPr>
                        <a:buNone/>
                      </a:pPr>
                      <a:r>
                        <a:rPr lang="en-US" b="1" dirty="0" err="1">
                          <a:solidFill>
                            <a:schemeClr val="tx2"/>
                          </a:solidFill>
                          <a:latin typeface="Consolas" panose="020B0609020204030204" pitchFamily="49" charset="0"/>
                          <a:cs typeface="Courier New" panose="02070309020205020404" pitchFamily="49" charset="0"/>
                        </a:rPr>
                        <a:t>pwd</a:t>
                      </a:r>
                      <a:endParaRPr lang="en-US" b="1" dirty="0">
                        <a:solidFill>
                          <a:schemeClr val="tx2"/>
                        </a:solidFill>
                        <a:latin typeface="Consolas" panose="020B0609020204030204" pitchFamily="49" charset="0"/>
                        <a:cs typeface="Courier New" panose="02070309020205020404" pitchFamily="49" charset="0"/>
                      </a:endParaRPr>
                    </a:p>
                  </a:txBody>
                  <a:tcPr anchor="ctr">
                    <a:lnL>
                      <a:noFill/>
                    </a:lnL>
                    <a:lnR>
                      <a:noFill/>
                    </a:lnR>
                    <a:lnT>
                      <a:noFill/>
                    </a:lnT>
                    <a:lnB>
                      <a:noFill/>
                    </a:lnB>
                    <a:noFill/>
                  </a:tcPr>
                </a:tc>
                <a:extLst>
                  <a:ext uri="{0D108BD9-81ED-4DB2-BD59-A6C34878D82A}">
                    <a16:rowId xmlns:a16="http://schemas.microsoft.com/office/drawing/2014/main" val="3737787394"/>
                  </a:ext>
                </a:extLst>
              </a:tr>
              <a:tr h="0">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os.chdir</a:t>
                      </a:r>
                      <a:r>
                        <a:rPr lang="en-US" b="1" dirty="0">
                          <a:solidFill>
                            <a:schemeClr val="tx2"/>
                          </a:solidFill>
                          <a:latin typeface="Courier New" panose="020703090202050204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a:t>Change current directory</a:t>
                      </a:r>
                    </a:p>
                  </a:txBody>
                  <a:tcPr anchor="ctr">
                    <a:lnL>
                      <a:noFill/>
                    </a:lnL>
                    <a:lnR>
                      <a:noFill/>
                    </a:lnR>
                    <a:lnT>
                      <a:noFill/>
                    </a:lnT>
                    <a:lnB>
                      <a:noFill/>
                    </a:lnB>
                    <a:noFill/>
                  </a:tcPr>
                </a:tc>
                <a:tc>
                  <a:txBody>
                    <a:bodyPr/>
                    <a:lstStyle/>
                    <a:p>
                      <a:pPr>
                        <a:buNone/>
                      </a:pPr>
                      <a:r>
                        <a:rPr lang="en-US" b="1" dirty="0">
                          <a:solidFill>
                            <a:schemeClr val="tx2"/>
                          </a:solidFill>
                          <a:latin typeface="Consolas" panose="020B0609020204030204" pitchFamily="49" charset="0"/>
                          <a:cs typeface="Courier New" panose="02070309020205020404" pitchFamily="49" charset="0"/>
                        </a:rPr>
                        <a:t>cd path</a:t>
                      </a:r>
                    </a:p>
                  </a:txBody>
                  <a:tcPr anchor="ctr">
                    <a:lnL>
                      <a:noFill/>
                    </a:lnL>
                    <a:lnR>
                      <a:noFill/>
                    </a:lnR>
                    <a:lnT>
                      <a:noFill/>
                    </a:lnT>
                    <a:lnB>
                      <a:noFill/>
                    </a:lnB>
                    <a:noFill/>
                  </a:tcPr>
                </a:tc>
                <a:extLst>
                  <a:ext uri="{0D108BD9-81ED-4DB2-BD59-A6C34878D82A}">
                    <a16:rowId xmlns:a16="http://schemas.microsoft.com/office/drawing/2014/main" val="3789680709"/>
                  </a:ext>
                </a:extLst>
              </a:tr>
              <a:tr h="0">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os.listdir</a:t>
                      </a:r>
                      <a:r>
                        <a:rPr lang="en-US" b="1" dirty="0">
                          <a:solidFill>
                            <a:schemeClr val="tx2"/>
                          </a:solidFill>
                          <a:latin typeface="Courier New" panose="020703090202050204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a:t>List files and directories</a:t>
                      </a:r>
                    </a:p>
                  </a:txBody>
                  <a:tcPr anchor="ctr">
                    <a:lnL>
                      <a:noFill/>
                    </a:lnL>
                    <a:lnR>
                      <a:noFill/>
                    </a:lnR>
                    <a:lnT>
                      <a:noFill/>
                    </a:lnT>
                    <a:lnB>
                      <a:noFill/>
                    </a:lnB>
                    <a:noFill/>
                  </a:tcPr>
                </a:tc>
                <a:tc>
                  <a:txBody>
                    <a:bodyPr/>
                    <a:lstStyle/>
                    <a:p>
                      <a:pPr>
                        <a:buNone/>
                      </a:pPr>
                      <a:r>
                        <a:rPr lang="en-US" b="1" dirty="0">
                          <a:solidFill>
                            <a:schemeClr val="tx2"/>
                          </a:solidFill>
                          <a:latin typeface="Consolas" panose="020B0609020204030204" pitchFamily="49" charset="0"/>
                          <a:cs typeface="Courier New" panose="02070309020205020404" pitchFamily="49" charset="0"/>
                        </a:rPr>
                        <a:t>ls</a:t>
                      </a:r>
                    </a:p>
                  </a:txBody>
                  <a:tcPr anchor="ctr">
                    <a:lnL>
                      <a:noFill/>
                    </a:lnL>
                    <a:lnR>
                      <a:noFill/>
                    </a:lnR>
                    <a:lnT>
                      <a:noFill/>
                    </a:lnT>
                    <a:lnB>
                      <a:noFill/>
                    </a:lnB>
                    <a:noFill/>
                  </a:tcPr>
                </a:tc>
                <a:extLst>
                  <a:ext uri="{0D108BD9-81ED-4DB2-BD59-A6C34878D82A}">
                    <a16:rowId xmlns:a16="http://schemas.microsoft.com/office/drawing/2014/main" val="1073325759"/>
                  </a:ext>
                </a:extLst>
              </a:tr>
              <a:tr h="0">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os.mkdir</a:t>
                      </a:r>
                      <a:r>
                        <a:rPr lang="en-US" b="1" dirty="0">
                          <a:solidFill>
                            <a:schemeClr val="tx2"/>
                          </a:solidFill>
                          <a:latin typeface="Courier New" panose="020703090202050204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a:t>Create a directory</a:t>
                      </a:r>
                    </a:p>
                  </a:txBody>
                  <a:tcPr anchor="ctr">
                    <a:lnL>
                      <a:noFill/>
                    </a:lnL>
                    <a:lnR>
                      <a:noFill/>
                    </a:lnR>
                    <a:lnT>
                      <a:noFill/>
                    </a:lnT>
                    <a:lnB>
                      <a:noFill/>
                    </a:lnB>
                    <a:noFill/>
                  </a:tcPr>
                </a:tc>
                <a:tc>
                  <a:txBody>
                    <a:bodyPr/>
                    <a:lstStyle/>
                    <a:p>
                      <a:pPr>
                        <a:buNone/>
                      </a:pPr>
                      <a:r>
                        <a:rPr lang="en-US" b="1" dirty="0" err="1">
                          <a:solidFill>
                            <a:schemeClr val="tx2"/>
                          </a:solidFill>
                          <a:latin typeface="Consolas" panose="020B0609020204030204" pitchFamily="49" charset="0"/>
                          <a:cs typeface="Courier New" panose="02070309020205020404" pitchFamily="49" charset="0"/>
                        </a:rPr>
                        <a:t>mkdir</a:t>
                      </a:r>
                      <a:r>
                        <a:rPr lang="en-US" b="1" dirty="0">
                          <a:solidFill>
                            <a:schemeClr val="tx2"/>
                          </a:solidFill>
                          <a:latin typeface="Consolas" panose="020B0609020204030204" pitchFamily="49" charset="0"/>
                          <a:cs typeface="Courier New" panose="02070309020205020404" pitchFamily="49" charset="0"/>
                        </a:rPr>
                        <a:t> path</a:t>
                      </a:r>
                    </a:p>
                  </a:txBody>
                  <a:tcPr anchor="ctr">
                    <a:lnL>
                      <a:noFill/>
                    </a:lnL>
                    <a:lnR>
                      <a:noFill/>
                    </a:lnR>
                    <a:lnT>
                      <a:noFill/>
                    </a:lnT>
                    <a:lnB>
                      <a:noFill/>
                    </a:lnB>
                    <a:noFill/>
                  </a:tcPr>
                </a:tc>
                <a:extLst>
                  <a:ext uri="{0D108BD9-81ED-4DB2-BD59-A6C34878D82A}">
                    <a16:rowId xmlns:a16="http://schemas.microsoft.com/office/drawing/2014/main" val="67077852"/>
                  </a:ext>
                </a:extLst>
              </a:tr>
              <a:tr h="0">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os.makedirs</a:t>
                      </a:r>
                      <a:r>
                        <a:rPr lang="en-US" b="1" dirty="0">
                          <a:solidFill>
                            <a:schemeClr val="tx2"/>
                          </a:solidFill>
                          <a:latin typeface="Courier New" panose="020703090202050204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a:t>Create nested directories</a:t>
                      </a:r>
                    </a:p>
                  </a:txBody>
                  <a:tcPr anchor="ctr">
                    <a:lnL>
                      <a:noFill/>
                    </a:lnL>
                    <a:lnR>
                      <a:noFill/>
                    </a:lnR>
                    <a:lnT>
                      <a:noFill/>
                    </a:lnT>
                    <a:lnB>
                      <a:noFill/>
                    </a:lnB>
                    <a:noFill/>
                  </a:tcPr>
                </a:tc>
                <a:tc>
                  <a:txBody>
                    <a:bodyPr/>
                    <a:lstStyle/>
                    <a:p>
                      <a:pPr>
                        <a:buNone/>
                      </a:pPr>
                      <a:r>
                        <a:rPr lang="en-US" b="1" dirty="0" err="1">
                          <a:solidFill>
                            <a:schemeClr val="tx2"/>
                          </a:solidFill>
                          <a:latin typeface="Consolas" panose="020B0609020204030204" pitchFamily="49" charset="0"/>
                          <a:cs typeface="Courier New" panose="02070309020205020404" pitchFamily="49" charset="0"/>
                        </a:rPr>
                        <a:t>mkdir</a:t>
                      </a:r>
                      <a:r>
                        <a:rPr lang="en-US" b="1" dirty="0">
                          <a:solidFill>
                            <a:schemeClr val="tx2"/>
                          </a:solidFill>
                          <a:latin typeface="Consolas" panose="020B0609020204030204" pitchFamily="49" charset="0"/>
                          <a:cs typeface="Courier New" panose="02070309020205020404" pitchFamily="49" charset="0"/>
                        </a:rPr>
                        <a:t> -p path</a:t>
                      </a:r>
                    </a:p>
                  </a:txBody>
                  <a:tcPr anchor="ctr">
                    <a:lnL>
                      <a:noFill/>
                    </a:lnL>
                    <a:lnR>
                      <a:noFill/>
                    </a:lnR>
                    <a:lnT>
                      <a:noFill/>
                    </a:lnT>
                    <a:lnB>
                      <a:noFill/>
                    </a:lnB>
                    <a:noFill/>
                  </a:tcPr>
                </a:tc>
                <a:extLst>
                  <a:ext uri="{0D108BD9-81ED-4DB2-BD59-A6C34878D82A}">
                    <a16:rowId xmlns:a16="http://schemas.microsoft.com/office/drawing/2014/main" val="1842813861"/>
                  </a:ext>
                </a:extLst>
              </a:tr>
              <a:tr h="0">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os.remove</a:t>
                      </a:r>
                      <a:r>
                        <a:rPr lang="en-US" b="1" dirty="0">
                          <a:solidFill>
                            <a:schemeClr val="tx2"/>
                          </a:solidFill>
                          <a:latin typeface="Courier New" panose="020703090202050204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a:t>Delete a file</a:t>
                      </a:r>
                    </a:p>
                  </a:txBody>
                  <a:tcPr anchor="ctr">
                    <a:lnL>
                      <a:noFill/>
                    </a:lnL>
                    <a:lnR>
                      <a:noFill/>
                    </a:lnR>
                    <a:lnT>
                      <a:noFill/>
                    </a:lnT>
                    <a:lnB>
                      <a:noFill/>
                    </a:lnB>
                    <a:noFill/>
                  </a:tcPr>
                </a:tc>
                <a:tc>
                  <a:txBody>
                    <a:bodyPr/>
                    <a:lstStyle/>
                    <a:p>
                      <a:pPr>
                        <a:buNone/>
                      </a:pPr>
                      <a:r>
                        <a:rPr lang="en-US" b="1" dirty="0">
                          <a:solidFill>
                            <a:schemeClr val="tx2"/>
                          </a:solidFill>
                          <a:latin typeface="Consolas" panose="020B0609020204030204" pitchFamily="49" charset="0"/>
                          <a:cs typeface="Courier New" panose="02070309020205020404" pitchFamily="49" charset="0"/>
                        </a:rPr>
                        <a:t>rm path</a:t>
                      </a:r>
                    </a:p>
                  </a:txBody>
                  <a:tcPr anchor="ctr">
                    <a:lnL>
                      <a:noFill/>
                    </a:lnL>
                    <a:lnR>
                      <a:noFill/>
                    </a:lnR>
                    <a:lnT>
                      <a:noFill/>
                    </a:lnT>
                    <a:lnB>
                      <a:noFill/>
                    </a:lnB>
                    <a:noFill/>
                  </a:tcPr>
                </a:tc>
                <a:extLst>
                  <a:ext uri="{0D108BD9-81ED-4DB2-BD59-A6C34878D82A}">
                    <a16:rowId xmlns:a16="http://schemas.microsoft.com/office/drawing/2014/main" val="299823941"/>
                  </a:ext>
                </a:extLst>
              </a:tr>
              <a:tr h="0">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os.rmdir</a:t>
                      </a:r>
                      <a:r>
                        <a:rPr lang="en-US" b="1" dirty="0">
                          <a:solidFill>
                            <a:schemeClr val="tx2"/>
                          </a:solidFill>
                          <a:latin typeface="Courier New" panose="020703090202050204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dirty="0"/>
                        <a:t>Remove empty directory</a:t>
                      </a:r>
                    </a:p>
                  </a:txBody>
                  <a:tcPr anchor="ctr">
                    <a:lnL>
                      <a:noFill/>
                    </a:lnL>
                    <a:lnR>
                      <a:noFill/>
                    </a:lnR>
                    <a:lnT>
                      <a:noFill/>
                    </a:lnT>
                    <a:lnB>
                      <a:noFill/>
                    </a:lnB>
                    <a:noFill/>
                  </a:tcPr>
                </a:tc>
                <a:tc>
                  <a:txBody>
                    <a:bodyPr/>
                    <a:lstStyle/>
                    <a:p>
                      <a:pPr>
                        <a:buNone/>
                      </a:pPr>
                      <a:r>
                        <a:rPr lang="en-US" b="1" dirty="0" err="1">
                          <a:solidFill>
                            <a:schemeClr val="tx2"/>
                          </a:solidFill>
                          <a:latin typeface="Consolas" panose="020B0609020204030204" pitchFamily="49" charset="0"/>
                          <a:cs typeface="Courier New" panose="02070309020205020404" pitchFamily="49" charset="0"/>
                        </a:rPr>
                        <a:t>rmdir</a:t>
                      </a:r>
                      <a:r>
                        <a:rPr lang="en-US" b="1" dirty="0">
                          <a:solidFill>
                            <a:schemeClr val="tx2"/>
                          </a:solidFill>
                          <a:latin typeface="Consolas" panose="020B0609020204030204" pitchFamily="49" charset="0"/>
                          <a:cs typeface="Courier New" panose="02070309020205020404" pitchFamily="49" charset="0"/>
                        </a:rPr>
                        <a:t> path</a:t>
                      </a:r>
                    </a:p>
                  </a:txBody>
                  <a:tcPr anchor="ctr">
                    <a:lnL>
                      <a:noFill/>
                    </a:lnL>
                    <a:lnR>
                      <a:noFill/>
                    </a:lnR>
                    <a:lnT>
                      <a:noFill/>
                    </a:lnT>
                    <a:lnB>
                      <a:noFill/>
                    </a:lnB>
                    <a:noFill/>
                  </a:tcPr>
                </a:tc>
                <a:extLst>
                  <a:ext uri="{0D108BD9-81ED-4DB2-BD59-A6C34878D82A}">
                    <a16:rowId xmlns:a16="http://schemas.microsoft.com/office/drawing/2014/main" val="1345573289"/>
                  </a:ext>
                </a:extLst>
              </a:tr>
              <a:tr h="0">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os.rename</a:t>
                      </a:r>
                      <a:r>
                        <a:rPr lang="en-US" b="1" dirty="0">
                          <a:solidFill>
                            <a:schemeClr val="tx2"/>
                          </a:solidFill>
                          <a:latin typeface="Courier New" panose="02070309020205020404" pitchFamily="49" charset="0"/>
                          <a:cs typeface="Courier New" panose="02070309020205020404" pitchFamily="49" charset="0"/>
                        </a:rPr>
                        <a:t>(</a:t>
                      </a:r>
                      <a:r>
                        <a:rPr lang="en-US" b="1" dirty="0" err="1">
                          <a:solidFill>
                            <a:schemeClr val="tx2"/>
                          </a:solidFill>
                          <a:latin typeface="Courier New" panose="02070309020205020404" pitchFamily="49" charset="0"/>
                          <a:cs typeface="Courier New" panose="02070309020205020404" pitchFamily="49" charset="0"/>
                        </a:rPr>
                        <a:t>src</a:t>
                      </a:r>
                      <a:r>
                        <a:rPr lang="en-US" b="1" dirty="0">
                          <a:solidFill>
                            <a:schemeClr val="tx2"/>
                          </a:solidFill>
                          <a:latin typeface="Courier New" panose="02070309020205020404" pitchFamily="49" charset="0"/>
                          <a:cs typeface="Courier New" panose="02070309020205020404" pitchFamily="49" charset="0"/>
                        </a:rPr>
                        <a:t>, </a:t>
                      </a:r>
                      <a:r>
                        <a:rPr lang="en-US" b="1" dirty="0" err="1">
                          <a:solidFill>
                            <a:schemeClr val="tx2"/>
                          </a:solidFill>
                          <a:latin typeface="Courier New" panose="02070309020205020404" pitchFamily="49" charset="0"/>
                          <a:cs typeface="Courier New" panose="02070309020205020404" pitchFamily="49" charset="0"/>
                        </a:rPr>
                        <a:t>dst</a:t>
                      </a:r>
                      <a:r>
                        <a:rPr lang="en-US" b="1" dirty="0">
                          <a:solidFill>
                            <a:schemeClr val="tx2"/>
                          </a:solidFill>
                          <a:latin typeface="Courier New" panose="02070309020205020404" pitchFamily="49" charset="0"/>
                          <a:cs typeface="Courier New" panose="02070309020205020404" pitchFamily="49" charset="0"/>
                        </a:rPr>
                        <a:t>)</a:t>
                      </a:r>
                    </a:p>
                  </a:txBody>
                  <a:tcPr anchor="ctr">
                    <a:lnL>
                      <a:noFill/>
                    </a:lnL>
                    <a:lnR>
                      <a:noFill/>
                    </a:lnR>
                    <a:lnT>
                      <a:noFill/>
                    </a:lnT>
                    <a:lnB>
                      <a:noFill/>
                    </a:lnB>
                    <a:noFill/>
                  </a:tcPr>
                </a:tc>
                <a:tc>
                  <a:txBody>
                    <a:bodyPr/>
                    <a:lstStyle/>
                    <a:p>
                      <a:pPr>
                        <a:buNone/>
                      </a:pPr>
                      <a:r>
                        <a:rPr lang="en-US"/>
                        <a:t>Rename or move file/directory</a:t>
                      </a:r>
                    </a:p>
                  </a:txBody>
                  <a:tcPr anchor="ctr">
                    <a:lnL>
                      <a:noFill/>
                    </a:lnL>
                    <a:lnR>
                      <a:noFill/>
                    </a:lnR>
                    <a:lnT>
                      <a:noFill/>
                    </a:lnT>
                    <a:lnB>
                      <a:noFill/>
                    </a:lnB>
                    <a:noFill/>
                  </a:tcPr>
                </a:tc>
                <a:tc>
                  <a:txBody>
                    <a:bodyPr/>
                    <a:lstStyle/>
                    <a:p>
                      <a:pPr>
                        <a:buNone/>
                      </a:pPr>
                      <a:r>
                        <a:rPr lang="en-US" b="1" dirty="0">
                          <a:solidFill>
                            <a:schemeClr val="tx2"/>
                          </a:solidFill>
                          <a:latin typeface="Consolas" panose="020B0609020204030204" pitchFamily="49" charset="0"/>
                          <a:cs typeface="Courier New" panose="02070309020205020404" pitchFamily="49" charset="0"/>
                        </a:rPr>
                        <a:t>mv </a:t>
                      </a:r>
                      <a:r>
                        <a:rPr lang="en-US" b="1" dirty="0" err="1">
                          <a:solidFill>
                            <a:schemeClr val="tx2"/>
                          </a:solidFill>
                          <a:latin typeface="Consolas" panose="020B0609020204030204" pitchFamily="49" charset="0"/>
                          <a:cs typeface="Courier New" panose="02070309020205020404" pitchFamily="49" charset="0"/>
                        </a:rPr>
                        <a:t>src</a:t>
                      </a:r>
                      <a:r>
                        <a:rPr lang="en-US" b="1" dirty="0">
                          <a:solidFill>
                            <a:schemeClr val="tx2"/>
                          </a:solidFill>
                          <a:latin typeface="Consolas" panose="020B0609020204030204" pitchFamily="49" charset="0"/>
                          <a:cs typeface="Courier New" panose="02070309020205020404" pitchFamily="49" charset="0"/>
                        </a:rPr>
                        <a:t> </a:t>
                      </a:r>
                      <a:r>
                        <a:rPr lang="en-US" b="1" dirty="0" err="1">
                          <a:solidFill>
                            <a:schemeClr val="tx2"/>
                          </a:solidFill>
                          <a:latin typeface="Consolas" panose="020B0609020204030204" pitchFamily="49" charset="0"/>
                          <a:cs typeface="Courier New" panose="02070309020205020404" pitchFamily="49" charset="0"/>
                        </a:rPr>
                        <a:t>dst</a:t>
                      </a:r>
                      <a:endParaRPr lang="en-US" b="1" dirty="0">
                        <a:solidFill>
                          <a:schemeClr val="tx2"/>
                        </a:solidFill>
                        <a:latin typeface="Consolas" panose="020B0609020204030204" pitchFamily="49" charset="0"/>
                        <a:cs typeface="Courier New" panose="02070309020205020404" pitchFamily="49" charset="0"/>
                      </a:endParaRPr>
                    </a:p>
                  </a:txBody>
                  <a:tcPr anchor="ctr">
                    <a:lnL>
                      <a:noFill/>
                    </a:lnL>
                    <a:lnR>
                      <a:noFill/>
                    </a:lnR>
                    <a:lnT>
                      <a:noFill/>
                    </a:lnT>
                    <a:lnB>
                      <a:noFill/>
                    </a:lnB>
                    <a:noFill/>
                  </a:tcPr>
                </a:tc>
                <a:extLst>
                  <a:ext uri="{0D108BD9-81ED-4DB2-BD59-A6C34878D82A}">
                    <a16:rowId xmlns:a16="http://schemas.microsoft.com/office/drawing/2014/main" val="4213127613"/>
                  </a:ext>
                </a:extLst>
              </a:tr>
              <a:tr h="0">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os.stat</a:t>
                      </a:r>
                      <a:r>
                        <a:rPr lang="en-US" b="1" dirty="0">
                          <a:solidFill>
                            <a:schemeClr val="tx2"/>
                          </a:solidFill>
                          <a:latin typeface="Courier New" panose="020703090202050204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dirty="0"/>
                        <a:t>Get file/directory status</a:t>
                      </a:r>
                    </a:p>
                  </a:txBody>
                  <a:tcPr anchor="ctr">
                    <a:lnL>
                      <a:noFill/>
                    </a:lnL>
                    <a:lnR>
                      <a:noFill/>
                    </a:lnR>
                    <a:lnT>
                      <a:noFill/>
                    </a:lnT>
                    <a:lnB>
                      <a:noFill/>
                    </a:lnB>
                    <a:noFill/>
                  </a:tcPr>
                </a:tc>
                <a:tc>
                  <a:txBody>
                    <a:bodyPr/>
                    <a:lstStyle/>
                    <a:p>
                      <a:pPr>
                        <a:buNone/>
                      </a:pPr>
                      <a:r>
                        <a:rPr lang="en-US" b="1" dirty="0">
                          <a:solidFill>
                            <a:schemeClr val="tx2"/>
                          </a:solidFill>
                          <a:latin typeface="Consolas" panose="020B0609020204030204" pitchFamily="49" charset="0"/>
                          <a:cs typeface="Courier New" panose="02070309020205020404" pitchFamily="49" charset="0"/>
                        </a:rPr>
                        <a:t>stat path</a:t>
                      </a:r>
                    </a:p>
                  </a:txBody>
                  <a:tcPr anchor="ctr">
                    <a:lnL>
                      <a:noFill/>
                    </a:lnL>
                    <a:lnR>
                      <a:noFill/>
                    </a:lnR>
                    <a:lnT>
                      <a:noFill/>
                    </a:lnT>
                    <a:lnB>
                      <a:noFill/>
                    </a:lnB>
                    <a:noFill/>
                  </a:tcPr>
                </a:tc>
                <a:extLst>
                  <a:ext uri="{0D108BD9-81ED-4DB2-BD59-A6C34878D82A}">
                    <a16:rowId xmlns:a16="http://schemas.microsoft.com/office/drawing/2014/main" val="2618905141"/>
                  </a:ext>
                </a:extLst>
              </a:tr>
            </a:tbl>
          </a:graphicData>
        </a:graphic>
      </p:graphicFrame>
    </p:spTree>
    <p:extLst>
      <p:ext uri="{BB962C8B-B14F-4D97-AF65-F5344CB8AC3E}">
        <p14:creationId xmlns:p14="http://schemas.microsoft.com/office/powerpoint/2010/main" val="19120305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0A79DFE-CA6D-199F-1D8F-0A25E480F345}"/>
              </a:ext>
            </a:extLst>
          </p:cNvPr>
          <p:cNvSpPr>
            <a:spLocks noGrp="1"/>
          </p:cNvSpPr>
          <p:nvPr>
            <p:ph type="title"/>
          </p:nvPr>
        </p:nvSpPr>
        <p:spPr/>
        <p:txBody>
          <a:bodyPr/>
          <a:lstStyle/>
          <a:p>
            <a:r>
              <a:rPr lang="en-US" dirty="0"/>
              <a:t>Hands-On #1 in PYTHON_FILE_IO.MD</a:t>
            </a:r>
          </a:p>
        </p:txBody>
      </p:sp>
      <p:sp>
        <p:nvSpPr>
          <p:cNvPr id="8" name="Content Placeholder 7">
            <a:extLst>
              <a:ext uri="{FF2B5EF4-FFF2-40B4-BE49-F238E27FC236}">
                <a16:creationId xmlns:a16="http://schemas.microsoft.com/office/drawing/2014/main" id="{0C8DBF7A-ABA5-7245-19D0-84C717D30964}"/>
              </a:ext>
            </a:extLst>
          </p:cNvPr>
          <p:cNvSpPr>
            <a:spLocks noGrp="1"/>
          </p:cNvSpPr>
          <p:nvPr>
            <p:ph type="body" sz="quarter" idx="11"/>
          </p:nvPr>
        </p:nvSpPr>
        <p:spPr/>
        <p:txBody>
          <a:bodyPr/>
          <a:lstStyle/>
          <a:p>
            <a:r>
              <a:rPr lang="en-US" dirty="0"/>
              <a:t>Navigating file structures with python</a:t>
            </a:r>
          </a:p>
          <a:p>
            <a:endParaRPr lang="en-US" dirty="0"/>
          </a:p>
        </p:txBody>
      </p:sp>
    </p:spTree>
    <p:extLst>
      <p:ext uri="{BB962C8B-B14F-4D97-AF65-F5344CB8AC3E}">
        <p14:creationId xmlns:p14="http://schemas.microsoft.com/office/powerpoint/2010/main" val="40184369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3C8FF-9D57-C917-5486-9DF6A2A13193}"/>
              </a:ext>
            </a:extLst>
          </p:cNvPr>
          <p:cNvSpPr>
            <a:spLocks noGrp="1"/>
          </p:cNvSpPr>
          <p:nvPr>
            <p:ph type="title"/>
          </p:nvPr>
        </p:nvSpPr>
        <p:spPr/>
        <p:txBody>
          <a:bodyPr/>
          <a:lstStyle/>
          <a:p>
            <a:r>
              <a:rPr lang="en-US" dirty="0" err="1"/>
              <a:t>Pathlib</a:t>
            </a:r>
            <a:r>
              <a:rPr lang="en-US" dirty="0"/>
              <a:t> MODULE</a:t>
            </a:r>
          </a:p>
        </p:txBody>
      </p:sp>
      <p:sp>
        <p:nvSpPr>
          <p:cNvPr id="5" name="TextBox 4">
            <a:extLst>
              <a:ext uri="{FF2B5EF4-FFF2-40B4-BE49-F238E27FC236}">
                <a16:creationId xmlns:a16="http://schemas.microsoft.com/office/drawing/2014/main" id="{0D2F5D29-5829-7D46-48F0-1383B37B0E8D}"/>
              </a:ext>
            </a:extLst>
          </p:cNvPr>
          <p:cNvSpPr txBox="1"/>
          <p:nvPr/>
        </p:nvSpPr>
        <p:spPr>
          <a:xfrm>
            <a:off x="464489" y="867350"/>
            <a:ext cx="7470913" cy="923330"/>
          </a:xfrm>
          <a:prstGeom prst="rect">
            <a:avLst/>
          </a:prstGeom>
          <a:noFill/>
        </p:spPr>
        <p:txBody>
          <a:bodyPr wrap="square" rtlCol="0">
            <a:spAutoFit/>
          </a:bodyPr>
          <a:lstStyle/>
          <a:p>
            <a:r>
              <a:rPr lang="en-US" dirty="0"/>
              <a:t>An object-oriented* focused path library</a:t>
            </a:r>
          </a:p>
          <a:p>
            <a:br>
              <a:rPr lang="en-US" dirty="0">
                <a:solidFill>
                  <a:schemeClr val="tx2"/>
                </a:solidFill>
                <a:latin typeface="Consolas" panose="020B0609020204030204" pitchFamily="49" charset="0"/>
              </a:rPr>
            </a:br>
            <a:endParaRPr lang="en-US" dirty="0">
              <a:solidFill>
                <a:schemeClr val="tx2"/>
              </a:solidFill>
              <a:latin typeface="Consolas" panose="020B06090202040302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4415F2D2-2B20-5D6E-8E5E-C90D04170D39}"/>
              </a:ext>
            </a:extLst>
          </p:cNvPr>
          <p:cNvSpPr txBox="1"/>
          <p:nvPr/>
        </p:nvSpPr>
        <p:spPr>
          <a:xfrm>
            <a:off x="548640" y="1447837"/>
            <a:ext cx="9146406" cy="5078313"/>
          </a:xfrm>
          <a:prstGeom prst="rect">
            <a:avLst/>
          </a:prstGeom>
          <a:noFill/>
        </p:spPr>
        <p:txBody>
          <a:bodyPr wrap="square">
            <a:spAutoFit/>
          </a:bodyPr>
          <a:lstStyle/>
          <a:p>
            <a:pPr>
              <a:buNone/>
            </a:pPr>
            <a:r>
              <a:rPr lang="en-US" dirty="0"/>
              <a:t>The </a:t>
            </a:r>
            <a:r>
              <a:rPr lang="en-US" dirty="0" err="1">
                <a:latin typeface="Courier New" panose="02070309020205020404" pitchFamily="49" charset="0"/>
              </a:rPr>
              <a:t>pathlib</a:t>
            </a:r>
            <a:r>
              <a:rPr lang="en-US" dirty="0"/>
              <a:t> module (introduced in Python 3.4) provides an </a:t>
            </a:r>
            <a:r>
              <a:rPr lang="en-US" b="1" dirty="0"/>
              <a:t>object-oriented approach to filesystem paths</a:t>
            </a:r>
            <a:r>
              <a:rPr lang="en-US" dirty="0"/>
              <a:t>, treating paths as objects rather than plain strings. It's the modern alternative to </a:t>
            </a:r>
            <a:r>
              <a:rPr lang="en-US" dirty="0" err="1">
                <a:latin typeface="Courier New" panose="02070309020205020404" pitchFamily="49" charset="0"/>
              </a:rPr>
              <a:t>os.path</a:t>
            </a:r>
            <a:r>
              <a:rPr lang="en-US" dirty="0"/>
              <a:t>.</a:t>
            </a:r>
          </a:p>
          <a:p>
            <a:pPr>
              <a:buNone/>
            </a:pPr>
            <a:endParaRPr lang="en-US" dirty="0"/>
          </a:p>
          <a:p>
            <a:pPr>
              <a:buNone/>
            </a:pPr>
            <a:r>
              <a:rPr lang="en-US" b="1" dirty="0"/>
              <a:t>Core purposes:</a:t>
            </a:r>
            <a:endParaRPr lang="en-US" dirty="0"/>
          </a:p>
          <a:p>
            <a:pPr>
              <a:buNone/>
            </a:pPr>
            <a:r>
              <a:rPr lang="en-US" b="1" dirty="0"/>
              <a:t>1. Path Creation &amp; Representation</a:t>
            </a:r>
            <a:endParaRPr lang="en-US" dirty="0"/>
          </a:p>
          <a:p>
            <a:pPr>
              <a:buFont typeface="Arial" panose="020B0604020202020204" pitchFamily="34" charset="0"/>
              <a:buChar char="•"/>
            </a:pPr>
            <a:r>
              <a:rPr lang="en-US" dirty="0"/>
              <a:t>Paths are objects, not strings: </a:t>
            </a:r>
            <a:r>
              <a:rPr lang="en-US" dirty="0">
                <a:latin typeface="Courier New" panose="02070309020205020404" pitchFamily="49" charset="0"/>
              </a:rPr>
              <a:t>p = Path("/home/user/file.txt")</a:t>
            </a:r>
            <a:endParaRPr lang="en-US" dirty="0"/>
          </a:p>
          <a:p>
            <a:pPr>
              <a:buFont typeface="Arial" panose="020B0604020202020204" pitchFamily="34" charset="0"/>
              <a:buChar char="•"/>
            </a:pPr>
            <a:r>
              <a:rPr lang="en-US" dirty="0"/>
              <a:t>Automatically handles </a:t>
            </a:r>
            <a:r>
              <a:rPr lang="en-US" dirty="0">
                <a:latin typeface="Courier New" panose="02070309020205020404" pitchFamily="49" charset="0"/>
              </a:rPr>
              <a:t>/</a:t>
            </a:r>
            <a:r>
              <a:rPr lang="en-US" dirty="0"/>
              <a:t> vs </a:t>
            </a:r>
            <a:r>
              <a:rPr lang="en-US" dirty="0">
                <a:latin typeface="Courier New" panose="02070309020205020404" pitchFamily="49" charset="0"/>
              </a:rPr>
              <a:t>\</a:t>
            </a:r>
            <a:r>
              <a:rPr lang="en-US" dirty="0"/>
              <a:t> across platforms</a:t>
            </a:r>
          </a:p>
          <a:p>
            <a:pPr>
              <a:buFont typeface="Arial" panose="020B0604020202020204" pitchFamily="34" charset="0"/>
              <a:buChar char="•"/>
            </a:pPr>
            <a:r>
              <a:rPr lang="en-US" dirty="0"/>
              <a:t>Use </a:t>
            </a:r>
            <a:r>
              <a:rPr lang="en-US" dirty="0">
                <a:latin typeface="Courier New" panose="02070309020205020404" pitchFamily="49" charset="0"/>
              </a:rPr>
              <a:t>/</a:t>
            </a:r>
            <a:r>
              <a:rPr lang="en-US" dirty="0"/>
              <a:t> operator to join paths intuitively: </a:t>
            </a:r>
            <a:r>
              <a:rPr lang="en-US" dirty="0">
                <a:latin typeface="Courier New" panose="02070309020205020404" pitchFamily="49" charset="0"/>
              </a:rPr>
              <a:t>Path("folder") / "sub" / "file.txt“</a:t>
            </a:r>
          </a:p>
          <a:p>
            <a:pPr>
              <a:buFont typeface="Arial" panose="020B0604020202020204" pitchFamily="34" charset="0"/>
              <a:buChar char="•"/>
            </a:pPr>
            <a:endParaRPr lang="en-US" dirty="0"/>
          </a:p>
          <a:p>
            <a:pPr>
              <a:buNone/>
            </a:pPr>
            <a:r>
              <a:rPr lang="en-US" b="1" dirty="0"/>
              <a:t>2. File &amp; Directory Operations</a:t>
            </a:r>
            <a:endParaRPr lang="en-US" dirty="0"/>
          </a:p>
          <a:p>
            <a:pPr>
              <a:buFont typeface="Arial" panose="020B0604020202020204" pitchFamily="34" charset="0"/>
              <a:buChar char="•"/>
            </a:pPr>
            <a:r>
              <a:rPr lang="en-US" dirty="0"/>
              <a:t>Create directories: </a:t>
            </a:r>
            <a:r>
              <a:rPr lang="en-US" dirty="0" err="1">
                <a:latin typeface="Courier New" panose="02070309020205020404" pitchFamily="49" charset="0"/>
              </a:rPr>
              <a:t>p.mkdir</a:t>
            </a:r>
            <a:r>
              <a:rPr lang="en-US" dirty="0">
                <a:latin typeface="Courier New" panose="02070309020205020404" pitchFamily="49" charset="0"/>
              </a:rPr>
              <a:t>(parents=True, </a:t>
            </a:r>
            <a:r>
              <a:rPr lang="en-US" dirty="0" err="1">
                <a:latin typeface="Courier New" panose="02070309020205020404" pitchFamily="49" charset="0"/>
              </a:rPr>
              <a:t>exist_ok</a:t>
            </a:r>
            <a:r>
              <a:rPr lang="en-US" dirty="0">
                <a:latin typeface="Courier New" panose="02070309020205020404" pitchFamily="49" charset="0"/>
              </a:rPr>
              <a:t>=True)</a:t>
            </a:r>
            <a:endParaRPr lang="en-US" dirty="0"/>
          </a:p>
          <a:p>
            <a:pPr>
              <a:buFont typeface="Arial" panose="020B0604020202020204" pitchFamily="34" charset="0"/>
              <a:buChar char="•"/>
            </a:pPr>
            <a:r>
              <a:rPr lang="en-US" dirty="0"/>
              <a:t>Delete files/</a:t>
            </a:r>
            <a:r>
              <a:rPr lang="en-US" dirty="0" err="1"/>
              <a:t>dirs</a:t>
            </a:r>
            <a:r>
              <a:rPr lang="en-US" dirty="0"/>
              <a:t>: </a:t>
            </a:r>
            <a:r>
              <a:rPr lang="en-US" dirty="0" err="1">
                <a:latin typeface="Courier New" panose="02070309020205020404" pitchFamily="49" charset="0"/>
              </a:rPr>
              <a:t>p.unlink</a:t>
            </a:r>
            <a:r>
              <a:rPr lang="en-US" dirty="0">
                <a:latin typeface="Courier New" panose="02070309020205020404" pitchFamily="49" charset="0"/>
              </a:rPr>
              <a:t>()</a:t>
            </a:r>
            <a:r>
              <a:rPr lang="en-US" dirty="0"/>
              <a:t>, </a:t>
            </a:r>
            <a:r>
              <a:rPr lang="en-US" dirty="0" err="1">
                <a:latin typeface="Courier New" panose="02070309020205020404" pitchFamily="49" charset="0"/>
              </a:rPr>
              <a:t>p.rmdir</a:t>
            </a:r>
            <a:r>
              <a:rPr lang="en-US" dirty="0">
                <a:latin typeface="Courier New" panose="02070309020205020404" pitchFamily="49" charset="0"/>
              </a:rPr>
              <a:t>()</a:t>
            </a:r>
            <a:endParaRPr lang="en-US" dirty="0"/>
          </a:p>
          <a:p>
            <a:pPr>
              <a:buFont typeface="Arial" panose="020B0604020202020204" pitchFamily="34" charset="0"/>
              <a:buChar char="•"/>
            </a:pPr>
            <a:r>
              <a:rPr lang="en-US" dirty="0"/>
              <a:t>Rename/move: </a:t>
            </a:r>
            <a:r>
              <a:rPr lang="en-US" dirty="0" err="1">
                <a:latin typeface="Courier New" panose="02070309020205020404" pitchFamily="49" charset="0"/>
              </a:rPr>
              <a:t>p.rename</a:t>
            </a:r>
            <a:r>
              <a:rPr lang="en-US" dirty="0">
                <a:latin typeface="Courier New" panose="02070309020205020404" pitchFamily="49" charset="0"/>
              </a:rPr>
              <a:t>("new_name.txt")</a:t>
            </a:r>
            <a:endParaRPr lang="en-US" dirty="0"/>
          </a:p>
          <a:p>
            <a:pPr>
              <a:buFont typeface="Arial" panose="020B0604020202020204" pitchFamily="34" charset="0"/>
              <a:buChar char="•"/>
            </a:pPr>
            <a:r>
              <a:rPr lang="en-US" dirty="0"/>
              <a:t>Check existence: </a:t>
            </a:r>
            <a:r>
              <a:rPr lang="en-US" dirty="0" err="1">
                <a:latin typeface="Courier New" panose="02070309020205020404" pitchFamily="49" charset="0"/>
              </a:rPr>
              <a:t>p.exists</a:t>
            </a:r>
            <a:r>
              <a:rPr lang="en-US" dirty="0">
                <a:latin typeface="Courier New" panose="02070309020205020404" pitchFamily="49" charset="0"/>
              </a:rPr>
              <a:t>()</a:t>
            </a:r>
            <a:r>
              <a:rPr lang="en-US" dirty="0"/>
              <a:t>, </a:t>
            </a:r>
            <a:r>
              <a:rPr lang="en-US" dirty="0" err="1">
                <a:latin typeface="Courier New" panose="02070309020205020404" pitchFamily="49" charset="0"/>
              </a:rPr>
              <a:t>p.is_file</a:t>
            </a:r>
            <a:r>
              <a:rPr lang="en-US" dirty="0">
                <a:latin typeface="Courier New" panose="02070309020205020404" pitchFamily="49" charset="0"/>
              </a:rPr>
              <a:t>()</a:t>
            </a:r>
            <a:r>
              <a:rPr lang="en-US" dirty="0"/>
              <a:t>, </a:t>
            </a:r>
            <a:r>
              <a:rPr lang="en-US" dirty="0" err="1">
                <a:latin typeface="Courier New" panose="02070309020205020404" pitchFamily="49" charset="0"/>
              </a:rPr>
              <a:t>p.is_dir</a:t>
            </a:r>
            <a:r>
              <a:rPr lang="en-US" dirty="0">
                <a:latin typeface="Courier New" panose="02070309020205020404" pitchFamily="49" charset="0"/>
              </a:rPr>
              <a:t>()</a:t>
            </a:r>
          </a:p>
          <a:p>
            <a:pPr>
              <a:buFont typeface="Arial" panose="020B0604020202020204" pitchFamily="34" charset="0"/>
              <a:buChar char="•"/>
            </a:pPr>
            <a:endParaRPr lang="en-US" dirty="0"/>
          </a:p>
          <a:p>
            <a:pPr>
              <a:buNone/>
            </a:pPr>
            <a:r>
              <a:rPr lang="en-US" b="1" dirty="0"/>
              <a:t>3. Reading &amp; Writing Files</a:t>
            </a:r>
            <a:endParaRPr lang="en-US" dirty="0"/>
          </a:p>
          <a:p>
            <a:pPr>
              <a:buFont typeface="Arial" panose="020B0604020202020204" pitchFamily="34" charset="0"/>
              <a:buChar char="•"/>
            </a:pPr>
            <a:r>
              <a:rPr lang="en-US" dirty="0"/>
              <a:t>Built-in read/write without needing </a:t>
            </a:r>
            <a:r>
              <a:rPr lang="en-US" dirty="0">
                <a:latin typeface="Courier New" panose="02070309020205020404" pitchFamily="49" charset="0"/>
              </a:rPr>
              <a:t>open()</a:t>
            </a:r>
            <a:r>
              <a:rPr lang="en-US" dirty="0"/>
              <a:t>:</a:t>
            </a:r>
          </a:p>
        </p:txBody>
      </p:sp>
    </p:spTree>
    <p:extLst>
      <p:ext uri="{BB962C8B-B14F-4D97-AF65-F5344CB8AC3E}">
        <p14:creationId xmlns:p14="http://schemas.microsoft.com/office/powerpoint/2010/main" val="3272350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8EF1D-F5B6-86E4-49B4-405224A247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26AC84-B985-1029-ED7C-8E99DFAA3330}"/>
              </a:ext>
            </a:extLst>
          </p:cNvPr>
          <p:cNvSpPr>
            <a:spLocks noGrp="1"/>
          </p:cNvSpPr>
          <p:nvPr>
            <p:ph type="title"/>
          </p:nvPr>
        </p:nvSpPr>
        <p:spPr/>
        <p:txBody>
          <a:bodyPr/>
          <a:lstStyle/>
          <a:p>
            <a:r>
              <a:rPr lang="en-US" dirty="0" err="1"/>
              <a:t>Pathlib</a:t>
            </a:r>
            <a:r>
              <a:rPr lang="en-US" dirty="0"/>
              <a:t> MODULE CHEATSHEET</a:t>
            </a:r>
          </a:p>
        </p:txBody>
      </p:sp>
      <p:graphicFrame>
        <p:nvGraphicFramePr>
          <p:cNvPr id="4" name="Content Placeholder 3">
            <a:extLst>
              <a:ext uri="{FF2B5EF4-FFF2-40B4-BE49-F238E27FC236}">
                <a16:creationId xmlns:a16="http://schemas.microsoft.com/office/drawing/2014/main" id="{043B90EC-F1C0-A604-0EDB-A3A8317A0A30}"/>
              </a:ext>
            </a:extLst>
          </p:cNvPr>
          <p:cNvGraphicFramePr>
            <a:graphicFrameLocks noGrp="1"/>
          </p:cNvGraphicFramePr>
          <p:nvPr>
            <p:ph idx="4294967295"/>
          </p:nvPr>
        </p:nvGraphicFramePr>
        <p:xfrm>
          <a:off x="569843" y="2117311"/>
          <a:ext cx="10515600" cy="3413760"/>
        </p:xfrm>
        <a:graphic>
          <a:graphicData uri="http://schemas.openxmlformats.org/drawingml/2006/table">
            <a:tbl>
              <a:tblPr/>
              <a:tblGrid>
                <a:gridCol w="3213632">
                  <a:extLst>
                    <a:ext uri="{9D8B030D-6E8A-4147-A177-3AD203B41FA5}">
                      <a16:colId xmlns:a16="http://schemas.microsoft.com/office/drawing/2014/main" val="1408973611"/>
                    </a:ext>
                  </a:extLst>
                </a:gridCol>
                <a:gridCol w="7301968">
                  <a:extLst>
                    <a:ext uri="{9D8B030D-6E8A-4147-A177-3AD203B41FA5}">
                      <a16:colId xmlns:a16="http://schemas.microsoft.com/office/drawing/2014/main" val="347485130"/>
                    </a:ext>
                  </a:extLst>
                </a:gridCol>
              </a:tblGrid>
              <a:tr h="0">
                <a:tc>
                  <a:txBody>
                    <a:bodyPr/>
                    <a:lstStyle/>
                    <a:p>
                      <a:pPr>
                        <a:buNone/>
                      </a:pPr>
                      <a:r>
                        <a:rPr lang="en-US" b="1" dirty="0"/>
                        <a:t>Operation</a:t>
                      </a:r>
                    </a:p>
                  </a:txBody>
                  <a:tcPr anchor="ctr">
                    <a:lnL>
                      <a:noFill/>
                    </a:lnL>
                    <a:lnR>
                      <a:noFill/>
                    </a:lnR>
                    <a:lnT>
                      <a:noFill/>
                    </a:lnT>
                    <a:lnB>
                      <a:noFill/>
                    </a:lnB>
                    <a:noFill/>
                  </a:tcPr>
                </a:tc>
                <a:tc>
                  <a:txBody>
                    <a:bodyPr/>
                    <a:lstStyle/>
                    <a:p>
                      <a:pPr>
                        <a:buNone/>
                      </a:pPr>
                      <a:r>
                        <a:rPr lang="en-US" b="1" dirty="0"/>
                        <a:t>Example Code</a:t>
                      </a:r>
                    </a:p>
                  </a:txBody>
                  <a:tcPr anchor="ctr">
                    <a:lnL>
                      <a:noFill/>
                    </a:lnL>
                    <a:lnR>
                      <a:noFill/>
                    </a:lnR>
                    <a:lnT>
                      <a:noFill/>
                    </a:lnT>
                    <a:lnB>
                      <a:noFill/>
                    </a:lnB>
                    <a:noFill/>
                  </a:tcPr>
                </a:tc>
                <a:extLst>
                  <a:ext uri="{0D108BD9-81ED-4DB2-BD59-A6C34878D82A}">
                    <a16:rowId xmlns:a16="http://schemas.microsoft.com/office/drawing/2014/main" val="826799150"/>
                  </a:ext>
                </a:extLst>
              </a:tr>
              <a:tr h="0">
                <a:tc>
                  <a:txBody>
                    <a:bodyPr/>
                    <a:lstStyle/>
                    <a:p>
                      <a:pPr>
                        <a:buNone/>
                      </a:pPr>
                      <a:r>
                        <a:rPr lang="en-US" b="0" dirty="0"/>
                        <a:t>Create / Join Path</a:t>
                      </a:r>
                    </a:p>
                  </a:txBody>
                  <a:tcPr anchor="ctr">
                    <a:lnL>
                      <a:noFill/>
                    </a:lnL>
                    <a:lnR>
                      <a:noFill/>
                    </a:lnR>
                    <a:lnT>
                      <a:noFill/>
                    </a:lnT>
                    <a:lnB>
                      <a:noFill/>
                    </a:lnB>
                    <a:noFill/>
                  </a:tcPr>
                </a:tc>
                <a:tc>
                  <a:txBody>
                    <a:bodyPr/>
                    <a:lstStyle/>
                    <a:p>
                      <a:pPr>
                        <a:buNone/>
                      </a:pPr>
                      <a:r>
                        <a:rPr lang="en-US" b="1" dirty="0">
                          <a:solidFill>
                            <a:schemeClr val="tx2"/>
                          </a:solidFill>
                          <a:latin typeface="Courier New" panose="02070309020205020404" pitchFamily="49" charset="0"/>
                          <a:cs typeface="Courier New" panose="02070309020205020404" pitchFamily="49" charset="0"/>
                        </a:rPr>
                        <a:t>Path('folder') / 'file.txt'</a:t>
                      </a:r>
                    </a:p>
                  </a:txBody>
                  <a:tcPr anchor="ctr">
                    <a:lnL>
                      <a:noFill/>
                    </a:lnL>
                    <a:lnR>
                      <a:noFill/>
                    </a:lnR>
                    <a:lnT>
                      <a:noFill/>
                    </a:lnT>
                    <a:lnB>
                      <a:noFill/>
                    </a:lnB>
                    <a:noFill/>
                  </a:tcPr>
                </a:tc>
                <a:extLst>
                  <a:ext uri="{0D108BD9-81ED-4DB2-BD59-A6C34878D82A}">
                    <a16:rowId xmlns:a16="http://schemas.microsoft.com/office/drawing/2014/main" val="437166011"/>
                  </a:ext>
                </a:extLst>
              </a:tr>
              <a:tr h="0">
                <a:tc>
                  <a:txBody>
                    <a:bodyPr/>
                    <a:lstStyle/>
                    <a:p>
                      <a:pPr>
                        <a:buNone/>
                      </a:pPr>
                      <a:r>
                        <a:rPr lang="en-US" b="0" dirty="0"/>
                        <a:t>Check Existence</a:t>
                      </a:r>
                    </a:p>
                  </a:txBody>
                  <a:tcPr anchor="ctr">
                    <a:lnL>
                      <a:noFill/>
                    </a:lnL>
                    <a:lnR>
                      <a:noFill/>
                    </a:lnR>
                    <a:lnT>
                      <a:noFill/>
                    </a:lnT>
                    <a:lnB>
                      <a:noFill/>
                    </a:lnB>
                    <a:noFill/>
                  </a:tcPr>
                </a:tc>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p.exists</a:t>
                      </a:r>
                      <a:r>
                        <a:rPr lang="en-US" b="1" dirty="0">
                          <a:solidFill>
                            <a:schemeClr val="tx2"/>
                          </a:solidFill>
                          <a:latin typeface="Courier New" panose="02070309020205020404" pitchFamily="49" charset="0"/>
                          <a:cs typeface="Courier New" panose="02070309020205020404" pitchFamily="49" charset="0"/>
                        </a:rPr>
                        <a:t>(), </a:t>
                      </a:r>
                      <a:r>
                        <a:rPr lang="en-US" b="1" dirty="0" err="1">
                          <a:solidFill>
                            <a:schemeClr val="tx2"/>
                          </a:solidFill>
                          <a:latin typeface="Courier New" panose="02070309020205020404" pitchFamily="49" charset="0"/>
                          <a:cs typeface="Courier New" panose="02070309020205020404" pitchFamily="49" charset="0"/>
                        </a:rPr>
                        <a:t>p.is_file</a:t>
                      </a:r>
                      <a:r>
                        <a:rPr lang="en-US" b="1" dirty="0">
                          <a:solidFill>
                            <a:schemeClr val="tx2"/>
                          </a:solidFill>
                          <a:latin typeface="Courier New" panose="02070309020205020404" pitchFamily="49" charset="0"/>
                          <a:cs typeface="Courier New" panose="02070309020205020404" pitchFamily="49" charset="0"/>
                        </a:rPr>
                        <a:t>(), </a:t>
                      </a:r>
                      <a:r>
                        <a:rPr lang="en-US" b="1" dirty="0" err="1">
                          <a:solidFill>
                            <a:schemeClr val="tx2"/>
                          </a:solidFill>
                          <a:latin typeface="Courier New" panose="02070309020205020404" pitchFamily="49" charset="0"/>
                          <a:cs typeface="Courier New" panose="02070309020205020404" pitchFamily="49" charset="0"/>
                        </a:rPr>
                        <a:t>p.is_dir</a:t>
                      </a:r>
                      <a:r>
                        <a:rPr lang="en-US" b="1" dirty="0">
                          <a:solidFill>
                            <a:schemeClr val="tx2"/>
                          </a:solidFill>
                          <a:latin typeface="Courier New" panose="02070309020205020404" pitchFamily="49" charset="0"/>
                          <a:cs typeface="Courier New" panose="02070309020205020404" pitchFamily="49" charset="0"/>
                        </a:rPr>
                        <a:t>()</a:t>
                      </a:r>
                    </a:p>
                  </a:txBody>
                  <a:tcPr anchor="ctr">
                    <a:lnL>
                      <a:noFill/>
                    </a:lnL>
                    <a:lnR>
                      <a:noFill/>
                    </a:lnR>
                    <a:lnT>
                      <a:noFill/>
                    </a:lnT>
                    <a:lnB>
                      <a:noFill/>
                    </a:lnB>
                    <a:noFill/>
                  </a:tcPr>
                </a:tc>
                <a:extLst>
                  <a:ext uri="{0D108BD9-81ED-4DB2-BD59-A6C34878D82A}">
                    <a16:rowId xmlns:a16="http://schemas.microsoft.com/office/drawing/2014/main" val="963200749"/>
                  </a:ext>
                </a:extLst>
              </a:tr>
              <a:tr h="0">
                <a:tc>
                  <a:txBody>
                    <a:bodyPr/>
                    <a:lstStyle/>
                    <a:p>
                      <a:pPr>
                        <a:buNone/>
                      </a:pPr>
                      <a:r>
                        <a:rPr lang="en-US" b="0"/>
                        <a:t>Read / Write File</a:t>
                      </a:r>
                    </a:p>
                  </a:txBody>
                  <a:tcPr anchor="ctr">
                    <a:lnL>
                      <a:noFill/>
                    </a:lnL>
                    <a:lnR>
                      <a:noFill/>
                    </a:lnR>
                    <a:lnT>
                      <a:noFill/>
                    </a:lnT>
                    <a:lnB>
                      <a:noFill/>
                    </a:lnB>
                    <a:noFill/>
                  </a:tcPr>
                </a:tc>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p.read_text</a:t>
                      </a:r>
                      <a:r>
                        <a:rPr lang="en-US" b="1" dirty="0">
                          <a:solidFill>
                            <a:schemeClr val="tx2"/>
                          </a:solidFill>
                          <a:latin typeface="Courier New" panose="02070309020205020404" pitchFamily="49" charset="0"/>
                          <a:cs typeface="Courier New" panose="02070309020205020404" pitchFamily="49" charset="0"/>
                        </a:rPr>
                        <a:t>(), </a:t>
                      </a:r>
                      <a:r>
                        <a:rPr lang="en-US" b="1" dirty="0" err="1">
                          <a:solidFill>
                            <a:schemeClr val="tx2"/>
                          </a:solidFill>
                          <a:latin typeface="Courier New" panose="02070309020205020404" pitchFamily="49" charset="0"/>
                          <a:cs typeface="Courier New" panose="02070309020205020404" pitchFamily="49" charset="0"/>
                        </a:rPr>
                        <a:t>p.write_text</a:t>
                      </a:r>
                      <a:r>
                        <a:rPr lang="en-US" b="1" dirty="0">
                          <a:solidFill>
                            <a:schemeClr val="tx2"/>
                          </a:solidFill>
                          <a:latin typeface="Courier New" panose="02070309020205020404" pitchFamily="49" charset="0"/>
                          <a:cs typeface="Courier New" panose="02070309020205020404" pitchFamily="49" charset="0"/>
                        </a:rPr>
                        <a:t>('Hello')</a:t>
                      </a:r>
                    </a:p>
                  </a:txBody>
                  <a:tcPr anchor="ctr">
                    <a:lnL>
                      <a:noFill/>
                    </a:lnL>
                    <a:lnR>
                      <a:noFill/>
                    </a:lnR>
                    <a:lnT>
                      <a:noFill/>
                    </a:lnT>
                    <a:lnB>
                      <a:noFill/>
                    </a:lnB>
                    <a:noFill/>
                  </a:tcPr>
                </a:tc>
                <a:extLst>
                  <a:ext uri="{0D108BD9-81ED-4DB2-BD59-A6C34878D82A}">
                    <a16:rowId xmlns:a16="http://schemas.microsoft.com/office/drawing/2014/main" val="2609797804"/>
                  </a:ext>
                </a:extLst>
              </a:tr>
              <a:tr h="0">
                <a:tc>
                  <a:txBody>
                    <a:bodyPr/>
                    <a:lstStyle/>
                    <a:p>
                      <a:pPr>
                        <a:buNone/>
                      </a:pPr>
                      <a:r>
                        <a:rPr lang="en-US" b="0" dirty="0"/>
                        <a:t>Create Directory</a:t>
                      </a:r>
                    </a:p>
                  </a:txBody>
                  <a:tcPr anchor="ctr">
                    <a:lnL>
                      <a:noFill/>
                    </a:lnL>
                    <a:lnR>
                      <a:noFill/>
                    </a:lnR>
                    <a:lnT>
                      <a:noFill/>
                    </a:lnT>
                    <a:lnB>
                      <a:noFill/>
                    </a:lnB>
                    <a:noFill/>
                  </a:tcPr>
                </a:tc>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p.mkdir</a:t>
                      </a:r>
                      <a:r>
                        <a:rPr lang="en-US" b="1" dirty="0">
                          <a:solidFill>
                            <a:schemeClr val="tx2"/>
                          </a:solidFill>
                          <a:latin typeface="Courier New" panose="02070309020205020404" pitchFamily="49" charset="0"/>
                          <a:cs typeface="Courier New" panose="02070309020205020404" pitchFamily="49" charset="0"/>
                        </a:rPr>
                        <a:t>(</a:t>
                      </a:r>
                      <a:r>
                        <a:rPr lang="en-US" b="1" dirty="0" err="1">
                          <a:solidFill>
                            <a:schemeClr val="tx2"/>
                          </a:solidFill>
                          <a:latin typeface="Courier New" panose="02070309020205020404" pitchFamily="49" charset="0"/>
                          <a:cs typeface="Courier New" panose="02070309020205020404" pitchFamily="49" charset="0"/>
                        </a:rPr>
                        <a:t>exist_ok</a:t>
                      </a:r>
                      <a:r>
                        <a:rPr lang="en-US" b="1" dirty="0">
                          <a:solidFill>
                            <a:schemeClr val="tx2"/>
                          </a:solidFill>
                          <a:latin typeface="Courier New" panose="02070309020205020404" pitchFamily="49" charset="0"/>
                          <a:cs typeface="Courier New" panose="02070309020205020404" pitchFamily="49" charset="0"/>
                        </a:rPr>
                        <a:t>=True)</a:t>
                      </a:r>
                    </a:p>
                  </a:txBody>
                  <a:tcPr anchor="ctr">
                    <a:lnL>
                      <a:noFill/>
                    </a:lnL>
                    <a:lnR>
                      <a:noFill/>
                    </a:lnR>
                    <a:lnT>
                      <a:noFill/>
                    </a:lnT>
                    <a:lnB>
                      <a:noFill/>
                    </a:lnB>
                    <a:noFill/>
                  </a:tcPr>
                </a:tc>
                <a:extLst>
                  <a:ext uri="{0D108BD9-81ED-4DB2-BD59-A6C34878D82A}">
                    <a16:rowId xmlns:a16="http://schemas.microsoft.com/office/drawing/2014/main" val="3986848441"/>
                  </a:ext>
                </a:extLst>
              </a:tr>
              <a:tr h="0">
                <a:tc>
                  <a:txBody>
                    <a:bodyPr/>
                    <a:lstStyle/>
                    <a:p>
                      <a:pPr>
                        <a:buNone/>
                      </a:pPr>
                      <a:r>
                        <a:rPr lang="en-US" b="0" dirty="0"/>
                        <a:t>List Contents</a:t>
                      </a:r>
                    </a:p>
                  </a:txBody>
                  <a:tcPr anchor="ctr">
                    <a:lnL>
                      <a:noFill/>
                    </a:lnL>
                    <a:lnR>
                      <a:noFill/>
                    </a:lnR>
                    <a:lnT>
                      <a:noFill/>
                    </a:lnT>
                    <a:lnB>
                      <a:noFill/>
                    </a:lnB>
                    <a:noFill/>
                  </a:tcPr>
                </a:tc>
                <a:tc>
                  <a:txBody>
                    <a:bodyPr/>
                    <a:lstStyle/>
                    <a:p>
                      <a:pPr>
                        <a:buNone/>
                      </a:pPr>
                      <a:r>
                        <a:rPr lang="en-US" b="1" dirty="0">
                          <a:solidFill>
                            <a:schemeClr val="tx2"/>
                          </a:solidFill>
                          <a:latin typeface="Courier New" panose="02070309020205020404" pitchFamily="49" charset="0"/>
                          <a:cs typeface="Courier New" panose="02070309020205020404" pitchFamily="49" charset="0"/>
                        </a:rPr>
                        <a:t>for f in Path('.').</a:t>
                      </a:r>
                      <a:r>
                        <a:rPr lang="en-US" b="1" dirty="0" err="1">
                          <a:solidFill>
                            <a:schemeClr val="tx2"/>
                          </a:solidFill>
                          <a:latin typeface="Courier New" panose="02070309020205020404" pitchFamily="49" charset="0"/>
                          <a:cs typeface="Courier New" panose="02070309020205020404" pitchFamily="49" charset="0"/>
                        </a:rPr>
                        <a:t>iterdir</a:t>
                      </a:r>
                      <a:r>
                        <a:rPr lang="en-US" b="1" dirty="0">
                          <a:solidFill>
                            <a:schemeClr val="tx2"/>
                          </a:solidFill>
                          <a:latin typeface="Courier New" panose="02070309020205020404" pitchFamily="49" charset="0"/>
                          <a:cs typeface="Courier New" panose="02070309020205020404" pitchFamily="49" charset="0"/>
                        </a:rPr>
                        <a:t>():</a:t>
                      </a:r>
                      <a:br>
                        <a:rPr lang="en-US" b="1" dirty="0">
                          <a:solidFill>
                            <a:schemeClr val="tx2"/>
                          </a:solidFill>
                          <a:latin typeface="Courier New" panose="02070309020205020404" pitchFamily="49" charset="0"/>
                          <a:cs typeface="Courier New" panose="02070309020205020404" pitchFamily="49" charset="0"/>
                        </a:rPr>
                      </a:br>
                      <a:r>
                        <a:rPr lang="en-US" b="1" dirty="0">
                          <a:solidFill>
                            <a:schemeClr val="tx2"/>
                          </a:solidFill>
                          <a:latin typeface="Courier New" panose="02070309020205020404" pitchFamily="49" charset="0"/>
                          <a:cs typeface="Courier New" panose="02070309020205020404" pitchFamily="49" charset="0"/>
                        </a:rPr>
                        <a:t>  print(f)</a:t>
                      </a:r>
                    </a:p>
                  </a:txBody>
                  <a:tcPr anchor="ctr">
                    <a:lnL>
                      <a:noFill/>
                    </a:lnL>
                    <a:lnR>
                      <a:noFill/>
                    </a:lnR>
                    <a:lnT>
                      <a:noFill/>
                    </a:lnT>
                    <a:lnB>
                      <a:noFill/>
                    </a:lnB>
                    <a:noFill/>
                  </a:tcPr>
                </a:tc>
                <a:extLst>
                  <a:ext uri="{0D108BD9-81ED-4DB2-BD59-A6C34878D82A}">
                    <a16:rowId xmlns:a16="http://schemas.microsoft.com/office/drawing/2014/main" val="3480103114"/>
                  </a:ext>
                </a:extLst>
              </a:tr>
              <a:tr h="0">
                <a:tc>
                  <a:txBody>
                    <a:bodyPr/>
                    <a:lstStyle/>
                    <a:p>
                      <a:pPr>
                        <a:buNone/>
                      </a:pPr>
                      <a:r>
                        <a:rPr lang="en-US" b="0" dirty="0"/>
                        <a:t>Search Files</a:t>
                      </a:r>
                    </a:p>
                  </a:txBody>
                  <a:tcPr anchor="ctr">
                    <a:lnL>
                      <a:noFill/>
                    </a:lnL>
                    <a:lnR>
                      <a:noFill/>
                    </a:lnR>
                    <a:lnT>
                      <a:noFill/>
                    </a:lnT>
                    <a:lnB>
                      <a:noFill/>
                    </a:lnB>
                    <a:noFill/>
                  </a:tcPr>
                </a:tc>
                <a:tc>
                  <a:txBody>
                    <a:bodyPr/>
                    <a:lstStyle/>
                    <a:p>
                      <a:pPr>
                        <a:buNone/>
                      </a:pPr>
                      <a:r>
                        <a:rPr lang="en-US" b="1" dirty="0">
                          <a:solidFill>
                            <a:schemeClr val="tx2"/>
                          </a:solidFill>
                          <a:latin typeface="Courier New" panose="02070309020205020404" pitchFamily="49" charset="0"/>
                          <a:cs typeface="Courier New" panose="02070309020205020404" pitchFamily="49" charset="0"/>
                        </a:rPr>
                        <a:t>Path('logs').glob('*.txt')</a:t>
                      </a:r>
                    </a:p>
                  </a:txBody>
                  <a:tcPr anchor="ctr">
                    <a:lnL>
                      <a:noFill/>
                    </a:lnL>
                    <a:lnR>
                      <a:noFill/>
                    </a:lnR>
                    <a:lnT>
                      <a:noFill/>
                    </a:lnT>
                    <a:lnB>
                      <a:noFill/>
                    </a:lnB>
                    <a:noFill/>
                  </a:tcPr>
                </a:tc>
                <a:extLst>
                  <a:ext uri="{0D108BD9-81ED-4DB2-BD59-A6C34878D82A}">
                    <a16:rowId xmlns:a16="http://schemas.microsoft.com/office/drawing/2014/main" val="2812529604"/>
                  </a:ext>
                </a:extLst>
              </a:tr>
              <a:tr h="0">
                <a:tc>
                  <a:txBody>
                    <a:bodyPr/>
                    <a:lstStyle/>
                    <a:p>
                      <a:pPr>
                        <a:buNone/>
                      </a:pPr>
                      <a:r>
                        <a:rPr lang="en-US" b="0" dirty="0"/>
                        <a:t>Remove File</a:t>
                      </a:r>
                    </a:p>
                  </a:txBody>
                  <a:tcPr anchor="ctr">
                    <a:lnL>
                      <a:noFill/>
                    </a:lnL>
                    <a:lnR>
                      <a:noFill/>
                    </a:lnR>
                    <a:lnT>
                      <a:noFill/>
                    </a:lnT>
                    <a:lnB>
                      <a:noFill/>
                    </a:lnB>
                    <a:noFill/>
                  </a:tcPr>
                </a:tc>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p.unlink</a:t>
                      </a:r>
                      <a:r>
                        <a:rPr lang="en-US" b="1" dirty="0">
                          <a:solidFill>
                            <a:schemeClr val="tx2"/>
                          </a:solidFill>
                          <a:latin typeface="Courier New" panose="02070309020205020404" pitchFamily="49" charset="0"/>
                          <a:cs typeface="Courier New" panose="02070309020205020404" pitchFamily="49" charset="0"/>
                        </a:rPr>
                        <a:t>()</a:t>
                      </a:r>
                    </a:p>
                  </a:txBody>
                  <a:tcPr anchor="ctr">
                    <a:lnL>
                      <a:noFill/>
                    </a:lnL>
                    <a:lnR>
                      <a:noFill/>
                    </a:lnR>
                    <a:lnT>
                      <a:noFill/>
                    </a:lnT>
                    <a:lnB>
                      <a:noFill/>
                    </a:lnB>
                    <a:noFill/>
                  </a:tcPr>
                </a:tc>
                <a:extLst>
                  <a:ext uri="{0D108BD9-81ED-4DB2-BD59-A6C34878D82A}">
                    <a16:rowId xmlns:a16="http://schemas.microsoft.com/office/drawing/2014/main" val="2680021797"/>
                  </a:ext>
                </a:extLst>
              </a:tr>
              <a:tr h="0">
                <a:tc>
                  <a:txBody>
                    <a:bodyPr/>
                    <a:lstStyle/>
                    <a:p>
                      <a:pPr>
                        <a:buNone/>
                      </a:pPr>
                      <a:r>
                        <a:rPr lang="en-US" b="0" dirty="0"/>
                        <a:t>Get File Info</a:t>
                      </a:r>
                    </a:p>
                  </a:txBody>
                  <a:tcPr anchor="ctr">
                    <a:lnL>
                      <a:noFill/>
                    </a:lnL>
                    <a:lnR>
                      <a:noFill/>
                    </a:lnR>
                    <a:lnT>
                      <a:noFill/>
                    </a:lnT>
                    <a:lnB>
                      <a:noFill/>
                    </a:lnB>
                    <a:noFill/>
                  </a:tcPr>
                </a:tc>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p.stat</a:t>
                      </a:r>
                      <a:r>
                        <a:rPr lang="en-US" b="1" dirty="0">
                          <a:solidFill>
                            <a:schemeClr val="tx2"/>
                          </a:solidFill>
                          <a:latin typeface="Courier New" panose="02070309020205020404" pitchFamily="49" charset="0"/>
                          <a:cs typeface="Courier New" panose="02070309020205020404" pitchFamily="49" charset="0"/>
                        </a:rPr>
                        <a:t>().</a:t>
                      </a:r>
                      <a:r>
                        <a:rPr lang="en-US" b="1" dirty="0" err="1">
                          <a:solidFill>
                            <a:schemeClr val="tx2"/>
                          </a:solidFill>
                          <a:latin typeface="Courier New" panose="02070309020205020404" pitchFamily="49" charset="0"/>
                          <a:cs typeface="Courier New" panose="02070309020205020404" pitchFamily="49" charset="0"/>
                        </a:rPr>
                        <a:t>st_size</a:t>
                      </a:r>
                      <a:r>
                        <a:rPr lang="en-US" b="1" dirty="0">
                          <a:solidFill>
                            <a:schemeClr val="tx2"/>
                          </a:solidFill>
                          <a:latin typeface="Courier New" panose="02070309020205020404" pitchFamily="49" charset="0"/>
                          <a:cs typeface="Courier New" panose="02070309020205020404" pitchFamily="49" charset="0"/>
                        </a:rPr>
                        <a:t>, </a:t>
                      </a:r>
                      <a:r>
                        <a:rPr lang="en-US" b="1" dirty="0" err="1">
                          <a:solidFill>
                            <a:schemeClr val="tx2"/>
                          </a:solidFill>
                          <a:latin typeface="Courier New" panose="02070309020205020404" pitchFamily="49" charset="0"/>
                          <a:cs typeface="Courier New" panose="02070309020205020404" pitchFamily="49" charset="0"/>
                        </a:rPr>
                        <a:t>p.stat</a:t>
                      </a:r>
                      <a:r>
                        <a:rPr lang="en-US" b="1" dirty="0">
                          <a:solidFill>
                            <a:schemeClr val="tx2"/>
                          </a:solidFill>
                          <a:latin typeface="Courier New" panose="02070309020205020404" pitchFamily="49" charset="0"/>
                          <a:cs typeface="Courier New" panose="02070309020205020404" pitchFamily="49" charset="0"/>
                        </a:rPr>
                        <a:t>().</a:t>
                      </a:r>
                      <a:r>
                        <a:rPr lang="en-US" b="1" dirty="0" err="1">
                          <a:solidFill>
                            <a:schemeClr val="tx2"/>
                          </a:solidFill>
                          <a:latin typeface="Courier New" panose="02070309020205020404" pitchFamily="49" charset="0"/>
                          <a:cs typeface="Courier New" panose="02070309020205020404" pitchFamily="49" charset="0"/>
                        </a:rPr>
                        <a:t>st_mtime</a:t>
                      </a:r>
                      <a:endParaRPr lang="en-US" b="1" dirty="0">
                        <a:solidFill>
                          <a:schemeClr val="tx2"/>
                        </a:solidFill>
                        <a:latin typeface="Courier New" panose="02070309020205020404" pitchFamily="49" charset="0"/>
                        <a:cs typeface="Courier New" panose="02070309020205020404" pitchFamily="49" charset="0"/>
                      </a:endParaRPr>
                    </a:p>
                  </a:txBody>
                  <a:tcPr anchor="ctr">
                    <a:lnL>
                      <a:noFill/>
                    </a:lnL>
                    <a:lnR>
                      <a:noFill/>
                    </a:lnR>
                    <a:lnT>
                      <a:noFill/>
                    </a:lnT>
                    <a:lnB>
                      <a:noFill/>
                    </a:lnB>
                    <a:noFill/>
                  </a:tcPr>
                </a:tc>
                <a:extLst>
                  <a:ext uri="{0D108BD9-81ED-4DB2-BD59-A6C34878D82A}">
                    <a16:rowId xmlns:a16="http://schemas.microsoft.com/office/drawing/2014/main" val="1581360997"/>
                  </a:ext>
                </a:extLst>
              </a:tr>
            </a:tbl>
          </a:graphicData>
        </a:graphic>
      </p:graphicFrame>
      <p:sp>
        <p:nvSpPr>
          <p:cNvPr id="5" name="TextBox 4">
            <a:extLst>
              <a:ext uri="{FF2B5EF4-FFF2-40B4-BE49-F238E27FC236}">
                <a16:creationId xmlns:a16="http://schemas.microsoft.com/office/drawing/2014/main" id="{16EC0023-4749-02D7-5418-81CFC6532CFF}"/>
              </a:ext>
            </a:extLst>
          </p:cNvPr>
          <p:cNvSpPr txBox="1"/>
          <p:nvPr/>
        </p:nvSpPr>
        <p:spPr>
          <a:xfrm>
            <a:off x="464489" y="867350"/>
            <a:ext cx="7470913" cy="923330"/>
          </a:xfrm>
          <a:prstGeom prst="rect">
            <a:avLst/>
          </a:prstGeom>
          <a:noFill/>
        </p:spPr>
        <p:txBody>
          <a:bodyPr wrap="square" rtlCol="0">
            <a:spAutoFit/>
          </a:bodyPr>
          <a:lstStyle/>
          <a:p>
            <a:r>
              <a:rPr lang="en-US" dirty="0"/>
              <a:t>An object-oriented* focused path library</a:t>
            </a:r>
          </a:p>
          <a:p>
            <a:br>
              <a:rPr lang="en-US" dirty="0">
                <a:solidFill>
                  <a:schemeClr val="tx2"/>
                </a:solidFill>
                <a:latin typeface="Consolas" panose="020B0609020204030204" pitchFamily="49" charset="0"/>
              </a:rPr>
            </a:br>
            <a:r>
              <a:rPr lang="en-US" dirty="0">
                <a:solidFill>
                  <a:schemeClr val="tx2"/>
                </a:solidFill>
                <a:latin typeface="Consolas" panose="020B0609020204030204" pitchFamily="49" charset="0"/>
                <a:cs typeface="Courier New" panose="02070309020205020404" pitchFamily="49" charset="0"/>
              </a:rPr>
              <a:t>from </a:t>
            </a:r>
            <a:r>
              <a:rPr lang="en-US" dirty="0" err="1">
                <a:solidFill>
                  <a:schemeClr val="tx2"/>
                </a:solidFill>
                <a:latin typeface="Consolas" panose="020B0609020204030204" pitchFamily="49" charset="0"/>
                <a:cs typeface="Courier New" panose="02070309020205020404" pitchFamily="49" charset="0"/>
              </a:rPr>
              <a:t>pathlib</a:t>
            </a:r>
            <a:r>
              <a:rPr lang="en-US" dirty="0">
                <a:solidFill>
                  <a:schemeClr val="tx2"/>
                </a:solidFill>
                <a:latin typeface="Consolas" panose="020B0609020204030204" pitchFamily="49" charset="0"/>
                <a:cs typeface="Courier New" panose="02070309020205020404" pitchFamily="49" charset="0"/>
              </a:rPr>
              <a:t> import Path</a:t>
            </a:r>
          </a:p>
        </p:txBody>
      </p:sp>
    </p:spTree>
    <p:extLst>
      <p:ext uri="{BB962C8B-B14F-4D97-AF65-F5344CB8AC3E}">
        <p14:creationId xmlns:p14="http://schemas.microsoft.com/office/powerpoint/2010/main" val="30094040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384FB-2C69-A8E3-E442-BE42258A02A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4F99B34-E59F-DCDA-350C-4434D1D9E290}"/>
              </a:ext>
            </a:extLst>
          </p:cNvPr>
          <p:cNvSpPr>
            <a:spLocks noGrp="1"/>
          </p:cNvSpPr>
          <p:nvPr>
            <p:ph type="title"/>
          </p:nvPr>
        </p:nvSpPr>
        <p:spPr/>
        <p:txBody>
          <a:bodyPr/>
          <a:lstStyle/>
          <a:p>
            <a:r>
              <a:rPr lang="en-US" dirty="0"/>
              <a:t>Hands-On #2 in PYTHON_FILE_IO.MD</a:t>
            </a:r>
          </a:p>
        </p:txBody>
      </p:sp>
      <p:sp>
        <p:nvSpPr>
          <p:cNvPr id="6" name="Content Placeholder 5">
            <a:extLst>
              <a:ext uri="{FF2B5EF4-FFF2-40B4-BE49-F238E27FC236}">
                <a16:creationId xmlns:a16="http://schemas.microsoft.com/office/drawing/2014/main" id="{6E3149CB-0F5D-FA16-37DF-A43A5D8A122E}"/>
              </a:ext>
            </a:extLst>
          </p:cNvPr>
          <p:cNvSpPr>
            <a:spLocks noGrp="1"/>
          </p:cNvSpPr>
          <p:nvPr>
            <p:ph type="body" sz="quarter" idx="11"/>
          </p:nvPr>
        </p:nvSpPr>
        <p:spPr/>
        <p:txBody>
          <a:bodyPr/>
          <a:lstStyle/>
          <a:p>
            <a:r>
              <a:rPr lang="en-US" dirty="0"/>
              <a:t>Manipulate files in python</a:t>
            </a:r>
          </a:p>
        </p:txBody>
      </p:sp>
    </p:spTree>
    <p:extLst>
      <p:ext uri="{BB962C8B-B14F-4D97-AF65-F5344CB8AC3E}">
        <p14:creationId xmlns:p14="http://schemas.microsoft.com/office/powerpoint/2010/main" val="42672634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8D62AE3-67D3-4386-F1B7-88A1EB58BB8F}"/>
              </a:ext>
            </a:extLst>
          </p:cNvPr>
          <p:cNvSpPr>
            <a:spLocks noGrp="1"/>
          </p:cNvSpPr>
          <p:nvPr>
            <p:ph type="title"/>
          </p:nvPr>
        </p:nvSpPr>
        <p:spPr>
          <a:xfrm>
            <a:off x="513199" y="1133475"/>
            <a:ext cx="8231293" cy="1189037"/>
          </a:xfrm>
        </p:spPr>
        <p:txBody>
          <a:bodyPr/>
          <a:lstStyle/>
          <a:p>
            <a:r>
              <a:rPr lang="en-US" dirty="0"/>
              <a:t>Questions?</a:t>
            </a:r>
          </a:p>
        </p:txBody>
      </p:sp>
      <p:pic>
        <p:nvPicPr>
          <p:cNvPr id="8" name="Content Placeholder 7" descr="A cartoon of a turtle and a snake&#10;&#10;AI-generated content may be incorrect.">
            <a:extLst>
              <a:ext uri="{FF2B5EF4-FFF2-40B4-BE49-F238E27FC236}">
                <a16:creationId xmlns:a16="http://schemas.microsoft.com/office/drawing/2014/main" id="{067D074E-099E-A880-8E75-CCE1FF1A5B70}"/>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3984110" y="1123950"/>
            <a:ext cx="4514850" cy="4600575"/>
          </a:xfrm>
        </p:spPr>
      </p:pic>
    </p:spTree>
    <p:extLst>
      <p:ext uri="{BB962C8B-B14F-4D97-AF65-F5344CB8AC3E}">
        <p14:creationId xmlns:p14="http://schemas.microsoft.com/office/powerpoint/2010/main" val="1610981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US Army 2023 Fonts">
      <a:majorFont>
        <a:latin typeface="Arial"/>
        <a:ea typeface=""/>
        <a:cs typeface=""/>
      </a:majorFont>
      <a:minorFont>
        <a:latin typeface="Arial"/>
        <a:ea typeface=""/>
        <a:cs typeface=""/>
      </a:minorFont>
    </a:fontScheme>
    <a:fmtScheme name="US Army 2023 Effects">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miter/>
        </a:ln>
      </a:spPr>
      <a:bodyPr/>
      <a:lstStyle>
        <a:defPPr algn="ctr">
          <a:lnSpc>
            <a:spcPct val="95000"/>
          </a:lnSpc>
          <a:defRPr sz="1700"/>
        </a:defPPr>
      </a:lstStyle>
      <a:style>
        <a:lnRef idx="0">
          <a:schemeClr val="accent1"/>
        </a:lnRef>
        <a:fillRef idx="1">
          <a:schemeClr val="accent1"/>
        </a:fillRef>
        <a:effectRef idx="0">
          <a:srgbClr val="000000"/>
        </a:effectRef>
        <a:fontRef idx="minor">
          <a:srgbClr val="FFFFFF"/>
        </a:fontRef>
      </a:style>
    </a:spDef>
    <a:lnDef>
      <a:spPr>
        <a:ln w="12700" cap="flat">
          <a:miter/>
        </a:ln>
      </a:spPr>
      <a:bodyPr/>
      <a:lstStyle/>
      <a:style>
        <a:lnRef idx="1">
          <a:schemeClr val="accent1"/>
        </a:lnRef>
        <a:fillRef idx="0">
          <a:schemeClr val="accent1"/>
        </a:fillRef>
        <a:effectRef idx="0">
          <a:srgbClr val="000000"/>
        </a:effectRef>
        <a:fontRef idx="minor">
          <a:srgbClr val="FFFFFF"/>
        </a:fontRef>
      </a:style>
    </a:lnDef>
    <a:txDef>
      <a:spPr>
        <a:noFill/>
      </a:spPr>
      <a:bodyPr wrap="square" lIns="0" tIns="0" rIns="0" bIns="0" rtlCol="0">
        <a:noAutofit/>
      </a:bodyPr>
      <a:lstStyle>
        <a:defPPr marL="182880" indent="-182880">
          <a:lnSpc>
            <a:spcPct val="95000"/>
          </a:lnSpc>
          <a:spcBef>
            <a:spcPts val="1000"/>
          </a:spcBef>
          <a:buSzPct val="100000"/>
          <a:buFont typeface="Arial"/>
          <a:buChar char="▪"/>
          <a:defRPr sz="1700"/>
        </a:defPPr>
      </a:lstStyle>
    </a:txDef>
  </a:objectDefaults>
  <a:extraClrSchemeLst/>
  <a:custClrLst>
    <a:custClr name="Army Black">
      <a:srgbClr val="221F20"/>
    </a:custClr>
    <a:custClr name="Army Gold">
      <a:srgbClr val="FFCC01"/>
    </a:custClr>
    <a:custClr name="White">
      <a:srgbClr val="FFFFFF"/>
    </a:custClr>
    <a:custClr name="Army Green">
      <a:srgbClr val="2F372F"/>
    </a:custClr>
    <a:custClr name="Tan">
      <a:srgbClr val="F1E4C7"/>
    </a:custClr>
    <a:custClr name="Field 01">
      <a:srgbClr val="727365"/>
    </a:custClr>
    <a:custClr name="Field 02">
      <a:srgbClr val="BFB8A6"/>
    </a:custClr>
    <a:custClr name="Gray 01">
      <a:srgbClr val="565557"/>
    </a:custClr>
    <a:custClr name="Gray 02">
      <a:srgbClr val="D5D5D7"/>
    </a:custClr>
    <a:custClr name="Highlight Orange">
      <a:srgbClr val="F16521"/>
    </a:custClr>
    <a:custClr name="Highlight Green">
      <a:srgbClr val="2DAA27"/>
    </a:custClr>
    <a:custClr name="Highlight Red">
      <a:srgbClr val="CF0000"/>
    </a:custClr>
  </a:custClrLst>
  <a:extLst>
    <a:ext uri="{05A4C25C-085E-4340-85A3-A5531E510DB2}">
      <thm15:themeFamily xmlns:thm15="http://schemas.microsoft.com/office/thememl/2012/main" name="US Army PowerPoint 16x9 12Feb2023" id="{3EB2FCAD-453B-4F97-9379-31EB449BB4A1}" vid="{CCBAEC26-5D3F-44DD-9C13-DB69982D462A}"/>
    </a:ext>
  </a:extLst>
</a:theme>
</file>

<file path=ppt/theme/theme2.xml><?xml version="1.0" encoding="utf-8"?>
<a:theme xmlns:a="http://schemas.openxmlformats.org/drawingml/2006/main" name="1_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US Army 2023 Fonts">
      <a:majorFont>
        <a:latin typeface="Arial"/>
        <a:ea typeface=""/>
        <a:cs typeface=""/>
      </a:majorFont>
      <a:minorFont>
        <a:latin typeface="Arial"/>
        <a:ea typeface=""/>
        <a:cs typeface=""/>
      </a:minorFont>
    </a:fontScheme>
    <a:fmtScheme name="US Army 2023 Effects">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miter/>
        </a:ln>
      </a:spPr>
      <a:bodyPr/>
      <a:lstStyle>
        <a:defPPr algn="ctr">
          <a:lnSpc>
            <a:spcPct val="95000"/>
          </a:lnSpc>
          <a:defRPr sz="1700"/>
        </a:defPPr>
      </a:lstStyle>
      <a:style>
        <a:lnRef idx="0">
          <a:schemeClr val="accent1"/>
        </a:lnRef>
        <a:fillRef idx="1">
          <a:schemeClr val="accent1"/>
        </a:fillRef>
        <a:effectRef idx="0">
          <a:srgbClr val="000000"/>
        </a:effectRef>
        <a:fontRef idx="minor">
          <a:srgbClr val="FFFFFF"/>
        </a:fontRef>
      </a:style>
    </a:spDef>
    <a:lnDef>
      <a:spPr>
        <a:ln w="12700" cap="flat">
          <a:miter/>
        </a:ln>
      </a:spPr>
      <a:bodyPr/>
      <a:lstStyle/>
      <a:style>
        <a:lnRef idx="1">
          <a:schemeClr val="accent1"/>
        </a:lnRef>
        <a:fillRef idx="0">
          <a:schemeClr val="accent1"/>
        </a:fillRef>
        <a:effectRef idx="0">
          <a:srgbClr val="000000"/>
        </a:effectRef>
        <a:fontRef idx="minor">
          <a:srgbClr val="FFFFFF"/>
        </a:fontRef>
      </a:style>
    </a:lnDef>
    <a:txDef>
      <a:spPr>
        <a:noFill/>
      </a:spPr>
      <a:bodyPr wrap="square" lIns="0" tIns="0" rIns="0" bIns="0" rtlCol="0">
        <a:noAutofit/>
      </a:bodyPr>
      <a:lstStyle>
        <a:defPPr marL="182880" indent="-182880">
          <a:lnSpc>
            <a:spcPct val="95000"/>
          </a:lnSpc>
          <a:spcBef>
            <a:spcPts val="1000"/>
          </a:spcBef>
          <a:buSzPct val="100000"/>
          <a:buFont typeface="Arial"/>
          <a:buChar char="▪"/>
          <a:defRPr sz="1700"/>
        </a:defPPr>
      </a:lstStyle>
    </a:txDef>
  </a:objectDefaults>
  <a:extraClrSchemeLst/>
  <a:custClrLst>
    <a:custClr name="Army Black">
      <a:srgbClr val="221F20"/>
    </a:custClr>
    <a:custClr name="Army Gold">
      <a:srgbClr val="FFCC01"/>
    </a:custClr>
    <a:custClr name="White">
      <a:srgbClr val="FFFFFF"/>
    </a:custClr>
    <a:custClr name="Army Green">
      <a:srgbClr val="2F372F"/>
    </a:custClr>
    <a:custClr name="Tan">
      <a:srgbClr val="F1E4C7"/>
    </a:custClr>
    <a:custClr name="Field 01">
      <a:srgbClr val="727365"/>
    </a:custClr>
    <a:custClr name="Field 02">
      <a:srgbClr val="BFB8A6"/>
    </a:custClr>
    <a:custClr name="Gray 01">
      <a:srgbClr val="565557"/>
    </a:custClr>
    <a:custClr name="Gray 02">
      <a:srgbClr val="D5D5D7"/>
    </a:custClr>
    <a:custClr name="Highlight Orange">
      <a:srgbClr val="F16521"/>
    </a:custClr>
    <a:custClr name="Highlight Green">
      <a:srgbClr val="2DAA27"/>
    </a:custClr>
    <a:custClr name="Highlight Red">
      <a:srgbClr val="CF0000"/>
    </a:custClr>
  </a:custClrLst>
  <a:extLst>
    <a:ext uri="{05A4C25C-085E-4340-85A3-A5531E510DB2}">
      <thm15:themeFamily xmlns:thm15="http://schemas.microsoft.com/office/thememl/2012/main" name="US Army PowerPoint 16x9 12Feb2023" id="{3EB2FCAD-453B-4F97-9379-31EB449BB4A1}" vid="{CCBAEC26-5D3F-44DD-9C13-DB69982D462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AI2C Slide Template</Template>
  <TotalTime>1042</TotalTime>
  <Words>1943</Words>
  <Application>Microsoft Office PowerPoint</Application>
  <PresentationFormat>Widescreen</PresentationFormat>
  <Paragraphs>268</Paragraphs>
  <Slides>28</Slides>
  <Notes>13</Notes>
  <HiddenSlides>0</HiddenSlides>
  <MMClips>1</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28</vt:i4>
      </vt:variant>
    </vt:vector>
  </HeadingPairs>
  <TitlesOfParts>
    <vt:vector size="35" baseType="lpstr">
      <vt:lpstr>Aptos</vt:lpstr>
      <vt:lpstr>Arial</vt:lpstr>
      <vt:lpstr>Arial Bold</vt:lpstr>
      <vt:lpstr>Consolas</vt:lpstr>
      <vt:lpstr>Courier New</vt:lpstr>
      <vt:lpstr>US Army 2023 AFC DEVCOM Logo</vt:lpstr>
      <vt:lpstr>1_US Army 2023 AFC DEVCOM Logo</vt:lpstr>
      <vt:lpstr>FILE IO</vt:lpstr>
      <vt:lpstr> Motivation</vt:lpstr>
      <vt:lpstr> Course Schedule</vt:lpstr>
      <vt:lpstr>Review</vt:lpstr>
      <vt:lpstr>What is the purpose of user defined functions?</vt:lpstr>
      <vt:lpstr>How do you define a function, and how do you use it?</vt:lpstr>
      <vt:lpstr>PowerPoint Presentation</vt:lpstr>
      <vt:lpstr>PowerPoint Presentation</vt:lpstr>
      <vt:lpstr>PowerPoint Presentation</vt:lpstr>
      <vt:lpstr>PowerPoint Presentation</vt:lpstr>
      <vt:lpstr>Let’s make this a function:</vt:lpstr>
      <vt:lpstr>Today’s Lesson Objectives</vt:lpstr>
      <vt:lpstr>Manipulating files</vt:lpstr>
      <vt:lpstr>Common Actions</vt:lpstr>
      <vt:lpstr>A word about context managers</vt:lpstr>
      <vt:lpstr>Both!</vt:lpstr>
      <vt:lpstr>MANIPULATING FILES PRACTICAL </vt:lpstr>
      <vt:lpstr>OS module</vt:lpstr>
      <vt:lpstr>OS module</vt:lpstr>
      <vt:lpstr>OS module</vt:lpstr>
      <vt:lpstr>OS module EXAMPLE</vt:lpstr>
      <vt:lpstr>OS module CHEATSHEET</vt:lpstr>
      <vt:lpstr>Look familiar?</vt:lpstr>
      <vt:lpstr>Hands-On #1 in PYTHON_FILE_IO.MD</vt:lpstr>
      <vt:lpstr>Pathlib MODULE</vt:lpstr>
      <vt:lpstr>Pathlib MODULE CHEATSHEET</vt:lpstr>
      <vt:lpstr>Hands-On #2 in PYTHON_FILE_IO.MD</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Shafer</dc:creator>
  <cp:lastModifiedBy>Robert Haenze</cp:lastModifiedBy>
  <cp:revision>141</cp:revision>
  <dcterms:created xsi:type="dcterms:W3CDTF">2025-07-09T23:54:51Z</dcterms:created>
  <dcterms:modified xsi:type="dcterms:W3CDTF">2026-07-22T19:31:55Z</dcterms:modified>
</cp:coreProperties>
</file>
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4" r:id="rId1"/>
  </p:sldMasterIdLst>
  <p:notesMasterIdLst>
    <p:notesMasterId r:id="rId45"/>
  </p:notesMasterIdLst>
  <p:sldIdLst>
    <p:sldId id="256" r:id="rId2"/>
    <p:sldId id="310" r:id="rId3"/>
    <p:sldId id="311" r:id="rId4"/>
    <p:sldId id="486" r:id="rId5"/>
    <p:sldId id="289" r:id="rId6"/>
    <p:sldId id="283" r:id="rId7"/>
    <p:sldId id="290" r:id="rId8"/>
    <p:sldId id="291" r:id="rId9"/>
    <p:sldId id="292" r:id="rId10"/>
    <p:sldId id="281" r:id="rId11"/>
    <p:sldId id="258" r:id="rId12"/>
    <p:sldId id="293" r:id="rId13"/>
    <p:sldId id="298" r:id="rId14"/>
    <p:sldId id="259" r:id="rId15"/>
    <p:sldId id="260" r:id="rId16"/>
    <p:sldId id="261" r:id="rId17"/>
    <p:sldId id="299" r:id="rId18"/>
    <p:sldId id="300" r:id="rId19"/>
    <p:sldId id="262" r:id="rId20"/>
    <p:sldId id="264" r:id="rId21"/>
    <p:sldId id="286" r:id="rId22"/>
    <p:sldId id="301" r:id="rId23"/>
    <p:sldId id="302" r:id="rId24"/>
    <p:sldId id="303" r:id="rId25"/>
    <p:sldId id="285" r:id="rId26"/>
    <p:sldId id="294" r:id="rId27"/>
    <p:sldId id="296" r:id="rId28"/>
    <p:sldId id="295" r:id="rId29"/>
    <p:sldId id="304" r:id="rId30"/>
    <p:sldId id="305" r:id="rId31"/>
    <p:sldId id="266" r:id="rId32"/>
    <p:sldId id="306" r:id="rId33"/>
    <p:sldId id="265" r:id="rId34"/>
    <p:sldId id="267" r:id="rId35"/>
    <p:sldId id="307" r:id="rId36"/>
    <p:sldId id="268" r:id="rId37"/>
    <p:sldId id="282" r:id="rId38"/>
    <p:sldId id="269" r:id="rId39"/>
    <p:sldId id="308" r:id="rId40"/>
    <p:sldId id="309" r:id="rId41"/>
    <p:sldId id="270" r:id="rId42"/>
    <p:sldId id="287" r:id="rId43"/>
    <p:sldId id="288" r:id="rId44"/>
  </p:sldIdLst>
  <p:sldSz cx="9144000" cy="5143500" type="screen16x9"/>
  <p:notesSz cx="6858000" cy="9144000"/>
  <p:embeddedFontLst>
    <p:embeddedFont>
      <p:font typeface="Consolas" panose="020B0609020204030204" pitchFamily="49" charset="0"/>
      <p:regular r:id="rId46"/>
      <p:bold r:id="rId47"/>
      <p:italic r:id="rId48"/>
      <p:boldItalic r:id="rId49"/>
    </p:embeddedFont>
    <p:embeddedFont>
      <p:font typeface="Roboto" panose="02000000000000000000" pitchFamily="2" charset="0"/>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B9063A8-BC75-44AB-A561-BE0A82F3F6A3}">
  <a:tblStyle styleId="{5B9063A8-BC75-44AB-A561-BE0A82F3F6A3}"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88638" autoAdjust="0"/>
  </p:normalViewPr>
  <p:slideViewPr>
    <p:cSldViewPr snapToGrid="0">
      <p:cViewPr varScale="1">
        <p:scale>
          <a:sx n="120" d="100"/>
          <a:sy n="120" d="100"/>
        </p:scale>
        <p:origin x="1380" y="9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openxmlformats.org/officeDocument/2006/relationships/font" Target="fonts/font8.fntdata"/><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4.fntdata"/><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lan.io/blog/why-quantity-beats-and-creates-quality/"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5" name="Google Shape;37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Why quantity beats (and creates) quality | </a:t>
            </a:r>
            <a:r>
              <a:rPr lang="en-US">
                <a:hlinkClick r:id="rId3"/>
              </a:rPr>
              <a:t>Planio</a:t>
            </a:r>
            <a:endParaRPr lang="en-US"/>
          </a:p>
        </p:txBody>
      </p:sp>
    </p:spTree>
    <p:extLst>
      <p:ext uri="{BB962C8B-B14F-4D97-AF65-F5344CB8AC3E}">
        <p14:creationId xmlns:p14="http://schemas.microsoft.com/office/powerpoint/2010/main" val="31406301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64719-007A-9D20-6D43-3A4FCAADAC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32F23C-3B6C-06AD-FDEF-F55DEF812C1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784E9A6-CB51-3C7D-DF18-0DDEC1AC42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45C7A3-AEE3-A283-A203-B801AB559F92}"/>
              </a:ext>
            </a:extLst>
          </p:cNvPr>
          <p:cNvSpPr>
            <a:spLocks noGrp="1"/>
          </p:cNvSpPr>
          <p:nvPr>
            <p:ph type="sldNum" sz="quarter" idx="5"/>
          </p:nvPr>
        </p:nvSpPr>
        <p:spPr/>
        <p:txBody>
          <a:bodyPr/>
          <a:lstStyle/>
          <a:p>
            <a:fld id="{292570D5-C374-43AE-876B-55C2A221664E}" type="slidenum">
              <a:rPr lang="en-US" smtClean="0"/>
              <a:t>4</a:t>
            </a:fld>
            <a:endParaRPr lang="en-US"/>
          </a:p>
        </p:txBody>
      </p:sp>
    </p:spTree>
    <p:extLst>
      <p:ext uri="{BB962C8B-B14F-4D97-AF65-F5344CB8AC3E}">
        <p14:creationId xmlns:p14="http://schemas.microsoft.com/office/powerpoint/2010/main" val="27312140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From top to bottom…</a:t>
            </a:r>
          </a:p>
          <a:p>
            <a:r>
              <a:rPr lang="en-US" dirty="0"/>
              <a:t>But what if we wanted to only run certain sections if a condition was met (if the condition was True!)</a:t>
            </a:r>
          </a:p>
        </p:txBody>
      </p:sp>
    </p:spTree>
    <p:extLst>
      <p:ext uri="{BB962C8B-B14F-4D97-AF65-F5344CB8AC3E}">
        <p14:creationId xmlns:p14="http://schemas.microsoft.com/office/powerpoint/2010/main" val="1251302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5" name="Google Shape;38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a:extLst>
            <a:ext uri="{FF2B5EF4-FFF2-40B4-BE49-F238E27FC236}">
              <a16:creationId xmlns:a16="http://schemas.microsoft.com/office/drawing/2014/main" id="{AE6A6807-85D8-512A-849F-30B71141A68B}"/>
            </a:ext>
          </a:extLst>
        </p:cNvPr>
        <p:cNvGrpSpPr/>
        <p:nvPr/>
      </p:nvGrpSpPr>
      <p:grpSpPr>
        <a:xfrm>
          <a:off x="0" y="0"/>
          <a:ext cx="0" cy="0"/>
          <a:chOff x="0" y="0"/>
          <a:chExt cx="0" cy="0"/>
        </a:xfrm>
      </p:grpSpPr>
      <p:sp>
        <p:nvSpPr>
          <p:cNvPr id="384" name="Google Shape;384;p3:notes">
            <a:extLst>
              <a:ext uri="{FF2B5EF4-FFF2-40B4-BE49-F238E27FC236}">
                <a16:creationId xmlns:a16="http://schemas.microsoft.com/office/drawing/2014/main" id="{CA5DA4C0-11CB-2963-EC43-DF2315E9D25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5" name="Google Shape;385;p3:notes">
            <a:extLst>
              <a:ext uri="{FF2B5EF4-FFF2-40B4-BE49-F238E27FC236}">
                <a16:creationId xmlns:a16="http://schemas.microsoft.com/office/drawing/2014/main" id="{1AF01A80-57BD-8270-C1C2-10A5824470C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445524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a:extLst>
            <a:ext uri="{FF2B5EF4-FFF2-40B4-BE49-F238E27FC236}">
              <a16:creationId xmlns:a16="http://schemas.microsoft.com/office/drawing/2014/main" id="{B310F38A-2B72-E9E1-E76F-38AE31DE6A3D}"/>
            </a:ext>
          </a:extLst>
        </p:cNvPr>
        <p:cNvGrpSpPr/>
        <p:nvPr/>
      </p:nvGrpSpPr>
      <p:grpSpPr>
        <a:xfrm>
          <a:off x="0" y="0"/>
          <a:ext cx="0" cy="0"/>
          <a:chOff x="0" y="0"/>
          <a:chExt cx="0" cy="0"/>
        </a:xfrm>
      </p:grpSpPr>
      <p:sp>
        <p:nvSpPr>
          <p:cNvPr id="384" name="Google Shape;384;p3:notes">
            <a:extLst>
              <a:ext uri="{FF2B5EF4-FFF2-40B4-BE49-F238E27FC236}">
                <a16:creationId xmlns:a16="http://schemas.microsoft.com/office/drawing/2014/main" id="{22C4DB73-4FED-CFAC-01AC-85D8DA0C77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5" name="Google Shape;385;p3:notes">
            <a:extLst>
              <a:ext uri="{FF2B5EF4-FFF2-40B4-BE49-F238E27FC236}">
                <a16:creationId xmlns:a16="http://schemas.microsoft.com/office/drawing/2014/main" id="{D9D72380-7DEA-1C92-1A55-1B37F3078E0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483255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1" name="Google Shape;39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7" name="Google Shape;397;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3" name="Google Shape;403;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a:extLst>
            <a:ext uri="{FF2B5EF4-FFF2-40B4-BE49-F238E27FC236}">
              <a16:creationId xmlns:a16="http://schemas.microsoft.com/office/drawing/2014/main" id="{DF454B19-9D10-6C09-823F-959B7E837FAC}"/>
            </a:ext>
          </a:extLst>
        </p:cNvPr>
        <p:cNvGrpSpPr/>
        <p:nvPr/>
      </p:nvGrpSpPr>
      <p:grpSpPr>
        <a:xfrm>
          <a:off x="0" y="0"/>
          <a:ext cx="0" cy="0"/>
          <a:chOff x="0" y="0"/>
          <a:chExt cx="0" cy="0"/>
        </a:xfrm>
      </p:grpSpPr>
      <p:sp>
        <p:nvSpPr>
          <p:cNvPr id="402" name="Google Shape;402;p6:notes">
            <a:extLst>
              <a:ext uri="{FF2B5EF4-FFF2-40B4-BE49-F238E27FC236}">
                <a16:creationId xmlns:a16="http://schemas.microsoft.com/office/drawing/2014/main" id="{8CFC4D94-9FBA-3E49-81C5-E94335D3D6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3" name="Google Shape;403;p6:notes">
            <a:extLst>
              <a:ext uri="{FF2B5EF4-FFF2-40B4-BE49-F238E27FC236}">
                <a16:creationId xmlns:a16="http://schemas.microsoft.com/office/drawing/2014/main" id="{AB6F3F24-B86F-D659-0C34-255F34554F7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307159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a:extLst>
            <a:ext uri="{FF2B5EF4-FFF2-40B4-BE49-F238E27FC236}">
              <a16:creationId xmlns:a16="http://schemas.microsoft.com/office/drawing/2014/main" id="{602050E9-9031-261F-D842-4461E7DEF008}"/>
            </a:ext>
          </a:extLst>
        </p:cNvPr>
        <p:cNvGrpSpPr/>
        <p:nvPr/>
      </p:nvGrpSpPr>
      <p:grpSpPr>
        <a:xfrm>
          <a:off x="0" y="0"/>
          <a:ext cx="0" cy="0"/>
          <a:chOff x="0" y="0"/>
          <a:chExt cx="0" cy="0"/>
        </a:xfrm>
      </p:grpSpPr>
      <p:sp>
        <p:nvSpPr>
          <p:cNvPr id="384" name="Google Shape;384;p3:notes">
            <a:extLst>
              <a:ext uri="{FF2B5EF4-FFF2-40B4-BE49-F238E27FC236}">
                <a16:creationId xmlns:a16="http://schemas.microsoft.com/office/drawing/2014/main" id="{6F5BD6A7-3106-851F-AF6F-96104204B2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5" name="Google Shape;385;p3:notes">
            <a:extLst>
              <a:ext uri="{FF2B5EF4-FFF2-40B4-BE49-F238E27FC236}">
                <a16:creationId xmlns:a16="http://schemas.microsoft.com/office/drawing/2014/main" id="{A84867ED-A818-DDAE-1FA8-E9EC9283561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164298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9" name="Google Shape;40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1" name="Google Shape;421;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336550" algn="l" rtl="0">
              <a:lnSpc>
                <a:spcPct val="115000"/>
              </a:lnSpc>
              <a:spcBef>
                <a:spcPts val="0"/>
              </a:spcBef>
              <a:spcAft>
                <a:spcPts val="0"/>
              </a:spcAft>
              <a:buClr>
                <a:srgbClr val="666666"/>
              </a:buClr>
              <a:buSzPts val="1700"/>
              <a:buFont typeface="Roboto"/>
              <a:buChar char="●"/>
            </a:pPr>
            <a:r>
              <a:rPr lang="en" sz="1700">
                <a:solidFill>
                  <a:srgbClr val="666666"/>
                </a:solidFill>
                <a:latin typeface="Roboto"/>
                <a:ea typeface="Roboto"/>
                <a:cs typeface="Roboto"/>
                <a:sym typeface="Roboto"/>
              </a:rPr>
              <a:t>Remember:</a:t>
            </a:r>
            <a:endParaRPr sz="1700">
              <a:solidFill>
                <a:srgbClr val="666666"/>
              </a:solidFill>
              <a:latin typeface="Roboto"/>
              <a:ea typeface="Roboto"/>
              <a:cs typeface="Roboto"/>
              <a:sym typeface="Roboto"/>
            </a:endParaRPr>
          </a:p>
          <a:p>
            <a:pPr marL="914400" lvl="1" indent="-336550" algn="l" rtl="0">
              <a:lnSpc>
                <a:spcPct val="115000"/>
              </a:lnSpc>
              <a:spcBef>
                <a:spcPts val="0"/>
              </a:spcBef>
              <a:spcAft>
                <a:spcPts val="0"/>
              </a:spcAft>
              <a:buClr>
                <a:srgbClr val="666666"/>
              </a:buClr>
              <a:buSzPts val="1700"/>
              <a:buFont typeface="Roboto"/>
              <a:buChar char="○"/>
            </a:pPr>
            <a:r>
              <a:rPr lang="en" sz="1700">
                <a:solidFill>
                  <a:srgbClr val="666666"/>
                </a:solidFill>
                <a:latin typeface="Roboto"/>
                <a:ea typeface="Roboto"/>
                <a:cs typeface="Roboto"/>
                <a:sym typeface="Roboto"/>
              </a:rPr>
              <a:t>Defining a function</a:t>
            </a:r>
            <a:endParaRPr sz="1700">
              <a:solidFill>
                <a:srgbClr val="666666"/>
              </a:solidFill>
              <a:latin typeface="Roboto"/>
              <a:ea typeface="Roboto"/>
              <a:cs typeface="Roboto"/>
              <a:sym typeface="Roboto"/>
            </a:endParaRPr>
          </a:p>
          <a:p>
            <a:pPr marL="914400" lvl="1" indent="-336550" algn="l" rtl="0">
              <a:lnSpc>
                <a:spcPct val="115000"/>
              </a:lnSpc>
              <a:spcBef>
                <a:spcPts val="0"/>
              </a:spcBef>
              <a:spcAft>
                <a:spcPts val="0"/>
              </a:spcAft>
              <a:buClr>
                <a:srgbClr val="666666"/>
              </a:buClr>
              <a:buSzPts val="1700"/>
              <a:buFont typeface="Roboto"/>
              <a:buChar char="○"/>
            </a:pPr>
            <a:r>
              <a:rPr lang="en" sz="1700">
                <a:solidFill>
                  <a:srgbClr val="666666"/>
                </a:solidFill>
                <a:latin typeface="Roboto"/>
                <a:ea typeface="Roboto"/>
                <a:cs typeface="Roboto"/>
                <a:sym typeface="Roboto"/>
              </a:rPr>
              <a:t>If-elif-else</a:t>
            </a:r>
            <a:endParaRPr sz="1700">
              <a:solidFill>
                <a:srgbClr val="666666"/>
              </a:solidFill>
              <a:latin typeface="Roboto"/>
              <a:ea typeface="Roboto"/>
              <a:cs typeface="Roboto"/>
              <a:sym typeface="Roboto"/>
            </a:endParaRPr>
          </a:p>
          <a:p>
            <a:pPr marL="914400" lvl="1" indent="-336550" algn="l" rtl="0">
              <a:lnSpc>
                <a:spcPct val="115000"/>
              </a:lnSpc>
              <a:spcBef>
                <a:spcPts val="0"/>
              </a:spcBef>
              <a:spcAft>
                <a:spcPts val="0"/>
              </a:spcAft>
              <a:buClr>
                <a:srgbClr val="666666"/>
              </a:buClr>
              <a:buSzPts val="1700"/>
              <a:buFont typeface="Roboto"/>
              <a:buChar char="○"/>
            </a:pPr>
            <a:r>
              <a:rPr lang="en" sz="1700">
                <a:solidFill>
                  <a:srgbClr val="666666"/>
                </a:solidFill>
                <a:latin typeface="Roboto"/>
                <a:ea typeface="Roboto"/>
                <a:cs typeface="Roboto"/>
                <a:sym typeface="Roboto"/>
              </a:rPr>
              <a:t>Comparison operators</a:t>
            </a:r>
            <a:endParaRPr sz="1700">
              <a:solidFill>
                <a:srgbClr val="666666"/>
              </a:solidFill>
              <a:latin typeface="Roboto"/>
              <a:ea typeface="Roboto"/>
              <a:cs typeface="Roboto"/>
              <a:sym typeface="Roboto"/>
            </a:endParaRPr>
          </a:p>
          <a:p>
            <a:pPr marL="914400" lvl="1" indent="-336550" algn="l" rtl="0">
              <a:lnSpc>
                <a:spcPct val="115000"/>
              </a:lnSpc>
              <a:spcBef>
                <a:spcPts val="0"/>
              </a:spcBef>
              <a:spcAft>
                <a:spcPts val="0"/>
              </a:spcAft>
              <a:buClr>
                <a:srgbClr val="666666"/>
              </a:buClr>
              <a:buSzPts val="1700"/>
              <a:buFont typeface="Roboto"/>
              <a:buChar char="○"/>
            </a:pPr>
            <a:r>
              <a:rPr lang="en" sz="1700">
                <a:solidFill>
                  <a:srgbClr val="666666"/>
                </a:solidFill>
                <a:latin typeface="Roboto"/>
                <a:ea typeface="Roboto"/>
                <a:cs typeface="Roboto"/>
                <a:sym typeface="Roboto"/>
              </a:rPr>
              <a:t>Early exits</a:t>
            </a:r>
            <a:endParaRPr sz="1700">
              <a:solidFill>
                <a:srgbClr val="666666"/>
              </a:solidFill>
              <a:latin typeface="Roboto"/>
              <a:ea typeface="Roboto"/>
              <a:cs typeface="Roboto"/>
              <a:sym typeface="Roboto"/>
            </a:endParaRPr>
          </a:p>
          <a:p>
            <a:pPr marL="0" lvl="0" indent="0" algn="l" rtl="0">
              <a:lnSpc>
                <a:spcPct val="100000"/>
              </a:lnSpc>
              <a:spcBef>
                <a:spcPts val="120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a:extLst>
            <a:ext uri="{FF2B5EF4-FFF2-40B4-BE49-F238E27FC236}">
              <a16:creationId xmlns:a16="http://schemas.microsoft.com/office/drawing/2014/main" id="{43FFFE89-EFFC-E984-E066-08F7FFFE2CD4}"/>
            </a:ext>
          </a:extLst>
        </p:cNvPr>
        <p:cNvGrpSpPr/>
        <p:nvPr/>
      </p:nvGrpSpPr>
      <p:grpSpPr>
        <a:xfrm>
          <a:off x="0" y="0"/>
          <a:ext cx="0" cy="0"/>
          <a:chOff x="0" y="0"/>
          <a:chExt cx="0" cy="0"/>
        </a:xfrm>
      </p:grpSpPr>
      <p:sp>
        <p:nvSpPr>
          <p:cNvPr id="420" name="Google Shape;420;p9:notes">
            <a:extLst>
              <a:ext uri="{FF2B5EF4-FFF2-40B4-BE49-F238E27FC236}">
                <a16:creationId xmlns:a16="http://schemas.microsoft.com/office/drawing/2014/main" id="{0494CCD6-A07C-EA0A-2043-DFEC8BEB7F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1" name="Google Shape;421;p9:notes">
            <a:extLst>
              <a:ext uri="{FF2B5EF4-FFF2-40B4-BE49-F238E27FC236}">
                <a16:creationId xmlns:a16="http://schemas.microsoft.com/office/drawing/2014/main" id="{5CD425C0-B952-1C04-3044-9D35AF4B63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336550" algn="l" rtl="0">
              <a:lnSpc>
                <a:spcPct val="115000"/>
              </a:lnSpc>
              <a:spcBef>
                <a:spcPts val="0"/>
              </a:spcBef>
              <a:spcAft>
                <a:spcPts val="0"/>
              </a:spcAft>
              <a:buClr>
                <a:srgbClr val="666666"/>
              </a:buClr>
              <a:buSzPts val="1700"/>
              <a:buFont typeface="Roboto"/>
              <a:buChar char="●"/>
            </a:pPr>
            <a:r>
              <a:rPr lang="en" sz="1700">
                <a:solidFill>
                  <a:srgbClr val="666666"/>
                </a:solidFill>
                <a:latin typeface="Roboto"/>
                <a:ea typeface="Roboto"/>
                <a:cs typeface="Roboto"/>
                <a:sym typeface="Roboto"/>
              </a:rPr>
              <a:t>Remember:</a:t>
            </a:r>
            <a:endParaRPr sz="1700">
              <a:solidFill>
                <a:srgbClr val="666666"/>
              </a:solidFill>
              <a:latin typeface="Roboto"/>
              <a:ea typeface="Roboto"/>
              <a:cs typeface="Roboto"/>
              <a:sym typeface="Roboto"/>
            </a:endParaRPr>
          </a:p>
          <a:p>
            <a:pPr marL="914400" lvl="1" indent="-336550" algn="l" rtl="0">
              <a:lnSpc>
                <a:spcPct val="115000"/>
              </a:lnSpc>
              <a:spcBef>
                <a:spcPts val="0"/>
              </a:spcBef>
              <a:spcAft>
                <a:spcPts val="0"/>
              </a:spcAft>
              <a:buClr>
                <a:srgbClr val="666666"/>
              </a:buClr>
              <a:buSzPts val="1700"/>
              <a:buFont typeface="Roboto"/>
              <a:buChar char="○"/>
            </a:pPr>
            <a:r>
              <a:rPr lang="en" sz="1700">
                <a:solidFill>
                  <a:srgbClr val="666666"/>
                </a:solidFill>
                <a:latin typeface="Roboto"/>
                <a:ea typeface="Roboto"/>
                <a:cs typeface="Roboto"/>
                <a:sym typeface="Roboto"/>
              </a:rPr>
              <a:t>Defining a function</a:t>
            </a:r>
            <a:endParaRPr sz="1700">
              <a:solidFill>
                <a:srgbClr val="666666"/>
              </a:solidFill>
              <a:latin typeface="Roboto"/>
              <a:ea typeface="Roboto"/>
              <a:cs typeface="Roboto"/>
              <a:sym typeface="Roboto"/>
            </a:endParaRPr>
          </a:p>
          <a:p>
            <a:pPr marL="914400" lvl="1" indent="-336550" algn="l" rtl="0">
              <a:lnSpc>
                <a:spcPct val="115000"/>
              </a:lnSpc>
              <a:spcBef>
                <a:spcPts val="0"/>
              </a:spcBef>
              <a:spcAft>
                <a:spcPts val="0"/>
              </a:spcAft>
              <a:buClr>
                <a:srgbClr val="666666"/>
              </a:buClr>
              <a:buSzPts val="1700"/>
              <a:buFont typeface="Roboto"/>
              <a:buChar char="○"/>
            </a:pPr>
            <a:r>
              <a:rPr lang="en" sz="1700">
                <a:solidFill>
                  <a:srgbClr val="666666"/>
                </a:solidFill>
                <a:latin typeface="Roboto"/>
                <a:ea typeface="Roboto"/>
                <a:cs typeface="Roboto"/>
                <a:sym typeface="Roboto"/>
              </a:rPr>
              <a:t>If-elif-else</a:t>
            </a:r>
            <a:endParaRPr sz="1700">
              <a:solidFill>
                <a:srgbClr val="666666"/>
              </a:solidFill>
              <a:latin typeface="Roboto"/>
              <a:ea typeface="Roboto"/>
              <a:cs typeface="Roboto"/>
              <a:sym typeface="Roboto"/>
            </a:endParaRPr>
          </a:p>
          <a:p>
            <a:pPr marL="914400" lvl="1" indent="-336550" algn="l" rtl="0">
              <a:lnSpc>
                <a:spcPct val="115000"/>
              </a:lnSpc>
              <a:spcBef>
                <a:spcPts val="0"/>
              </a:spcBef>
              <a:spcAft>
                <a:spcPts val="0"/>
              </a:spcAft>
              <a:buClr>
                <a:srgbClr val="666666"/>
              </a:buClr>
              <a:buSzPts val="1700"/>
              <a:buFont typeface="Roboto"/>
              <a:buChar char="○"/>
            </a:pPr>
            <a:r>
              <a:rPr lang="en" sz="1700">
                <a:solidFill>
                  <a:srgbClr val="666666"/>
                </a:solidFill>
                <a:latin typeface="Roboto"/>
                <a:ea typeface="Roboto"/>
                <a:cs typeface="Roboto"/>
                <a:sym typeface="Roboto"/>
              </a:rPr>
              <a:t>Comparison operators</a:t>
            </a:r>
            <a:endParaRPr sz="1700">
              <a:solidFill>
                <a:srgbClr val="666666"/>
              </a:solidFill>
              <a:latin typeface="Roboto"/>
              <a:ea typeface="Roboto"/>
              <a:cs typeface="Roboto"/>
              <a:sym typeface="Roboto"/>
            </a:endParaRPr>
          </a:p>
          <a:p>
            <a:pPr marL="914400" lvl="1" indent="-336550" algn="l" rtl="0">
              <a:lnSpc>
                <a:spcPct val="115000"/>
              </a:lnSpc>
              <a:spcBef>
                <a:spcPts val="0"/>
              </a:spcBef>
              <a:spcAft>
                <a:spcPts val="0"/>
              </a:spcAft>
              <a:buClr>
                <a:srgbClr val="666666"/>
              </a:buClr>
              <a:buSzPts val="1700"/>
              <a:buFont typeface="Roboto"/>
              <a:buChar char="○"/>
            </a:pPr>
            <a:r>
              <a:rPr lang="en" sz="1700">
                <a:solidFill>
                  <a:srgbClr val="666666"/>
                </a:solidFill>
                <a:latin typeface="Roboto"/>
                <a:ea typeface="Roboto"/>
                <a:cs typeface="Roboto"/>
                <a:sym typeface="Roboto"/>
              </a:rPr>
              <a:t>Early exits</a:t>
            </a:r>
            <a:endParaRPr sz="1700">
              <a:solidFill>
                <a:srgbClr val="666666"/>
              </a:solidFill>
              <a:latin typeface="Roboto"/>
              <a:ea typeface="Roboto"/>
              <a:cs typeface="Roboto"/>
              <a:sym typeface="Roboto"/>
            </a:endParaRPr>
          </a:p>
          <a:p>
            <a:pPr marL="0" lvl="0" indent="0" algn="l" rtl="0">
              <a:lnSpc>
                <a:spcPct val="100000"/>
              </a:lnSpc>
              <a:spcBef>
                <a:spcPts val="1200"/>
              </a:spcBef>
              <a:spcAft>
                <a:spcPts val="0"/>
              </a:spcAft>
              <a:buSzPts val="1100"/>
              <a:buNone/>
            </a:pPr>
            <a:endParaRPr/>
          </a:p>
        </p:txBody>
      </p:sp>
    </p:spTree>
    <p:extLst>
      <p:ext uri="{BB962C8B-B14F-4D97-AF65-F5344CB8AC3E}">
        <p14:creationId xmlns:p14="http://schemas.microsoft.com/office/powerpoint/2010/main" val="39965372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0C15D-484F-B458-B9DC-42CAEEE4F0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FD7767-4068-5312-03E5-414C800B480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D2C55BA-B783-034B-BAF8-A970EB131ADF}"/>
              </a:ext>
            </a:extLst>
          </p:cNvPr>
          <p:cNvSpPr>
            <a:spLocks noGrp="1"/>
          </p:cNvSpPr>
          <p:nvPr>
            <p:ph type="body" idx="1"/>
          </p:nvPr>
        </p:nvSpPr>
        <p:spPr/>
        <p:txBody>
          <a:bodyPr/>
          <a:lstStyle/>
          <a:p>
            <a:r>
              <a:rPr lang="en-US" dirty="0"/>
              <a:t>From top to bottom…</a:t>
            </a:r>
          </a:p>
          <a:p>
            <a:r>
              <a:rPr lang="en-US" dirty="0"/>
              <a:t>But what if we wanted to only run certain sections if a condition was met (if the condition was True!)</a:t>
            </a:r>
          </a:p>
        </p:txBody>
      </p:sp>
    </p:spTree>
    <p:extLst>
      <p:ext uri="{BB962C8B-B14F-4D97-AF65-F5344CB8AC3E}">
        <p14:creationId xmlns:p14="http://schemas.microsoft.com/office/powerpoint/2010/main" val="5020271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99566-3A9D-1846-EEA8-69BABC9724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B31795-F27B-EA6F-B8A1-E3B0EF87DA8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7AE9BE1-53CA-9242-9B07-08FF9747FD46}"/>
              </a:ext>
            </a:extLst>
          </p:cNvPr>
          <p:cNvSpPr>
            <a:spLocks noGrp="1"/>
          </p:cNvSpPr>
          <p:nvPr>
            <p:ph type="body" idx="1"/>
          </p:nvPr>
        </p:nvSpPr>
        <p:spPr/>
        <p:txBody>
          <a:bodyPr/>
          <a:lstStyle/>
          <a:p>
            <a:r>
              <a:rPr lang="en-US" dirty="0"/>
              <a:t>From top to bottom…</a:t>
            </a:r>
          </a:p>
          <a:p>
            <a:r>
              <a:rPr lang="en-US" dirty="0"/>
              <a:t>But what if we wanted to only run certain sections if a condition was met (if the condition was True!)</a:t>
            </a:r>
          </a:p>
        </p:txBody>
      </p:sp>
    </p:spTree>
    <p:extLst>
      <p:ext uri="{BB962C8B-B14F-4D97-AF65-F5344CB8AC3E}">
        <p14:creationId xmlns:p14="http://schemas.microsoft.com/office/powerpoint/2010/main" val="19472915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B511BE08-A1FB-1BAC-A981-971CD215166C}"/>
            </a:ext>
          </a:extLst>
        </p:cNvPr>
        <p:cNvGrpSpPr/>
        <p:nvPr/>
      </p:nvGrpSpPr>
      <p:grpSpPr>
        <a:xfrm>
          <a:off x="0" y="0"/>
          <a:ext cx="0" cy="0"/>
          <a:chOff x="0" y="0"/>
          <a:chExt cx="0" cy="0"/>
        </a:xfrm>
      </p:grpSpPr>
      <p:sp>
        <p:nvSpPr>
          <p:cNvPr id="432" name="Google Shape;432;p11:notes">
            <a:extLst>
              <a:ext uri="{FF2B5EF4-FFF2-40B4-BE49-F238E27FC236}">
                <a16:creationId xmlns:a16="http://schemas.microsoft.com/office/drawing/2014/main" id="{53449677-3881-11CB-F8CF-3B005EAC45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3" name="Google Shape;433;p11:notes">
            <a:extLst>
              <a:ext uri="{FF2B5EF4-FFF2-40B4-BE49-F238E27FC236}">
                <a16:creationId xmlns:a16="http://schemas.microsoft.com/office/drawing/2014/main" id="{E5178150-0C56-7E26-4FE1-798EB4CC7A5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514129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ACAE681C-6F7F-92FF-65CC-8951B3FB6148}"/>
            </a:ext>
          </a:extLst>
        </p:cNvPr>
        <p:cNvGrpSpPr/>
        <p:nvPr/>
      </p:nvGrpSpPr>
      <p:grpSpPr>
        <a:xfrm>
          <a:off x="0" y="0"/>
          <a:ext cx="0" cy="0"/>
          <a:chOff x="0" y="0"/>
          <a:chExt cx="0" cy="0"/>
        </a:xfrm>
      </p:grpSpPr>
      <p:sp>
        <p:nvSpPr>
          <p:cNvPr id="432" name="Google Shape;432;p11:notes">
            <a:extLst>
              <a:ext uri="{FF2B5EF4-FFF2-40B4-BE49-F238E27FC236}">
                <a16:creationId xmlns:a16="http://schemas.microsoft.com/office/drawing/2014/main" id="{0E5C821A-927F-2173-03FA-87BF4BF8EE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3" name="Google Shape;433;p11:notes">
            <a:extLst>
              <a:ext uri="{FF2B5EF4-FFF2-40B4-BE49-F238E27FC236}">
                <a16:creationId xmlns:a16="http://schemas.microsoft.com/office/drawing/2014/main" id="{42C2BDAD-3DC7-A39E-F396-074ECC1F293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777550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3" name="Google Shape;43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A853F281-8A8A-7954-60EF-F328BFB8CF73}"/>
            </a:ext>
          </a:extLst>
        </p:cNvPr>
        <p:cNvGrpSpPr/>
        <p:nvPr/>
      </p:nvGrpSpPr>
      <p:grpSpPr>
        <a:xfrm>
          <a:off x="0" y="0"/>
          <a:ext cx="0" cy="0"/>
          <a:chOff x="0" y="0"/>
          <a:chExt cx="0" cy="0"/>
        </a:xfrm>
      </p:grpSpPr>
      <p:sp>
        <p:nvSpPr>
          <p:cNvPr id="432" name="Google Shape;432;p11:notes">
            <a:extLst>
              <a:ext uri="{FF2B5EF4-FFF2-40B4-BE49-F238E27FC236}">
                <a16:creationId xmlns:a16="http://schemas.microsoft.com/office/drawing/2014/main" id="{BE7C52F3-BA08-01AF-8CA3-AEF1B6C424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3" name="Google Shape;433;p11:notes">
            <a:extLst>
              <a:ext uri="{FF2B5EF4-FFF2-40B4-BE49-F238E27FC236}">
                <a16:creationId xmlns:a16="http://schemas.microsoft.com/office/drawing/2014/main" id="{01CC8DBF-2CB2-354B-04F3-5C7EE890FBE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584717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7" name="Google Shape;42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9" name="Google Shape;439;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5" name="Google Shape;445;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1" name="Google Shape;451;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a:extLst>
            <a:ext uri="{FF2B5EF4-FFF2-40B4-BE49-F238E27FC236}">
              <a16:creationId xmlns:a16="http://schemas.microsoft.com/office/drawing/2014/main" id="{FC8D4210-F657-B6F4-CD35-F4E32CEC3E45}"/>
            </a:ext>
          </a:extLst>
        </p:cNvPr>
        <p:cNvGrpSpPr/>
        <p:nvPr/>
      </p:nvGrpSpPr>
      <p:grpSpPr>
        <a:xfrm>
          <a:off x="0" y="0"/>
          <a:ext cx="0" cy="0"/>
          <a:chOff x="0" y="0"/>
          <a:chExt cx="0" cy="0"/>
        </a:xfrm>
      </p:grpSpPr>
      <p:sp>
        <p:nvSpPr>
          <p:cNvPr id="450" name="Google Shape;450;p14:notes">
            <a:extLst>
              <a:ext uri="{FF2B5EF4-FFF2-40B4-BE49-F238E27FC236}">
                <a16:creationId xmlns:a16="http://schemas.microsoft.com/office/drawing/2014/main" id="{3D59C675-6BDB-E5D5-C798-4D2179C71B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1" name="Google Shape;451;p14:notes">
            <a:extLst>
              <a:ext uri="{FF2B5EF4-FFF2-40B4-BE49-F238E27FC236}">
                <a16:creationId xmlns:a16="http://schemas.microsoft.com/office/drawing/2014/main" id="{5B5C19E4-E829-1B6E-4DB5-DC99B3FEFC9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81710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a:extLst>
            <a:ext uri="{FF2B5EF4-FFF2-40B4-BE49-F238E27FC236}">
              <a16:creationId xmlns:a16="http://schemas.microsoft.com/office/drawing/2014/main" id="{F689F1D4-AED9-0FAC-DFA3-7603470AC597}"/>
            </a:ext>
          </a:extLst>
        </p:cNvPr>
        <p:cNvGrpSpPr/>
        <p:nvPr/>
      </p:nvGrpSpPr>
      <p:grpSpPr>
        <a:xfrm>
          <a:off x="0" y="0"/>
          <a:ext cx="0" cy="0"/>
          <a:chOff x="0" y="0"/>
          <a:chExt cx="0" cy="0"/>
        </a:xfrm>
      </p:grpSpPr>
      <p:sp>
        <p:nvSpPr>
          <p:cNvPr id="450" name="Google Shape;450;p14:notes">
            <a:extLst>
              <a:ext uri="{FF2B5EF4-FFF2-40B4-BE49-F238E27FC236}">
                <a16:creationId xmlns:a16="http://schemas.microsoft.com/office/drawing/2014/main" id="{9BDD348F-524D-EAD5-0C37-CBD92508A5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1" name="Google Shape;451;p14:notes">
            <a:extLst>
              <a:ext uri="{FF2B5EF4-FFF2-40B4-BE49-F238E27FC236}">
                <a16:creationId xmlns:a16="http://schemas.microsoft.com/office/drawing/2014/main" id="{F7C52553-93DF-F956-3D30-AE4327F76C0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184632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7" name="Google Shape;457;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14"/>
        <p:cNvGrpSpPr/>
        <p:nvPr/>
      </p:nvGrpSpPr>
      <p:grpSpPr>
        <a:xfrm>
          <a:off x="0" y="0"/>
          <a:ext cx="0" cy="0"/>
          <a:chOff x="0" y="0"/>
          <a:chExt cx="0" cy="0"/>
        </a:xfrm>
      </p:grpSpPr>
      <p:sp>
        <p:nvSpPr>
          <p:cNvPr id="15" name="Google Shape;15;p2"/>
          <p:cNvSpPr txBox="1">
            <a:spLocks noGrp="1"/>
          </p:cNvSpPr>
          <p:nvPr>
            <p:ph type="ctrTitle"/>
          </p:nvPr>
        </p:nvSpPr>
        <p:spPr>
          <a:xfrm>
            <a:off x="311700" y="539725"/>
            <a:ext cx="8520600" cy="1282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dk1"/>
              </a:buClr>
              <a:buSzPts val="3600"/>
              <a:buFont typeface="Arial"/>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16" name="Google Shape;16;p2"/>
          <p:cNvSpPr txBox="1">
            <a:spLocks noGrp="1"/>
          </p:cNvSpPr>
          <p:nvPr>
            <p:ph type="subTitle" idx="1"/>
          </p:nvPr>
        </p:nvSpPr>
        <p:spPr>
          <a:xfrm>
            <a:off x="311700" y="1878560"/>
            <a:ext cx="4242600" cy="7383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2"/>
              </a:buClr>
              <a:buSzPts val="1600"/>
              <a:buNone/>
              <a:defRPr sz="1600">
                <a:solidFill>
                  <a:schemeClr val="lt2"/>
                </a:solidFill>
              </a:defRPr>
            </a:lvl1pPr>
            <a:lvl2pPr lvl="1" algn="l">
              <a:lnSpc>
                <a:spcPct val="100000"/>
              </a:lnSpc>
              <a:spcBef>
                <a:spcPts val="0"/>
              </a:spcBef>
              <a:spcAft>
                <a:spcPts val="0"/>
              </a:spcAft>
              <a:buClr>
                <a:schemeClr val="lt2"/>
              </a:buClr>
              <a:buSzPts val="1600"/>
              <a:buNone/>
              <a:defRPr sz="1600">
                <a:solidFill>
                  <a:schemeClr val="lt2"/>
                </a:solidFill>
              </a:defRPr>
            </a:lvl2pPr>
            <a:lvl3pPr lvl="2" algn="l">
              <a:lnSpc>
                <a:spcPct val="100000"/>
              </a:lnSpc>
              <a:spcBef>
                <a:spcPts val="0"/>
              </a:spcBef>
              <a:spcAft>
                <a:spcPts val="0"/>
              </a:spcAft>
              <a:buClr>
                <a:schemeClr val="lt2"/>
              </a:buClr>
              <a:buSzPts val="1600"/>
              <a:buNone/>
              <a:defRPr sz="1600">
                <a:solidFill>
                  <a:schemeClr val="lt2"/>
                </a:solidFill>
              </a:defRPr>
            </a:lvl3pPr>
            <a:lvl4pPr lvl="3" algn="l">
              <a:lnSpc>
                <a:spcPct val="100000"/>
              </a:lnSpc>
              <a:spcBef>
                <a:spcPts val="0"/>
              </a:spcBef>
              <a:spcAft>
                <a:spcPts val="0"/>
              </a:spcAft>
              <a:buClr>
                <a:schemeClr val="lt2"/>
              </a:buClr>
              <a:buSzPts val="1600"/>
              <a:buNone/>
              <a:defRPr sz="1600">
                <a:solidFill>
                  <a:schemeClr val="lt2"/>
                </a:solidFill>
              </a:defRPr>
            </a:lvl4pPr>
            <a:lvl5pPr lvl="4" algn="l">
              <a:lnSpc>
                <a:spcPct val="100000"/>
              </a:lnSpc>
              <a:spcBef>
                <a:spcPts val="0"/>
              </a:spcBef>
              <a:spcAft>
                <a:spcPts val="0"/>
              </a:spcAft>
              <a:buClr>
                <a:schemeClr val="lt2"/>
              </a:buClr>
              <a:buSzPts val="1600"/>
              <a:buNone/>
              <a:defRPr sz="1600">
                <a:solidFill>
                  <a:schemeClr val="lt2"/>
                </a:solidFill>
              </a:defRPr>
            </a:lvl5pPr>
            <a:lvl6pPr lvl="5" algn="l">
              <a:lnSpc>
                <a:spcPct val="100000"/>
              </a:lnSpc>
              <a:spcBef>
                <a:spcPts val="0"/>
              </a:spcBef>
              <a:spcAft>
                <a:spcPts val="0"/>
              </a:spcAft>
              <a:buClr>
                <a:schemeClr val="lt2"/>
              </a:buClr>
              <a:buSzPts val="1600"/>
              <a:buNone/>
              <a:defRPr sz="1600">
                <a:solidFill>
                  <a:schemeClr val="lt2"/>
                </a:solidFill>
              </a:defRPr>
            </a:lvl6pPr>
            <a:lvl7pPr lvl="6" algn="l">
              <a:lnSpc>
                <a:spcPct val="100000"/>
              </a:lnSpc>
              <a:spcBef>
                <a:spcPts val="0"/>
              </a:spcBef>
              <a:spcAft>
                <a:spcPts val="0"/>
              </a:spcAft>
              <a:buClr>
                <a:schemeClr val="lt2"/>
              </a:buClr>
              <a:buSzPts val="1600"/>
              <a:buNone/>
              <a:defRPr sz="1600">
                <a:solidFill>
                  <a:schemeClr val="lt2"/>
                </a:solidFill>
              </a:defRPr>
            </a:lvl7pPr>
            <a:lvl8pPr lvl="7" algn="l">
              <a:lnSpc>
                <a:spcPct val="100000"/>
              </a:lnSpc>
              <a:spcBef>
                <a:spcPts val="0"/>
              </a:spcBef>
              <a:spcAft>
                <a:spcPts val="0"/>
              </a:spcAft>
              <a:buClr>
                <a:schemeClr val="lt2"/>
              </a:buClr>
              <a:buSzPts val="1600"/>
              <a:buNone/>
              <a:defRPr sz="1600">
                <a:solidFill>
                  <a:schemeClr val="lt2"/>
                </a:solidFill>
              </a:defRPr>
            </a:lvl8pPr>
            <a:lvl9pPr lvl="8" algn="l">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7" name="Google Shape;17;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rgbClr val="221F20"/>
        </a:solidFill>
        <a:effectLst/>
      </p:bgPr>
    </p:bg>
    <p:spTree>
      <p:nvGrpSpPr>
        <p:cNvPr id="1" name="Shape 18"/>
        <p:cNvGrpSpPr/>
        <p:nvPr/>
      </p:nvGrpSpPr>
      <p:grpSpPr>
        <a:xfrm>
          <a:off x="0" y="0"/>
          <a:ext cx="0" cy="0"/>
          <a:chOff x="0" y="0"/>
          <a:chExt cx="0" cy="0"/>
        </a:xfrm>
      </p:grpSpPr>
      <p:sp>
        <p:nvSpPr>
          <p:cNvPr id="19" name="Google Shape;19;p3"/>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21" name="Google Shape;21;p3"/>
          <p:cNvSpPr txBox="1">
            <a:spLocks noGrp="1"/>
          </p:cNvSpPr>
          <p:nvPr>
            <p:ph type="body" idx="1"/>
          </p:nvPr>
        </p:nvSpPr>
        <p:spPr>
          <a:xfrm>
            <a:off x="410766" y="3850148"/>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2" name="Google Shape;22;p3"/>
          <p:cNvSpPr txBox="1">
            <a:spLocks noGrp="1"/>
          </p:cNvSpPr>
          <p:nvPr>
            <p:ph type="body" idx="2"/>
          </p:nvPr>
        </p:nvSpPr>
        <p:spPr>
          <a:xfrm>
            <a:off x="410766" y="3714554"/>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3" name="Google Shape;23;p3"/>
          <p:cNvSpPr txBox="1">
            <a:spLocks noGrp="1"/>
          </p:cNvSpPr>
          <p:nvPr>
            <p:ph type="body" idx="3"/>
          </p:nvPr>
        </p:nvSpPr>
        <p:spPr>
          <a:xfrm>
            <a:off x="410766" y="3985742"/>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4" name="Google Shape;24;p3"/>
          <p:cNvSpPr txBox="1">
            <a:spLocks noGrp="1"/>
          </p:cNvSpPr>
          <p:nvPr>
            <p:ph type="body" idx="4"/>
          </p:nvPr>
        </p:nvSpPr>
        <p:spPr>
          <a:xfrm>
            <a:off x="410766" y="4121336"/>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5" name="Google Shape;25;p3"/>
          <p:cNvSpPr txBox="1">
            <a:spLocks noGrp="1"/>
          </p:cNvSpPr>
          <p:nvPr>
            <p:ph type="body" idx="5"/>
          </p:nvPr>
        </p:nvSpPr>
        <p:spPr>
          <a:xfrm>
            <a:off x="410766" y="4256930"/>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6" name="Google Shape;26;p3"/>
          <p:cNvSpPr txBox="1">
            <a:spLocks noGrp="1"/>
          </p:cNvSpPr>
          <p:nvPr>
            <p:ph type="body" idx="6"/>
          </p:nvPr>
        </p:nvSpPr>
        <p:spPr>
          <a:xfrm>
            <a:off x="1485900" y="3850148"/>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7" name="Google Shape;27;p3"/>
          <p:cNvSpPr txBox="1">
            <a:spLocks noGrp="1"/>
          </p:cNvSpPr>
          <p:nvPr>
            <p:ph type="body" idx="7"/>
          </p:nvPr>
        </p:nvSpPr>
        <p:spPr>
          <a:xfrm>
            <a:off x="1485900" y="3714554"/>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8" name="Google Shape;28;p3"/>
          <p:cNvSpPr txBox="1">
            <a:spLocks noGrp="1"/>
          </p:cNvSpPr>
          <p:nvPr>
            <p:ph type="body" idx="8"/>
          </p:nvPr>
        </p:nvSpPr>
        <p:spPr>
          <a:xfrm>
            <a:off x="1485900" y="3985742"/>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9" name="Google Shape;29;p3"/>
          <p:cNvSpPr txBox="1">
            <a:spLocks noGrp="1"/>
          </p:cNvSpPr>
          <p:nvPr>
            <p:ph type="body" idx="9"/>
          </p:nvPr>
        </p:nvSpPr>
        <p:spPr>
          <a:xfrm>
            <a:off x="1485900" y="4121336"/>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30" name="Google Shape;30;p3"/>
          <p:cNvSpPr txBox="1">
            <a:spLocks noGrp="1"/>
          </p:cNvSpPr>
          <p:nvPr>
            <p:ph type="body" idx="13"/>
          </p:nvPr>
        </p:nvSpPr>
        <p:spPr>
          <a:xfrm>
            <a:off x="1485900" y="4256930"/>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pic>
        <p:nvPicPr>
          <p:cNvPr id="31" name="Google Shape;31;p3" descr="U.S. Army"/>
          <p:cNvPicPr preferRelativeResize="0"/>
          <p:nvPr/>
        </p:nvPicPr>
        <p:blipFill rotWithShape="1">
          <a:blip r:embed="rId2">
            <a:alphaModFix/>
          </a:blip>
          <a:srcRect/>
          <a:stretch/>
        </p:blipFill>
        <p:spPr>
          <a:xfrm>
            <a:off x="183674" y="84473"/>
            <a:ext cx="2434590" cy="919356"/>
          </a:xfrm>
          <a:prstGeom prst="rect">
            <a:avLst/>
          </a:prstGeom>
          <a:noFill/>
          <a:ln>
            <a:noFill/>
          </a:ln>
        </p:spPr>
      </p:pic>
      <p:pic>
        <p:nvPicPr>
          <p:cNvPr id="32" name="Google Shape;32;p3"/>
          <p:cNvPicPr preferRelativeResize="0"/>
          <p:nvPr/>
        </p:nvPicPr>
        <p:blipFill rotWithShape="1">
          <a:blip r:embed="rId3">
            <a:alphaModFix/>
          </a:blip>
          <a:srcRect/>
          <a:stretch/>
        </p:blipFill>
        <p:spPr>
          <a:xfrm>
            <a:off x="7503462" y="308372"/>
            <a:ext cx="1222280" cy="358517"/>
          </a:xfrm>
          <a:prstGeom prst="rect">
            <a:avLst/>
          </a:prstGeom>
          <a:noFill/>
          <a:ln>
            <a:noFill/>
          </a:ln>
        </p:spPr>
      </p:pic>
      <p:grpSp>
        <p:nvGrpSpPr>
          <p:cNvPr id="33" name="Google Shape;33;p3"/>
          <p:cNvGrpSpPr/>
          <p:nvPr/>
        </p:nvGrpSpPr>
        <p:grpSpPr>
          <a:xfrm>
            <a:off x="411164" y="1480665"/>
            <a:ext cx="5380036" cy="1783080"/>
            <a:chOff x="411163" y="2240280"/>
            <a:chExt cx="6446837" cy="2377440"/>
          </a:xfrm>
        </p:grpSpPr>
        <p:sp>
          <p:nvSpPr>
            <p:cNvPr id="34" name="Google Shape;34;p3"/>
            <p:cNvSpPr/>
            <p:nvPr/>
          </p:nvSpPr>
          <p:spPr>
            <a:xfrm>
              <a:off x="411163" y="2240280"/>
              <a:ext cx="6446837" cy="2377440"/>
            </a:xfrm>
            <a:prstGeom prst="rect">
              <a:avLst/>
            </a:prstGeom>
            <a:noFill/>
            <a:ln w="19050" cap="flat" cmpd="sng">
              <a:solidFill>
                <a:srgbClr val="FFCC0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200" b="0" i="0" u="none" strike="noStrike" cap="none">
                <a:solidFill>
                  <a:schemeClr val="lt1"/>
                </a:solidFill>
                <a:latin typeface="Arial"/>
                <a:ea typeface="Arial"/>
                <a:cs typeface="Arial"/>
                <a:sym typeface="Arial"/>
              </a:endParaRPr>
            </a:p>
          </p:txBody>
        </p:sp>
        <p:cxnSp>
          <p:nvCxnSpPr>
            <p:cNvPr id="35" name="Google Shape;35;p3"/>
            <p:cNvCxnSpPr/>
            <p:nvPr/>
          </p:nvCxnSpPr>
          <p:spPr>
            <a:xfrm>
              <a:off x="411163" y="3931920"/>
              <a:ext cx="6446837" cy="0"/>
            </a:xfrm>
            <a:prstGeom prst="straightConnector1">
              <a:avLst/>
            </a:prstGeom>
            <a:noFill/>
            <a:ln w="19050" cap="flat" cmpd="sng">
              <a:solidFill>
                <a:srgbClr val="FFCC01"/>
              </a:solidFill>
              <a:prstDash val="solid"/>
              <a:miter lim="800000"/>
              <a:headEnd type="none" w="sm" len="sm"/>
              <a:tailEnd type="none" w="sm" len="sm"/>
            </a:ln>
          </p:spPr>
        </p:cxnSp>
        <p:cxnSp>
          <p:nvCxnSpPr>
            <p:cNvPr id="36" name="Google Shape;36;p3"/>
            <p:cNvCxnSpPr/>
            <p:nvPr/>
          </p:nvCxnSpPr>
          <p:spPr>
            <a:xfrm>
              <a:off x="4274795" y="3931920"/>
              <a:ext cx="0" cy="685800"/>
            </a:xfrm>
            <a:prstGeom prst="straightConnector1">
              <a:avLst/>
            </a:prstGeom>
            <a:noFill/>
            <a:ln w="19050" cap="flat" cmpd="sng">
              <a:solidFill>
                <a:srgbClr val="FFCC01"/>
              </a:solidFill>
              <a:prstDash val="solid"/>
              <a:miter lim="800000"/>
              <a:headEnd type="none" w="sm" len="sm"/>
              <a:tailEnd type="none" w="sm" len="sm"/>
            </a:ln>
          </p:spPr>
        </p:cxnSp>
      </p:grpSp>
      <p:sp>
        <p:nvSpPr>
          <p:cNvPr id="37" name="Google Shape;37;p3"/>
          <p:cNvSpPr txBox="1">
            <a:spLocks noGrp="1"/>
          </p:cNvSpPr>
          <p:nvPr>
            <p:ph type="ctrTitle"/>
          </p:nvPr>
        </p:nvSpPr>
        <p:spPr>
          <a:xfrm>
            <a:off x="685801" y="1652115"/>
            <a:ext cx="4822031" cy="99441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2700"/>
              <a:buFont typeface="Arial"/>
              <a:buNone/>
              <a:defRPr sz="27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3"/>
          <p:cNvSpPr txBox="1">
            <a:spLocks noGrp="1"/>
          </p:cNvSpPr>
          <p:nvPr>
            <p:ph type="subTitle" idx="14"/>
          </p:nvPr>
        </p:nvSpPr>
        <p:spPr>
          <a:xfrm>
            <a:off x="685801" y="2838549"/>
            <a:ext cx="2674143" cy="342900"/>
          </a:xfrm>
          <a:prstGeom prst="rect">
            <a:avLst/>
          </a:prstGeom>
          <a:noFill/>
          <a:ln>
            <a:noFill/>
          </a:ln>
        </p:spPr>
        <p:txBody>
          <a:bodyPr spcFirstLastPara="1" wrap="square" lIns="0" tIns="0" rIns="0" bIns="0" anchor="ctr" anchorCtr="0">
            <a:noAutofit/>
          </a:bodyPr>
          <a:lstStyle>
            <a:lvl1pPr lvl="0" algn="l">
              <a:lnSpc>
                <a:spcPct val="95000"/>
              </a:lnSpc>
              <a:spcBef>
                <a:spcPts val="0"/>
              </a:spcBef>
              <a:spcAft>
                <a:spcPts val="0"/>
              </a:spcAft>
              <a:buClr>
                <a:schemeClr val="lt2"/>
              </a:buClr>
              <a:buSzPts val="900"/>
              <a:buNone/>
              <a:defRPr sz="900" b="1">
                <a:solidFill>
                  <a:schemeClr val="lt2"/>
                </a:solidFill>
              </a:defRPr>
            </a:lvl1pPr>
            <a:lvl2pPr lvl="1" algn="l">
              <a:lnSpc>
                <a:spcPct val="95000"/>
              </a:lnSpc>
              <a:spcBef>
                <a:spcPts val="0"/>
              </a:spcBef>
              <a:spcAft>
                <a:spcPts val="0"/>
              </a:spcAft>
              <a:buClr>
                <a:schemeClr val="lt2"/>
              </a:buClr>
              <a:buSzPts val="900"/>
              <a:buNone/>
              <a:defRPr sz="900" b="1">
                <a:solidFill>
                  <a:schemeClr val="lt2"/>
                </a:solidFill>
              </a:defRPr>
            </a:lvl2pPr>
            <a:lvl3pPr lvl="2" algn="l">
              <a:lnSpc>
                <a:spcPct val="95000"/>
              </a:lnSpc>
              <a:spcBef>
                <a:spcPts val="0"/>
              </a:spcBef>
              <a:spcAft>
                <a:spcPts val="0"/>
              </a:spcAft>
              <a:buClr>
                <a:schemeClr val="lt2"/>
              </a:buClr>
              <a:buSzPts val="900"/>
              <a:buNone/>
              <a:defRPr sz="900" b="1">
                <a:solidFill>
                  <a:schemeClr val="lt2"/>
                </a:solidFill>
              </a:defRPr>
            </a:lvl3pPr>
            <a:lvl4pPr lvl="3" algn="l">
              <a:lnSpc>
                <a:spcPct val="95000"/>
              </a:lnSpc>
              <a:spcBef>
                <a:spcPts val="0"/>
              </a:spcBef>
              <a:spcAft>
                <a:spcPts val="0"/>
              </a:spcAft>
              <a:buClr>
                <a:schemeClr val="lt2"/>
              </a:buClr>
              <a:buSzPts val="900"/>
              <a:buNone/>
              <a:defRPr sz="900" b="1">
                <a:solidFill>
                  <a:schemeClr val="lt2"/>
                </a:solidFill>
              </a:defRPr>
            </a:lvl4pPr>
            <a:lvl5pPr lvl="4" algn="l">
              <a:lnSpc>
                <a:spcPct val="95000"/>
              </a:lnSpc>
              <a:spcBef>
                <a:spcPts val="0"/>
              </a:spcBef>
              <a:spcAft>
                <a:spcPts val="0"/>
              </a:spcAft>
              <a:buClr>
                <a:schemeClr val="lt2"/>
              </a:buClr>
              <a:buSzPts val="900"/>
              <a:buNone/>
              <a:defRPr sz="900" b="1">
                <a:solidFill>
                  <a:schemeClr val="lt2"/>
                </a:solidFill>
              </a:defRPr>
            </a:lvl5pPr>
            <a:lvl6pPr lvl="5" algn="l">
              <a:lnSpc>
                <a:spcPct val="95000"/>
              </a:lnSpc>
              <a:spcBef>
                <a:spcPts val="0"/>
              </a:spcBef>
              <a:spcAft>
                <a:spcPts val="0"/>
              </a:spcAft>
              <a:buClr>
                <a:schemeClr val="lt2"/>
              </a:buClr>
              <a:buSzPts val="900"/>
              <a:buNone/>
              <a:defRPr sz="900" b="1">
                <a:solidFill>
                  <a:schemeClr val="lt2"/>
                </a:solidFill>
              </a:defRPr>
            </a:lvl6pPr>
            <a:lvl7pPr lvl="6" algn="l">
              <a:lnSpc>
                <a:spcPct val="95000"/>
              </a:lnSpc>
              <a:spcBef>
                <a:spcPts val="0"/>
              </a:spcBef>
              <a:spcAft>
                <a:spcPts val="0"/>
              </a:spcAft>
              <a:buClr>
                <a:schemeClr val="lt2"/>
              </a:buClr>
              <a:buSzPts val="900"/>
              <a:buNone/>
              <a:defRPr sz="900" b="1">
                <a:solidFill>
                  <a:schemeClr val="lt2"/>
                </a:solidFill>
              </a:defRPr>
            </a:lvl7pPr>
            <a:lvl8pPr lvl="7" algn="l">
              <a:lnSpc>
                <a:spcPct val="95000"/>
              </a:lnSpc>
              <a:spcBef>
                <a:spcPts val="0"/>
              </a:spcBef>
              <a:spcAft>
                <a:spcPts val="0"/>
              </a:spcAft>
              <a:buClr>
                <a:schemeClr val="lt2"/>
              </a:buClr>
              <a:buSzPts val="900"/>
              <a:buNone/>
              <a:defRPr sz="900" b="1">
                <a:solidFill>
                  <a:schemeClr val="lt2"/>
                </a:solidFill>
              </a:defRPr>
            </a:lvl8pPr>
            <a:lvl9pPr lvl="8" algn="l">
              <a:lnSpc>
                <a:spcPct val="95000"/>
              </a:lnSpc>
              <a:spcBef>
                <a:spcPts val="0"/>
              </a:spcBef>
              <a:spcAft>
                <a:spcPts val="0"/>
              </a:spcAft>
              <a:buClr>
                <a:schemeClr val="lt2"/>
              </a:buClr>
              <a:buSzPts val="900"/>
              <a:buNone/>
              <a:defRPr sz="900" b="1">
                <a:solidFill>
                  <a:schemeClr val="lt2"/>
                </a:solidFill>
              </a:defRPr>
            </a:lvl9pPr>
          </a:lstStyle>
          <a:p>
            <a:endParaRPr/>
          </a:p>
        </p:txBody>
      </p:sp>
      <p:sp>
        <p:nvSpPr>
          <p:cNvPr id="39" name="Google Shape;39;p3"/>
          <p:cNvSpPr txBox="1">
            <a:spLocks noGrp="1"/>
          </p:cNvSpPr>
          <p:nvPr>
            <p:ph type="body" idx="15"/>
          </p:nvPr>
        </p:nvSpPr>
        <p:spPr>
          <a:xfrm>
            <a:off x="3909060" y="2838549"/>
            <a:ext cx="1598771" cy="342900"/>
          </a:xfrm>
          <a:prstGeom prst="rect">
            <a:avLst/>
          </a:prstGeom>
          <a:noFill/>
          <a:ln>
            <a:noFill/>
          </a:ln>
        </p:spPr>
        <p:txBody>
          <a:bodyPr spcFirstLastPara="1" wrap="square" lIns="0" tIns="0" rIns="0" bIns="0" anchor="ctr" anchorCtr="0">
            <a:noAutofit/>
          </a:bodyPr>
          <a:lstStyle>
            <a:lvl1pPr marL="457200" lvl="0" indent="-228600" algn="ctr">
              <a:lnSpc>
                <a:spcPct val="80000"/>
              </a:lnSpc>
              <a:spcBef>
                <a:spcPts val="0"/>
              </a:spcBef>
              <a:spcAft>
                <a:spcPts val="0"/>
              </a:spcAft>
              <a:buClr>
                <a:schemeClr val="lt2"/>
              </a:buClr>
              <a:buSzPts val="1050"/>
              <a:buFont typeface="Arial"/>
              <a:buNone/>
              <a:defRPr sz="1050" b="1" cap="none">
                <a:solidFill>
                  <a:schemeClr val="lt2"/>
                </a:solidFill>
              </a:defRPr>
            </a:lvl1pPr>
            <a:lvl2pPr marL="914400" lvl="1" indent="-228600" algn="ctr">
              <a:lnSpc>
                <a:spcPct val="80000"/>
              </a:lnSpc>
              <a:spcBef>
                <a:spcPts val="0"/>
              </a:spcBef>
              <a:spcAft>
                <a:spcPts val="0"/>
              </a:spcAft>
              <a:buClr>
                <a:schemeClr val="lt2"/>
              </a:buClr>
              <a:buSzPts val="1050"/>
              <a:buFont typeface="Arial"/>
              <a:buNone/>
              <a:defRPr sz="1050" b="1" cap="none">
                <a:solidFill>
                  <a:schemeClr val="lt2"/>
                </a:solidFill>
              </a:defRPr>
            </a:lvl2pPr>
            <a:lvl3pPr marL="1371600" lvl="2" indent="-228600" algn="ctr">
              <a:lnSpc>
                <a:spcPct val="80000"/>
              </a:lnSpc>
              <a:spcBef>
                <a:spcPts val="0"/>
              </a:spcBef>
              <a:spcAft>
                <a:spcPts val="0"/>
              </a:spcAft>
              <a:buClr>
                <a:schemeClr val="lt2"/>
              </a:buClr>
              <a:buSzPts val="1050"/>
              <a:buFont typeface="Arial"/>
              <a:buNone/>
              <a:defRPr sz="1050" b="1" cap="none">
                <a:solidFill>
                  <a:schemeClr val="lt2"/>
                </a:solidFill>
              </a:defRPr>
            </a:lvl3pPr>
            <a:lvl4pPr marL="1828800" lvl="3" indent="-228600" algn="ctr">
              <a:lnSpc>
                <a:spcPct val="80000"/>
              </a:lnSpc>
              <a:spcBef>
                <a:spcPts val="0"/>
              </a:spcBef>
              <a:spcAft>
                <a:spcPts val="0"/>
              </a:spcAft>
              <a:buClr>
                <a:schemeClr val="lt2"/>
              </a:buClr>
              <a:buSzPts val="1050"/>
              <a:buFont typeface="Arial"/>
              <a:buNone/>
              <a:defRPr sz="1050" b="1" cap="none">
                <a:solidFill>
                  <a:schemeClr val="lt2"/>
                </a:solidFill>
              </a:defRPr>
            </a:lvl4pPr>
            <a:lvl5pPr marL="2286000" lvl="4" indent="-228600" algn="ctr">
              <a:lnSpc>
                <a:spcPct val="80000"/>
              </a:lnSpc>
              <a:spcBef>
                <a:spcPts val="0"/>
              </a:spcBef>
              <a:spcAft>
                <a:spcPts val="0"/>
              </a:spcAft>
              <a:buClr>
                <a:schemeClr val="lt2"/>
              </a:buClr>
              <a:buSzPts val="1050"/>
              <a:buFont typeface="Arial"/>
              <a:buNone/>
              <a:defRPr sz="1050" b="1" cap="none">
                <a:solidFill>
                  <a:schemeClr val="lt2"/>
                </a:solidFill>
              </a:defRPr>
            </a:lvl5pPr>
            <a:lvl6pPr marL="2743200" lvl="5" indent="-228600" algn="ctr">
              <a:lnSpc>
                <a:spcPct val="80000"/>
              </a:lnSpc>
              <a:spcBef>
                <a:spcPts val="0"/>
              </a:spcBef>
              <a:spcAft>
                <a:spcPts val="0"/>
              </a:spcAft>
              <a:buClr>
                <a:schemeClr val="lt2"/>
              </a:buClr>
              <a:buSzPts val="1050"/>
              <a:buFont typeface="Arial"/>
              <a:buNone/>
              <a:defRPr sz="1050" b="1" cap="none">
                <a:solidFill>
                  <a:schemeClr val="lt2"/>
                </a:solidFill>
              </a:defRPr>
            </a:lvl6pPr>
            <a:lvl7pPr marL="3200400" lvl="6" indent="-228600" algn="ctr">
              <a:lnSpc>
                <a:spcPct val="80000"/>
              </a:lnSpc>
              <a:spcBef>
                <a:spcPts val="0"/>
              </a:spcBef>
              <a:spcAft>
                <a:spcPts val="0"/>
              </a:spcAft>
              <a:buClr>
                <a:schemeClr val="lt2"/>
              </a:buClr>
              <a:buSzPts val="1050"/>
              <a:buFont typeface="Arial"/>
              <a:buNone/>
              <a:defRPr sz="1050" b="1" cap="none">
                <a:solidFill>
                  <a:schemeClr val="lt2"/>
                </a:solidFill>
              </a:defRPr>
            </a:lvl7pPr>
            <a:lvl8pPr marL="3657600" lvl="7" indent="-228600" algn="ctr">
              <a:lnSpc>
                <a:spcPct val="80000"/>
              </a:lnSpc>
              <a:spcBef>
                <a:spcPts val="0"/>
              </a:spcBef>
              <a:spcAft>
                <a:spcPts val="0"/>
              </a:spcAft>
              <a:buClr>
                <a:schemeClr val="lt2"/>
              </a:buClr>
              <a:buSzPts val="1050"/>
              <a:buFont typeface="Arial"/>
              <a:buNone/>
              <a:defRPr sz="1050" b="1" cap="none">
                <a:solidFill>
                  <a:schemeClr val="lt2"/>
                </a:solidFill>
              </a:defRPr>
            </a:lvl8pPr>
            <a:lvl9pPr marL="4114800" lvl="8" indent="-228600" algn="ctr">
              <a:lnSpc>
                <a:spcPct val="80000"/>
              </a:lnSpc>
              <a:spcBef>
                <a:spcPts val="0"/>
              </a:spcBef>
              <a:spcAft>
                <a:spcPts val="0"/>
              </a:spcAft>
              <a:buClr>
                <a:schemeClr val="lt2"/>
              </a:buClr>
              <a:buSzPts val="1050"/>
              <a:buFont typeface="Arial"/>
              <a:buNone/>
              <a:defRPr sz="1050" b="1" cap="none">
                <a:solidFill>
                  <a:schemeClr val="lt2"/>
                </a:solidFill>
              </a:defRPr>
            </a:lvl9pPr>
          </a:lstStyle>
          <a:p>
            <a:endParaRPr/>
          </a:p>
        </p:txBody>
      </p:sp>
      <p:sp>
        <p:nvSpPr>
          <p:cNvPr id="40" name="Google Shape;40;p3"/>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
        <p:nvSpPr>
          <p:cNvPr id="41" name="Google Shape;41;p3"/>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 White">
  <p:cSld name="Title Slide - White">
    <p:bg>
      <p:bgPr>
        <a:solidFill>
          <a:schemeClr val="lt1"/>
        </a:solidFill>
        <a:effectLst/>
      </p:bgPr>
    </p:bg>
    <p:spTree>
      <p:nvGrpSpPr>
        <p:cNvPr id="1" name="Shape 42"/>
        <p:cNvGrpSpPr/>
        <p:nvPr/>
      </p:nvGrpSpPr>
      <p:grpSpPr>
        <a:xfrm>
          <a:off x="0" y="0"/>
          <a:ext cx="0" cy="0"/>
          <a:chOff x="0" y="0"/>
          <a:chExt cx="0" cy="0"/>
        </a:xfrm>
      </p:grpSpPr>
      <p:sp>
        <p:nvSpPr>
          <p:cNvPr id="43" name="Google Shape;43;p4"/>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4"/>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pic>
        <p:nvPicPr>
          <p:cNvPr id="45" name="Google Shape;45;p4" descr="U.S. Army"/>
          <p:cNvPicPr preferRelativeResize="0"/>
          <p:nvPr/>
        </p:nvPicPr>
        <p:blipFill rotWithShape="1">
          <a:blip r:embed="rId2">
            <a:alphaModFix/>
          </a:blip>
          <a:srcRect/>
          <a:stretch/>
        </p:blipFill>
        <p:spPr>
          <a:xfrm>
            <a:off x="135668" y="78731"/>
            <a:ext cx="2434590" cy="919356"/>
          </a:xfrm>
          <a:prstGeom prst="rect">
            <a:avLst/>
          </a:prstGeom>
          <a:noFill/>
          <a:ln>
            <a:noFill/>
          </a:ln>
        </p:spPr>
      </p:pic>
      <p:sp>
        <p:nvSpPr>
          <p:cNvPr id="46" name="Google Shape;46;p4"/>
          <p:cNvSpPr txBox="1">
            <a:spLocks noGrp="1"/>
          </p:cNvSpPr>
          <p:nvPr>
            <p:ph type="body" idx="1"/>
          </p:nvPr>
        </p:nvSpPr>
        <p:spPr>
          <a:xfrm>
            <a:off x="410766" y="3850148"/>
            <a:ext cx="1001676"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47" name="Google Shape;47;p4"/>
          <p:cNvSpPr txBox="1">
            <a:spLocks noGrp="1"/>
          </p:cNvSpPr>
          <p:nvPr>
            <p:ph type="body" idx="2"/>
          </p:nvPr>
        </p:nvSpPr>
        <p:spPr>
          <a:xfrm>
            <a:off x="410766" y="3714554"/>
            <a:ext cx="1001676"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48" name="Google Shape;48;p4"/>
          <p:cNvSpPr txBox="1">
            <a:spLocks noGrp="1"/>
          </p:cNvSpPr>
          <p:nvPr>
            <p:ph type="body" idx="3"/>
          </p:nvPr>
        </p:nvSpPr>
        <p:spPr>
          <a:xfrm>
            <a:off x="410766" y="3985742"/>
            <a:ext cx="1001676"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49" name="Google Shape;49;p4"/>
          <p:cNvSpPr txBox="1">
            <a:spLocks noGrp="1"/>
          </p:cNvSpPr>
          <p:nvPr>
            <p:ph type="body" idx="4"/>
          </p:nvPr>
        </p:nvSpPr>
        <p:spPr>
          <a:xfrm>
            <a:off x="410766" y="4121336"/>
            <a:ext cx="1001676"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0" name="Google Shape;50;p4"/>
          <p:cNvSpPr txBox="1">
            <a:spLocks noGrp="1"/>
          </p:cNvSpPr>
          <p:nvPr>
            <p:ph type="body" idx="5"/>
          </p:nvPr>
        </p:nvSpPr>
        <p:spPr>
          <a:xfrm>
            <a:off x="410766" y="4256930"/>
            <a:ext cx="1001676"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1" name="Google Shape;51;p4"/>
          <p:cNvSpPr txBox="1">
            <a:spLocks noGrp="1"/>
          </p:cNvSpPr>
          <p:nvPr>
            <p:ph type="body" idx="6"/>
          </p:nvPr>
        </p:nvSpPr>
        <p:spPr>
          <a:xfrm>
            <a:off x="1485900" y="3850148"/>
            <a:ext cx="2343701"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2" name="Google Shape;52;p4"/>
          <p:cNvSpPr txBox="1">
            <a:spLocks noGrp="1"/>
          </p:cNvSpPr>
          <p:nvPr>
            <p:ph type="body" idx="7"/>
          </p:nvPr>
        </p:nvSpPr>
        <p:spPr>
          <a:xfrm>
            <a:off x="1485900" y="3714554"/>
            <a:ext cx="2343701"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3" name="Google Shape;53;p4"/>
          <p:cNvSpPr txBox="1">
            <a:spLocks noGrp="1"/>
          </p:cNvSpPr>
          <p:nvPr>
            <p:ph type="body" idx="8"/>
          </p:nvPr>
        </p:nvSpPr>
        <p:spPr>
          <a:xfrm>
            <a:off x="1485900" y="3985742"/>
            <a:ext cx="2343701"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4" name="Google Shape;54;p4"/>
          <p:cNvSpPr txBox="1">
            <a:spLocks noGrp="1"/>
          </p:cNvSpPr>
          <p:nvPr>
            <p:ph type="body" idx="9"/>
          </p:nvPr>
        </p:nvSpPr>
        <p:spPr>
          <a:xfrm>
            <a:off x="1485900" y="4121336"/>
            <a:ext cx="2343701"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5" name="Google Shape;55;p4"/>
          <p:cNvSpPr txBox="1">
            <a:spLocks noGrp="1"/>
          </p:cNvSpPr>
          <p:nvPr>
            <p:ph type="body" idx="13"/>
          </p:nvPr>
        </p:nvSpPr>
        <p:spPr>
          <a:xfrm>
            <a:off x="1485900" y="4256930"/>
            <a:ext cx="2343701"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grpSp>
        <p:nvGrpSpPr>
          <p:cNvPr id="56" name="Google Shape;56;p4"/>
          <p:cNvGrpSpPr/>
          <p:nvPr/>
        </p:nvGrpSpPr>
        <p:grpSpPr>
          <a:xfrm>
            <a:off x="411164" y="1480665"/>
            <a:ext cx="5380037" cy="1783080"/>
            <a:chOff x="411163" y="2240280"/>
            <a:chExt cx="6446837" cy="2377440"/>
          </a:xfrm>
        </p:grpSpPr>
        <p:sp>
          <p:nvSpPr>
            <p:cNvPr id="57" name="Google Shape;57;p4"/>
            <p:cNvSpPr/>
            <p:nvPr/>
          </p:nvSpPr>
          <p:spPr>
            <a:xfrm>
              <a:off x="411163" y="2240280"/>
              <a:ext cx="6446837" cy="2377440"/>
            </a:xfrm>
            <a:prstGeom prst="rect">
              <a:avLst/>
            </a:prstGeom>
            <a:noFill/>
            <a:ln w="19050" cap="flat" cmpd="sng">
              <a:solidFill>
                <a:srgbClr val="221F2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200" b="0" i="0" u="none" strike="noStrike" cap="none">
                <a:solidFill>
                  <a:schemeClr val="lt1"/>
                </a:solidFill>
                <a:latin typeface="Arial"/>
                <a:ea typeface="Arial"/>
                <a:cs typeface="Arial"/>
                <a:sym typeface="Arial"/>
              </a:endParaRPr>
            </a:p>
          </p:txBody>
        </p:sp>
        <p:cxnSp>
          <p:nvCxnSpPr>
            <p:cNvPr id="58" name="Google Shape;58;p4"/>
            <p:cNvCxnSpPr/>
            <p:nvPr/>
          </p:nvCxnSpPr>
          <p:spPr>
            <a:xfrm>
              <a:off x="411163" y="3931920"/>
              <a:ext cx="6446837" cy="0"/>
            </a:xfrm>
            <a:prstGeom prst="straightConnector1">
              <a:avLst/>
            </a:prstGeom>
            <a:noFill/>
            <a:ln w="19050" cap="flat" cmpd="sng">
              <a:solidFill>
                <a:srgbClr val="221F20"/>
              </a:solidFill>
              <a:prstDash val="solid"/>
              <a:miter lim="800000"/>
              <a:headEnd type="none" w="sm" len="sm"/>
              <a:tailEnd type="none" w="sm" len="sm"/>
            </a:ln>
          </p:spPr>
        </p:cxnSp>
        <p:cxnSp>
          <p:nvCxnSpPr>
            <p:cNvPr id="59" name="Google Shape;59;p4"/>
            <p:cNvCxnSpPr/>
            <p:nvPr/>
          </p:nvCxnSpPr>
          <p:spPr>
            <a:xfrm>
              <a:off x="4272796" y="3931920"/>
              <a:ext cx="0" cy="685800"/>
            </a:xfrm>
            <a:prstGeom prst="straightConnector1">
              <a:avLst/>
            </a:prstGeom>
            <a:noFill/>
            <a:ln w="19050" cap="flat" cmpd="sng">
              <a:solidFill>
                <a:srgbClr val="221F20"/>
              </a:solidFill>
              <a:prstDash val="solid"/>
              <a:miter lim="800000"/>
              <a:headEnd type="none" w="sm" len="sm"/>
              <a:tailEnd type="none" w="sm" len="sm"/>
            </a:ln>
          </p:spPr>
        </p:cxnSp>
      </p:grpSp>
      <p:sp>
        <p:nvSpPr>
          <p:cNvPr id="60" name="Google Shape;60;p4"/>
          <p:cNvSpPr txBox="1">
            <a:spLocks noGrp="1"/>
          </p:cNvSpPr>
          <p:nvPr>
            <p:ph type="ctrTitle"/>
          </p:nvPr>
        </p:nvSpPr>
        <p:spPr>
          <a:xfrm>
            <a:off x="685800" y="1652115"/>
            <a:ext cx="4822031" cy="99441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2700"/>
              <a:buFont typeface="Arial"/>
              <a:buNone/>
              <a:defRPr sz="27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4"/>
          <p:cNvSpPr txBox="1">
            <a:spLocks noGrp="1"/>
          </p:cNvSpPr>
          <p:nvPr>
            <p:ph type="subTitle" idx="14"/>
          </p:nvPr>
        </p:nvSpPr>
        <p:spPr>
          <a:xfrm>
            <a:off x="685800" y="2838549"/>
            <a:ext cx="2674144" cy="342900"/>
          </a:xfrm>
          <a:prstGeom prst="rect">
            <a:avLst/>
          </a:prstGeom>
          <a:noFill/>
          <a:ln>
            <a:noFill/>
          </a:ln>
        </p:spPr>
        <p:txBody>
          <a:bodyPr spcFirstLastPara="1" wrap="square" lIns="0" tIns="0" rIns="0" bIns="0" anchor="ctr" anchorCtr="0">
            <a:noAutofit/>
          </a:bodyPr>
          <a:lstStyle>
            <a:lvl1pPr lvl="0" algn="l">
              <a:lnSpc>
                <a:spcPct val="95000"/>
              </a:lnSpc>
              <a:spcBef>
                <a:spcPts val="0"/>
              </a:spcBef>
              <a:spcAft>
                <a:spcPts val="0"/>
              </a:spcAft>
              <a:buClr>
                <a:schemeClr val="dk2"/>
              </a:buClr>
              <a:buSzPts val="900"/>
              <a:buNone/>
              <a:defRPr sz="900" b="1">
                <a:solidFill>
                  <a:schemeClr val="dk2"/>
                </a:solidFill>
              </a:defRPr>
            </a:lvl1pPr>
            <a:lvl2pPr lvl="1" algn="l">
              <a:lnSpc>
                <a:spcPct val="95000"/>
              </a:lnSpc>
              <a:spcBef>
                <a:spcPts val="0"/>
              </a:spcBef>
              <a:spcAft>
                <a:spcPts val="0"/>
              </a:spcAft>
              <a:buClr>
                <a:schemeClr val="dk2"/>
              </a:buClr>
              <a:buSzPts val="900"/>
              <a:buNone/>
              <a:defRPr sz="900" b="1">
                <a:solidFill>
                  <a:schemeClr val="dk2"/>
                </a:solidFill>
              </a:defRPr>
            </a:lvl2pPr>
            <a:lvl3pPr lvl="2" algn="l">
              <a:lnSpc>
                <a:spcPct val="95000"/>
              </a:lnSpc>
              <a:spcBef>
                <a:spcPts val="0"/>
              </a:spcBef>
              <a:spcAft>
                <a:spcPts val="0"/>
              </a:spcAft>
              <a:buClr>
                <a:schemeClr val="dk2"/>
              </a:buClr>
              <a:buSzPts val="900"/>
              <a:buNone/>
              <a:defRPr sz="900" b="1">
                <a:solidFill>
                  <a:schemeClr val="dk2"/>
                </a:solidFill>
              </a:defRPr>
            </a:lvl3pPr>
            <a:lvl4pPr lvl="3" algn="l">
              <a:lnSpc>
                <a:spcPct val="95000"/>
              </a:lnSpc>
              <a:spcBef>
                <a:spcPts val="0"/>
              </a:spcBef>
              <a:spcAft>
                <a:spcPts val="0"/>
              </a:spcAft>
              <a:buClr>
                <a:schemeClr val="dk2"/>
              </a:buClr>
              <a:buSzPts val="900"/>
              <a:buNone/>
              <a:defRPr sz="900" b="1">
                <a:solidFill>
                  <a:schemeClr val="dk2"/>
                </a:solidFill>
              </a:defRPr>
            </a:lvl4pPr>
            <a:lvl5pPr lvl="4" algn="l">
              <a:lnSpc>
                <a:spcPct val="95000"/>
              </a:lnSpc>
              <a:spcBef>
                <a:spcPts val="0"/>
              </a:spcBef>
              <a:spcAft>
                <a:spcPts val="0"/>
              </a:spcAft>
              <a:buClr>
                <a:schemeClr val="dk2"/>
              </a:buClr>
              <a:buSzPts val="900"/>
              <a:buNone/>
              <a:defRPr sz="900" b="1">
                <a:solidFill>
                  <a:schemeClr val="dk2"/>
                </a:solidFill>
              </a:defRPr>
            </a:lvl5pPr>
            <a:lvl6pPr lvl="5" algn="l">
              <a:lnSpc>
                <a:spcPct val="95000"/>
              </a:lnSpc>
              <a:spcBef>
                <a:spcPts val="0"/>
              </a:spcBef>
              <a:spcAft>
                <a:spcPts val="0"/>
              </a:spcAft>
              <a:buClr>
                <a:schemeClr val="dk2"/>
              </a:buClr>
              <a:buSzPts val="900"/>
              <a:buNone/>
              <a:defRPr sz="900" b="1">
                <a:solidFill>
                  <a:schemeClr val="dk2"/>
                </a:solidFill>
              </a:defRPr>
            </a:lvl6pPr>
            <a:lvl7pPr lvl="6" algn="l">
              <a:lnSpc>
                <a:spcPct val="95000"/>
              </a:lnSpc>
              <a:spcBef>
                <a:spcPts val="0"/>
              </a:spcBef>
              <a:spcAft>
                <a:spcPts val="0"/>
              </a:spcAft>
              <a:buClr>
                <a:schemeClr val="dk2"/>
              </a:buClr>
              <a:buSzPts val="900"/>
              <a:buNone/>
              <a:defRPr sz="900" b="1">
                <a:solidFill>
                  <a:schemeClr val="dk2"/>
                </a:solidFill>
              </a:defRPr>
            </a:lvl7pPr>
            <a:lvl8pPr lvl="7" algn="l">
              <a:lnSpc>
                <a:spcPct val="95000"/>
              </a:lnSpc>
              <a:spcBef>
                <a:spcPts val="0"/>
              </a:spcBef>
              <a:spcAft>
                <a:spcPts val="0"/>
              </a:spcAft>
              <a:buClr>
                <a:schemeClr val="dk2"/>
              </a:buClr>
              <a:buSzPts val="900"/>
              <a:buNone/>
              <a:defRPr sz="900" b="1">
                <a:solidFill>
                  <a:schemeClr val="dk2"/>
                </a:solidFill>
              </a:defRPr>
            </a:lvl8pPr>
            <a:lvl9pPr lvl="8" algn="l">
              <a:lnSpc>
                <a:spcPct val="95000"/>
              </a:lnSpc>
              <a:spcBef>
                <a:spcPts val="0"/>
              </a:spcBef>
              <a:spcAft>
                <a:spcPts val="0"/>
              </a:spcAft>
              <a:buClr>
                <a:schemeClr val="dk2"/>
              </a:buClr>
              <a:buSzPts val="900"/>
              <a:buNone/>
              <a:defRPr sz="900" b="1">
                <a:solidFill>
                  <a:schemeClr val="dk2"/>
                </a:solidFill>
              </a:defRPr>
            </a:lvl9pPr>
          </a:lstStyle>
          <a:p>
            <a:endParaRPr/>
          </a:p>
        </p:txBody>
      </p:sp>
      <p:sp>
        <p:nvSpPr>
          <p:cNvPr id="62" name="Google Shape;62;p4"/>
          <p:cNvSpPr txBox="1">
            <a:spLocks noGrp="1"/>
          </p:cNvSpPr>
          <p:nvPr>
            <p:ph type="body" idx="15"/>
          </p:nvPr>
        </p:nvSpPr>
        <p:spPr>
          <a:xfrm>
            <a:off x="3909060" y="2838549"/>
            <a:ext cx="1598771" cy="342900"/>
          </a:xfrm>
          <a:prstGeom prst="rect">
            <a:avLst/>
          </a:prstGeom>
          <a:noFill/>
          <a:ln>
            <a:noFill/>
          </a:ln>
        </p:spPr>
        <p:txBody>
          <a:bodyPr spcFirstLastPara="1" wrap="square" lIns="0" tIns="0" rIns="0" bIns="0" anchor="ctr" anchorCtr="0">
            <a:noAutofit/>
          </a:bodyPr>
          <a:lstStyle>
            <a:lvl1pPr marL="457200" lvl="0" indent="-228600" algn="ctr">
              <a:lnSpc>
                <a:spcPct val="80000"/>
              </a:lnSpc>
              <a:spcBef>
                <a:spcPts val="0"/>
              </a:spcBef>
              <a:spcAft>
                <a:spcPts val="0"/>
              </a:spcAft>
              <a:buClr>
                <a:schemeClr val="dk2"/>
              </a:buClr>
              <a:buSzPts val="1050"/>
              <a:buFont typeface="Arial"/>
              <a:buNone/>
              <a:defRPr sz="1050" b="1" cap="none">
                <a:solidFill>
                  <a:schemeClr val="dk2"/>
                </a:solidFill>
              </a:defRPr>
            </a:lvl1pPr>
            <a:lvl2pPr marL="914400" lvl="1" indent="-228600" algn="ctr">
              <a:lnSpc>
                <a:spcPct val="80000"/>
              </a:lnSpc>
              <a:spcBef>
                <a:spcPts val="0"/>
              </a:spcBef>
              <a:spcAft>
                <a:spcPts val="0"/>
              </a:spcAft>
              <a:buClr>
                <a:schemeClr val="dk2"/>
              </a:buClr>
              <a:buSzPts val="1050"/>
              <a:buFont typeface="Arial"/>
              <a:buNone/>
              <a:defRPr sz="1050" b="1" cap="none">
                <a:solidFill>
                  <a:schemeClr val="dk2"/>
                </a:solidFill>
              </a:defRPr>
            </a:lvl2pPr>
            <a:lvl3pPr marL="1371600" lvl="2" indent="-228600" algn="ctr">
              <a:lnSpc>
                <a:spcPct val="80000"/>
              </a:lnSpc>
              <a:spcBef>
                <a:spcPts val="0"/>
              </a:spcBef>
              <a:spcAft>
                <a:spcPts val="0"/>
              </a:spcAft>
              <a:buClr>
                <a:schemeClr val="dk2"/>
              </a:buClr>
              <a:buSzPts val="1050"/>
              <a:buFont typeface="Arial"/>
              <a:buNone/>
              <a:defRPr sz="1050" b="1" cap="none">
                <a:solidFill>
                  <a:schemeClr val="dk2"/>
                </a:solidFill>
              </a:defRPr>
            </a:lvl3pPr>
            <a:lvl4pPr marL="1828800" lvl="3" indent="-228600" algn="ctr">
              <a:lnSpc>
                <a:spcPct val="80000"/>
              </a:lnSpc>
              <a:spcBef>
                <a:spcPts val="0"/>
              </a:spcBef>
              <a:spcAft>
                <a:spcPts val="0"/>
              </a:spcAft>
              <a:buClr>
                <a:schemeClr val="dk2"/>
              </a:buClr>
              <a:buSzPts val="1050"/>
              <a:buFont typeface="Arial"/>
              <a:buNone/>
              <a:defRPr sz="1050" b="1" cap="none">
                <a:solidFill>
                  <a:schemeClr val="dk2"/>
                </a:solidFill>
              </a:defRPr>
            </a:lvl4pPr>
            <a:lvl5pPr marL="2286000" lvl="4" indent="-228600" algn="ctr">
              <a:lnSpc>
                <a:spcPct val="80000"/>
              </a:lnSpc>
              <a:spcBef>
                <a:spcPts val="0"/>
              </a:spcBef>
              <a:spcAft>
                <a:spcPts val="0"/>
              </a:spcAft>
              <a:buClr>
                <a:schemeClr val="dk2"/>
              </a:buClr>
              <a:buSzPts val="1050"/>
              <a:buFont typeface="Arial"/>
              <a:buNone/>
              <a:defRPr sz="1050" b="1" cap="none">
                <a:solidFill>
                  <a:schemeClr val="dk2"/>
                </a:solidFill>
              </a:defRPr>
            </a:lvl5pPr>
            <a:lvl6pPr marL="2743200" lvl="5" indent="-228600" algn="ctr">
              <a:lnSpc>
                <a:spcPct val="80000"/>
              </a:lnSpc>
              <a:spcBef>
                <a:spcPts val="0"/>
              </a:spcBef>
              <a:spcAft>
                <a:spcPts val="0"/>
              </a:spcAft>
              <a:buClr>
                <a:schemeClr val="dk2"/>
              </a:buClr>
              <a:buSzPts val="1050"/>
              <a:buFont typeface="Arial"/>
              <a:buNone/>
              <a:defRPr sz="1050" b="1" cap="none">
                <a:solidFill>
                  <a:schemeClr val="dk2"/>
                </a:solidFill>
              </a:defRPr>
            </a:lvl6pPr>
            <a:lvl7pPr marL="3200400" lvl="6" indent="-228600" algn="ctr">
              <a:lnSpc>
                <a:spcPct val="80000"/>
              </a:lnSpc>
              <a:spcBef>
                <a:spcPts val="0"/>
              </a:spcBef>
              <a:spcAft>
                <a:spcPts val="0"/>
              </a:spcAft>
              <a:buClr>
                <a:schemeClr val="dk2"/>
              </a:buClr>
              <a:buSzPts val="1050"/>
              <a:buFont typeface="Arial"/>
              <a:buNone/>
              <a:defRPr sz="1050" b="1" cap="none">
                <a:solidFill>
                  <a:schemeClr val="dk2"/>
                </a:solidFill>
              </a:defRPr>
            </a:lvl7pPr>
            <a:lvl8pPr marL="3657600" lvl="7" indent="-228600" algn="ctr">
              <a:lnSpc>
                <a:spcPct val="80000"/>
              </a:lnSpc>
              <a:spcBef>
                <a:spcPts val="0"/>
              </a:spcBef>
              <a:spcAft>
                <a:spcPts val="0"/>
              </a:spcAft>
              <a:buClr>
                <a:schemeClr val="dk2"/>
              </a:buClr>
              <a:buSzPts val="1050"/>
              <a:buFont typeface="Arial"/>
              <a:buNone/>
              <a:defRPr sz="1050" b="1" cap="none">
                <a:solidFill>
                  <a:schemeClr val="dk2"/>
                </a:solidFill>
              </a:defRPr>
            </a:lvl8pPr>
            <a:lvl9pPr marL="4114800" lvl="8" indent="-228600" algn="ctr">
              <a:lnSpc>
                <a:spcPct val="80000"/>
              </a:lnSpc>
              <a:spcBef>
                <a:spcPts val="0"/>
              </a:spcBef>
              <a:spcAft>
                <a:spcPts val="0"/>
              </a:spcAft>
              <a:buClr>
                <a:schemeClr val="dk2"/>
              </a:buClr>
              <a:buSzPts val="1050"/>
              <a:buFont typeface="Arial"/>
              <a:buNone/>
              <a:defRPr sz="1050" b="1" cap="none">
                <a:solidFill>
                  <a:schemeClr val="dk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Slide - Image">
  <p:cSld name="Title Slide - Image">
    <p:bg>
      <p:bgPr>
        <a:blipFill>
          <a:blip r:embed="rId2">
            <a:alphaModFix/>
          </a:blip>
          <a:stretch>
            <a:fillRect/>
          </a:stretch>
        </a:blipFill>
        <a:effectLst/>
      </p:bgPr>
    </p:bg>
    <p:spTree>
      <p:nvGrpSpPr>
        <p:cNvPr id="1" name="Shape 63"/>
        <p:cNvGrpSpPr/>
        <p:nvPr/>
      </p:nvGrpSpPr>
      <p:grpSpPr>
        <a:xfrm>
          <a:off x="0" y="0"/>
          <a:ext cx="0" cy="0"/>
          <a:chOff x="0" y="0"/>
          <a:chExt cx="0" cy="0"/>
        </a:xfrm>
      </p:grpSpPr>
      <p:sp>
        <p:nvSpPr>
          <p:cNvPr id="64" name="Google Shape;64;p5"/>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5"/>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pic>
        <p:nvPicPr>
          <p:cNvPr id="66" name="Google Shape;66;p5" descr="U.S. Army"/>
          <p:cNvPicPr preferRelativeResize="0"/>
          <p:nvPr/>
        </p:nvPicPr>
        <p:blipFill rotWithShape="1">
          <a:blip r:embed="rId3">
            <a:alphaModFix/>
          </a:blip>
          <a:srcRect/>
          <a:stretch/>
        </p:blipFill>
        <p:spPr>
          <a:xfrm>
            <a:off x="183674" y="84473"/>
            <a:ext cx="2434590" cy="919356"/>
          </a:xfrm>
          <a:prstGeom prst="rect">
            <a:avLst/>
          </a:prstGeom>
          <a:noFill/>
          <a:ln>
            <a:noFill/>
          </a:ln>
        </p:spPr>
      </p:pic>
      <p:sp>
        <p:nvSpPr>
          <p:cNvPr id="67" name="Google Shape;67;p5"/>
          <p:cNvSpPr txBox="1">
            <a:spLocks noGrp="1"/>
          </p:cNvSpPr>
          <p:nvPr>
            <p:ph type="body" idx="1"/>
          </p:nvPr>
        </p:nvSpPr>
        <p:spPr>
          <a:xfrm>
            <a:off x="410766" y="3850148"/>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68" name="Google Shape;68;p5"/>
          <p:cNvSpPr txBox="1">
            <a:spLocks noGrp="1"/>
          </p:cNvSpPr>
          <p:nvPr>
            <p:ph type="body" idx="2"/>
          </p:nvPr>
        </p:nvSpPr>
        <p:spPr>
          <a:xfrm>
            <a:off x="410766" y="3714554"/>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69" name="Google Shape;69;p5"/>
          <p:cNvSpPr txBox="1">
            <a:spLocks noGrp="1"/>
          </p:cNvSpPr>
          <p:nvPr>
            <p:ph type="body" idx="3"/>
          </p:nvPr>
        </p:nvSpPr>
        <p:spPr>
          <a:xfrm>
            <a:off x="410766" y="3985742"/>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0" name="Google Shape;70;p5"/>
          <p:cNvSpPr txBox="1">
            <a:spLocks noGrp="1"/>
          </p:cNvSpPr>
          <p:nvPr>
            <p:ph type="body" idx="4"/>
          </p:nvPr>
        </p:nvSpPr>
        <p:spPr>
          <a:xfrm>
            <a:off x="410766" y="4121336"/>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1" name="Google Shape;71;p5"/>
          <p:cNvSpPr txBox="1">
            <a:spLocks noGrp="1"/>
          </p:cNvSpPr>
          <p:nvPr>
            <p:ph type="body" idx="5"/>
          </p:nvPr>
        </p:nvSpPr>
        <p:spPr>
          <a:xfrm>
            <a:off x="410766" y="4256930"/>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2" name="Google Shape;72;p5"/>
          <p:cNvSpPr txBox="1">
            <a:spLocks noGrp="1"/>
          </p:cNvSpPr>
          <p:nvPr>
            <p:ph type="body" idx="6"/>
          </p:nvPr>
        </p:nvSpPr>
        <p:spPr>
          <a:xfrm>
            <a:off x="1485900" y="3850148"/>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3" name="Google Shape;73;p5"/>
          <p:cNvSpPr txBox="1">
            <a:spLocks noGrp="1"/>
          </p:cNvSpPr>
          <p:nvPr>
            <p:ph type="body" idx="7"/>
          </p:nvPr>
        </p:nvSpPr>
        <p:spPr>
          <a:xfrm>
            <a:off x="1485900" y="3714554"/>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4" name="Google Shape;74;p5"/>
          <p:cNvSpPr txBox="1">
            <a:spLocks noGrp="1"/>
          </p:cNvSpPr>
          <p:nvPr>
            <p:ph type="body" idx="8"/>
          </p:nvPr>
        </p:nvSpPr>
        <p:spPr>
          <a:xfrm>
            <a:off x="1485900" y="3985742"/>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5" name="Google Shape;75;p5"/>
          <p:cNvSpPr txBox="1">
            <a:spLocks noGrp="1"/>
          </p:cNvSpPr>
          <p:nvPr>
            <p:ph type="body" idx="9"/>
          </p:nvPr>
        </p:nvSpPr>
        <p:spPr>
          <a:xfrm>
            <a:off x="1485900" y="4121336"/>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6" name="Google Shape;76;p5"/>
          <p:cNvSpPr txBox="1">
            <a:spLocks noGrp="1"/>
          </p:cNvSpPr>
          <p:nvPr>
            <p:ph type="body" idx="13"/>
          </p:nvPr>
        </p:nvSpPr>
        <p:spPr>
          <a:xfrm>
            <a:off x="1485900" y="4256930"/>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grpSp>
        <p:nvGrpSpPr>
          <p:cNvPr id="77" name="Google Shape;77;p5"/>
          <p:cNvGrpSpPr/>
          <p:nvPr/>
        </p:nvGrpSpPr>
        <p:grpSpPr>
          <a:xfrm>
            <a:off x="411164" y="1480665"/>
            <a:ext cx="5380036" cy="1783080"/>
            <a:chOff x="411163" y="2240280"/>
            <a:chExt cx="6446837" cy="2377440"/>
          </a:xfrm>
        </p:grpSpPr>
        <p:sp>
          <p:nvSpPr>
            <p:cNvPr id="78" name="Google Shape;78;p5"/>
            <p:cNvSpPr/>
            <p:nvPr/>
          </p:nvSpPr>
          <p:spPr>
            <a:xfrm>
              <a:off x="411163" y="2240280"/>
              <a:ext cx="6446837" cy="2377440"/>
            </a:xfrm>
            <a:prstGeom prst="rect">
              <a:avLst/>
            </a:prstGeom>
            <a:noFill/>
            <a:ln w="19050" cap="flat" cmpd="sng">
              <a:solidFill>
                <a:srgbClr val="FFCC0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200" b="0" i="0" u="none" strike="noStrike" cap="none">
                <a:solidFill>
                  <a:schemeClr val="lt1"/>
                </a:solidFill>
                <a:latin typeface="Arial"/>
                <a:ea typeface="Arial"/>
                <a:cs typeface="Arial"/>
                <a:sym typeface="Arial"/>
              </a:endParaRPr>
            </a:p>
          </p:txBody>
        </p:sp>
        <p:cxnSp>
          <p:nvCxnSpPr>
            <p:cNvPr id="79" name="Google Shape;79;p5"/>
            <p:cNvCxnSpPr/>
            <p:nvPr/>
          </p:nvCxnSpPr>
          <p:spPr>
            <a:xfrm>
              <a:off x="411163" y="3931920"/>
              <a:ext cx="6446837" cy="0"/>
            </a:xfrm>
            <a:prstGeom prst="straightConnector1">
              <a:avLst/>
            </a:prstGeom>
            <a:noFill/>
            <a:ln w="19050" cap="flat" cmpd="sng">
              <a:solidFill>
                <a:srgbClr val="FFCC01"/>
              </a:solidFill>
              <a:prstDash val="solid"/>
              <a:miter lim="800000"/>
              <a:headEnd type="none" w="sm" len="sm"/>
              <a:tailEnd type="none" w="sm" len="sm"/>
            </a:ln>
          </p:spPr>
        </p:cxnSp>
        <p:cxnSp>
          <p:nvCxnSpPr>
            <p:cNvPr id="80" name="Google Shape;80;p5"/>
            <p:cNvCxnSpPr/>
            <p:nvPr/>
          </p:nvCxnSpPr>
          <p:spPr>
            <a:xfrm>
              <a:off x="4274795" y="3931920"/>
              <a:ext cx="0" cy="685800"/>
            </a:xfrm>
            <a:prstGeom prst="straightConnector1">
              <a:avLst/>
            </a:prstGeom>
            <a:noFill/>
            <a:ln w="19050" cap="flat" cmpd="sng">
              <a:solidFill>
                <a:srgbClr val="FFCC01"/>
              </a:solidFill>
              <a:prstDash val="solid"/>
              <a:miter lim="800000"/>
              <a:headEnd type="none" w="sm" len="sm"/>
              <a:tailEnd type="none" w="sm" len="sm"/>
            </a:ln>
          </p:spPr>
        </p:cxnSp>
      </p:grpSp>
      <p:sp>
        <p:nvSpPr>
          <p:cNvPr id="81" name="Google Shape;81;p5"/>
          <p:cNvSpPr txBox="1">
            <a:spLocks noGrp="1"/>
          </p:cNvSpPr>
          <p:nvPr>
            <p:ph type="ctrTitle"/>
          </p:nvPr>
        </p:nvSpPr>
        <p:spPr>
          <a:xfrm>
            <a:off x="685801" y="1652115"/>
            <a:ext cx="4822031" cy="99441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2700"/>
              <a:buFont typeface="Arial"/>
              <a:buNone/>
              <a:defRPr sz="27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5"/>
          <p:cNvSpPr txBox="1">
            <a:spLocks noGrp="1"/>
          </p:cNvSpPr>
          <p:nvPr>
            <p:ph type="subTitle" idx="14"/>
          </p:nvPr>
        </p:nvSpPr>
        <p:spPr>
          <a:xfrm>
            <a:off x="685801" y="2838549"/>
            <a:ext cx="2674143" cy="342900"/>
          </a:xfrm>
          <a:prstGeom prst="rect">
            <a:avLst/>
          </a:prstGeom>
          <a:noFill/>
          <a:ln>
            <a:noFill/>
          </a:ln>
        </p:spPr>
        <p:txBody>
          <a:bodyPr spcFirstLastPara="1" wrap="square" lIns="0" tIns="0" rIns="0" bIns="0" anchor="ctr" anchorCtr="0">
            <a:noAutofit/>
          </a:bodyPr>
          <a:lstStyle>
            <a:lvl1pPr lvl="0" algn="l">
              <a:lnSpc>
                <a:spcPct val="95000"/>
              </a:lnSpc>
              <a:spcBef>
                <a:spcPts val="0"/>
              </a:spcBef>
              <a:spcAft>
                <a:spcPts val="0"/>
              </a:spcAft>
              <a:buClr>
                <a:schemeClr val="lt2"/>
              </a:buClr>
              <a:buSzPts val="900"/>
              <a:buNone/>
              <a:defRPr sz="900" b="1">
                <a:solidFill>
                  <a:schemeClr val="lt2"/>
                </a:solidFill>
              </a:defRPr>
            </a:lvl1pPr>
            <a:lvl2pPr lvl="1" algn="l">
              <a:lnSpc>
                <a:spcPct val="95000"/>
              </a:lnSpc>
              <a:spcBef>
                <a:spcPts val="0"/>
              </a:spcBef>
              <a:spcAft>
                <a:spcPts val="0"/>
              </a:spcAft>
              <a:buClr>
                <a:schemeClr val="lt2"/>
              </a:buClr>
              <a:buSzPts val="900"/>
              <a:buNone/>
              <a:defRPr sz="900" b="1">
                <a:solidFill>
                  <a:schemeClr val="lt2"/>
                </a:solidFill>
              </a:defRPr>
            </a:lvl2pPr>
            <a:lvl3pPr lvl="2" algn="l">
              <a:lnSpc>
                <a:spcPct val="95000"/>
              </a:lnSpc>
              <a:spcBef>
                <a:spcPts val="0"/>
              </a:spcBef>
              <a:spcAft>
                <a:spcPts val="0"/>
              </a:spcAft>
              <a:buClr>
                <a:schemeClr val="lt2"/>
              </a:buClr>
              <a:buSzPts val="900"/>
              <a:buNone/>
              <a:defRPr sz="900" b="1">
                <a:solidFill>
                  <a:schemeClr val="lt2"/>
                </a:solidFill>
              </a:defRPr>
            </a:lvl3pPr>
            <a:lvl4pPr lvl="3" algn="l">
              <a:lnSpc>
                <a:spcPct val="95000"/>
              </a:lnSpc>
              <a:spcBef>
                <a:spcPts val="0"/>
              </a:spcBef>
              <a:spcAft>
                <a:spcPts val="0"/>
              </a:spcAft>
              <a:buClr>
                <a:schemeClr val="lt2"/>
              </a:buClr>
              <a:buSzPts val="900"/>
              <a:buNone/>
              <a:defRPr sz="900" b="1">
                <a:solidFill>
                  <a:schemeClr val="lt2"/>
                </a:solidFill>
              </a:defRPr>
            </a:lvl4pPr>
            <a:lvl5pPr lvl="4" algn="l">
              <a:lnSpc>
                <a:spcPct val="95000"/>
              </a:lnSpc>
              <a:spcBef>
                <a:spcPts val="0"/>
              </a:spcBef>
              <a:spcAft>
                <a:spcPts val="0"/>
              </a:spcAft>
              <a:buClr>
                <a:schemeClr val="lt2"/>
              </a:buClr>
              <a:buSzPts val="900"/>
              <a:buNone/>
              <a:defRPr sz="900" b="1">
                <a:solidFill>
                  <a:schemeClr val="lt2"/>
                </a:solidFill>
              </a:defRPr>
            </a:lvl5pPr>
            <a:lvl6pPr lvl="5" algn="l">
              <a:lnSpc>
                <a:spcPct val="95000"/>
              </a:lnSpc>
              <a:spcBef>
                <a:spcPts val="0"/>
              </a:spcBef>
              <a:spcAft>
                <a:spcPts val="0"/>
              </a:spcAft>
              <a:buClr>
                <a:schemeClr val="lt2"/>
              </a:buClr>
              <a:buSzPts val="900"/>
              <a:buNone/>
              <a:defRPr sz="900" b="1">
                <a:solidFill>
                  <a:schemeClr val="lt2"/>
                </a:solidFill>
              </a:defRPr>
            </a:lvl6pPr>
            <a:lvl7pPr lvl="6" algn="l">
              <a:lnSpc>
                <a:spcPct val="95000"/>
              </a:lnSpc>
              <a:spcBef>
                <a:spcPts val="0"/>
              </a:spcBef>
              <a:spcAft>
                <a:spcPts val="0"/>
              </a:spcAft>
              <a:buClr>
                <a:schemeClr val="lt2"/>
              </a:buClr>
              <a:buSzPts val="900"/>
              <a:buNone/>
              <a:defRPr sz="900" b="1">
                <a:solidFill>
                  <a:schemeClr val="lt2"/>
                </a:solidFill>
              </a:defRPr>
            </a:lvl7pPr>
            <a:lvl8pPr lvl="7" algn="l">
              <a:lnSpc>
                <a:spcPct val="95000"/>
              </a:lnSpc>
              <a:spcBef>
                <a:spcPts val="0"/>
              </a:spcBef>
              <a:spcAft>
                <a:spcPts val="0"/>
              </a:spcAft>
              <a:buClr>
                <a:schemeClr val="lt2"/>
              </a:buClr>
              <a:buSzPts val="900"/>
              <a:buNone/>
              <a:defRPr sz="900" b="1">
                <a:solidFill>
                  <a:schemeClr val="lt2"/>
                </a:solidFill>
              </a:defRPr>
            </a:lvl8pPr>
            <a:lvl9pPr lvl="8" algn="l">
              <a:lnSpc>
                <a:spcPct val="95000"/>
              </a:lnSpc>
              <a:spcBef>
                <a:spcPts val="0"/>
              </a:spcBef>
              <a:spcAft>
                <a:spcPts val="0"/>
              </a:spcAft>
              <a:buClr>
                <a:schemeClr val="lt2"/>
              </a:buClr>
              <a:buSzPts val="900"/>
              <a:buNone/>
              <a:defRPr sz="900" b="1">
                <a:solidFill>
                  <a:schemeClr val="lt2"/>
                </a:solidFill>
              </a:defRPr>
            </a:lvl9pPr>
          </a:lstStyle>
          <a:p>
            <a:endParaRPr/>
          </a:p>
        </p:txBody>
      </p:sp>
      <p:sp>
        <p:nvSpPr>
          <p:cNvPr id="83" name="Google Shape;83;p5"/>
          <p:cNvSpPr txBox="1">
            <a:spLocks noGrp="1"/>
          </p:cNvSpPr>
          <p:nvPr>
            <p:ph type="body" idx="15"/>
          </p:nvPr>
        </p:nvSpPr>
        <p:spPr>
          <a:xfrm>
            <a:off x="3909060" y="2838549"/>
            <a:ext cx="1598771" cy="342900"/>
          </a:xfrm>
          <a:prstGeom prst="rect">
            <a:avLst/>
          </a:prstGeom>
          <a:noFill/>
          <a:ln>
            <a:noFill/>
          </a:ln>
        </p:spPr>
        <p:txBody>
          <a:bodyPr spcFirstLastPara="1" wrap="square" lIns="0" tIns="0" rIns="0" bIns="0" anchor="ctr" anchorCtr="0">
            <a:noAutofit/>
          </a:bodyPr>
          <a:lstStyle>
            <a:lvl1pPr marL="457200" lvl="0" indent="-228600" algn="ctr">
              <a:lnSpc>
                <a:spcPct val="80000"/>
              </a:lnSpc>
              <a:spcBef>
                <a:spcPts val="0"/>
              </a:spcBef>
              <a:spcAft>
                <a:spcPts val="0"/>
              </a:spcAft>
              <a:buClr>
                <a:schemeClr val="lt2"/>
              </a:buClr>
              <a:buSzPts val="1050"/>
              <a:buFont typeface="Arial"/>
              <a:buNone/>
              <a:defRPr sz="1050" b="1" cap="none">
                <a:solidFill>
                  <a:schemeClr val="lt2"/>
                </a:solidFill>
              </a:defRPr>
            </a:lvl1pPr>
            <a:lvl2pPr marL="914400" lvl="1" indent="-228600" algn="ctr">
              <a:lnSpc>
                <a:spcPct val="80000"/>
              </a:lnSpc>
              <a:spcBef>
                <a:spcPts val="0"/>
              </a:spcBef>
              <a:spcAft>
                <a:spcPts val="0"/>
              </a:spcAft>
              <a:buClr>
                <a:schemeClr val="lt2"/>
              </a:buClr>
              <a:buSzPts val="1050"/>
              <a:buFont typeface="Arial"/>
              <a:buNone/>
              <a:defRPr sz="1050" b="1" cap="none">
                <a:solidFill>
                  <a:schemeClr val="lt2"/>
                </a:solidFill>
              </a:defRPr>
            </a:lvl2pPr>
            <a:lvl3pPr marL="1371600" lvl="2" indent="-228600" algn="ctr">
              <a:lnSpc>
                <a:spcPct val="80000"/>
              </a:lnSpc>
              <a:spcBef>
                <a:spcPts val="0"/>
              </a:spcBef>
              <a:spcAft>
                <a:spcPts val="0"/>
              </a:spcAft>
              <a:buClr>
                <a:schemeClr val="lt2"/>
              </a:buClr>
              <a:buSzPts val="1050"/>
              <a:buFont typeface="Arial"/>
              <a:buNone/>
              <a:defRPr sz="1050" b="1" cap="none">
                <a:solidFill>
                  <a:schemeClr val="lt2"/>
                </a:solidFill>
              </a:defRPr>
            </a:lvl3pPr>
            <a:lvl4pPr marL="1828800" lvl="3" indent="-228600" algn="ctr">
              <a:lnSpc>
                <a:spcPct val="80000"/>
              </a:lnSpc>
              <a:spcBef>
                <a:spcPts val="0"/>
              </a:spcBef>
              <a:spcAft>
                <a:spcPts val="0"/>
              </a:spcAft>
              <a:buClr>
                <a:schemeClr val="lt2"/>
              </a:buClr>
              <a:buSzPts val="1050"/>
              <a:buFont typeface="Arial"/>
              <a:buNone/>
              <a:defRPr sz="1050" b="1" cap="none">
                <a:solidFill>
                  <a:schemeClr val="lt2"/>
                </a:solidFill>
              </a:defRPr>
            </a:lvl4pPr>
            <a:lvl5pPr marL="2286000" lvl="4" indent="-228600" algn="ctr">
              <a:lnSpc>
                <a:spcPct val="80000"/>
              </a:lnSpc>
              <a:spcBef>
                <a:spcPts val="0"/>
              </a:spcBef>
              <a:spcAft>
                <a:spcPts val="0"/>
              </a:spcAft>
              <a:buClr>
                <a:schemeClr val="lt2"/>
              </a:buClr>
              <a:buSzPts val="1050"/>
              <a:buFont typeface="Arial"/>
              <a:buNone/>
              <a:defRPr sz="1050" b="1" cap="none">
                <a:solidFill>
                  <a:schemeClr val="lt2"/>
                </a:solidFill>
              </a:defRPr>
            </a:lvl5pPr>
            <a:lvl6pPr marL="2743200" lvl="5" indent="-228600" algn="ctr">
              <a:lnSpc>
                <a:spcPct val="80000"/>
              </a:lnSpc>
              <a:spcBef>
                <a:spcPts val="0"/>
              </a:spcBef>
              <a:spcAft>
                <a:spcPts val="0"/>
              </a:spcAft>
              <a:buClr>
                <a:schemeClr val="lt2"/>
              </a:buClr>
              <a:buSzPts val="1050"/>
              <a:buFont typeface="Arial"/>
              <a:buNone/>
              <a:defRPr sz="1050" b="1" cap="none">
                <a:solidFill>
                  <a:schemeClr val="lt2"/>
                </a:solidFill>
              </a:defRPr>
            </a:lvl6pPr>
            <a:lvl7pPr marL="3200400" lvl="6" indent="-228600" algn="ctr">
              <a:lnSpc>
                <a:spcPct val="80000"/>
              </a:lnSpc>
              <a:spcBef>
                <a:spcPts val="0"/>
              </a:spcBef>
              <a:spcAft>
                <a:spcPts val="0"/>
              </a:spcAft>
              <a:buClr>
                <a:schemeClr val="lt2"/>
              </a:buClr>
              <a:buSzPts val="1050"/>
              <a:buFont typeface="Arial"/>
              <a:buNone/>
              <a:defRPr sz="1050" b="1" cap="none">
                <a:solidFill>
                  <a:schemeClr val="lt2"/>
                </a:solidFill>
              </a:defRPr>
            </a:lvl7pPr>
            <a:lvl8pPr marL="3657600" lvl="7" indent="-228600" algn="ctr">
              <a:lnSpc>
                <a:spcPct val="80000"/>
              </a:lnSpc>
              <a:spcBef>
                <a:spcPts val="0"/>
              </a:spcBef>
              <a:spcAft>
                <a:spcPts val="0"/>
              </a:spcAft>
              <a:buClr>
                <a:schemeClr val="lt2"/>
              </a:buClr>
              <a:buSzPts val="1050"/>
              <a:buFont typeface="Arial"/>
              <a:buNone/>
              <a:defRPr sz="1050" b="1" cap="none">
                <a:solidFill>
                  <a:schemeClr val="lt2"/>
                </a:solidFill>
              </a:defRPr>
            </a:lvl8pPr>
            <a:lvl9pPr marL="4114800" lvl="8" indent="-228600" algn="ctr">
              <a:lnSpc>
                <a:spcPct val="80000"/>
              </a:lnSpc>
              <a:spcBef>
                <a:spcPts val="0"/>
              </a:spcBef>
              <a:spcAft>
                <a:spcPts val="0"/>
              </a:spcAft>
              <a:buClr>
                <a:schemeClr val="lt2"/>
              </a:buClr>
              <a:buSzPts val="1050"/>
              <a:buFont typeface="Arial"/>
              <a:buNone/>
              <a:defRPr sz="1050" b="1" cap="none">
                <a:solidFill>
                  <a:schemeClr val="lt2"/>
                </a:solidFill>
              </a:defRPr>
            </a:lvl9pPr>
          </a:lstStyle>
          <a:p>
            <a:endParaRPr/>
          </a:p>
        </p:txBody>
      </p:sp>
      <p:pic>
        <p:nvPicPr>
          <p:cNvPr id="84" name="Google Shape;84;p5"/>
          <p:cNvPicPr preferRelativeResize="0"/>
          <p:nvPr/>
        </p:nvPicPr>
        <p:blipFill rotWithShape="1">
          <a:blip r:embed="rId4">
            <a:alphaModFix/>
          </a:blip>
          <a:srcRect/>
          <a:stretch/>
        </p:blipFill>
        <p:spPr>
          <a:xfrm>
            <a:off x="7503462" y="308372"/>
            <a:ext cx="1222280" cy="358517"/>
          </a:xfrm>
          <a:prstGeom prst="rect">
            <a:avLst/>
          </a:prstGeom>
          <a:noFill/>
          <a:ln>
            <a:noFill/>
          </a:ln>
        </p:spPr>
      </p:pic>
      <p:sp>
        <p:nvSpPr>
          <p:cNvPr id="85" name="Google Shape;85;p5"/>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
        <p:nvSpPr>
          <p:cNvPr id="86" name="Google Shape;86;p5"/>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7"/>
        <p:cNvGrpSpPr/>
        <p:nvPr/>
      </p:nvGrpSpPr>
      <p:grpSpPr>
        <a:xfrm>
          <a:off x="0" y="0"/>
          <a:ext cx="0" cy="0"/>
          <a:chOff x="0" y="0"/>
          <a:chExt cx="0" cy="0"/>
        </a:xfrm>
      </p:grpSpPr>
      <p:sp>
        <p:nvSpPr>
          <p:cNvPr id="88" name="Google Shape;88;p6"/>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6"/>
          <p:cNvSpPr txBox="1">
            <a:spLocks noGrp="1"/>
          </p:cNvSpPr>
          <p:nvPr>
            <p:ph type="body" idx="1"/>
          </p:nvPr>
        </p:nvSpPr>
        <p:spPr>
          <a:xfrm>
            <a:off x="411480" y="1200149"/>
            <a:ext cx="5096352"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90" name="Google Shape;90;p6"/>
          <p:cNvSpPr txBox="1">
            <a:spLocks noGrp="1"/>
          </p:cNvSpPr>
          <p:nvPr>
            <p:ph type="dt" idx="10"/>
          </p:nvPr>
        </p:nvSpPr>
        <p:spPr>
          <a:xfrm>
            <a:off x="411480" y="4972050"/>
            <a:ext cx="617220"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6"/>
          <p:cNvSpPr txBox="1">
            <a:spLocks noGrp="1"/>
          </p:cNvSpPr>
          <p:nvPr>
            <p:ph type="sldNum" idx="12"/>
          </p:nvPr>
        </p:nvSpPr>
        <p:spPr>
          <a:xfrm>
            <a:off x="8433828" y="4972050"/>
            <a:ext cx="299408"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 Column">
  <p:cSld name="2 Column">
    <p:spTree>
      <p:nvGrpSpPr>
        <p:cNvPr id="1" name="Shape 92"/>
        <p:cNvGrpSpPr/>
        <p:nvPr/>
      </p:nvGrpSpPr>
      <p:grpSpPr>
        <a:xfrm>
          <a:off x="0" y="0"/>
          <a:ext cx="0" cy="0"/>
          <a:chOff x="0" y="0"/>
          <a:chExt cx="0" cy="0"/>
        </a:xfrm>
      </p:grpSpPr>
      <p:sp>
        <p:nvSpPr>
          <p:cNvPr id="93" name="Google Shape;93;p7"/>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7"/>
          <p:cNvSpPr txBox="1">
            <a:spLocks noGrp="1"/>
          </p:cNvSpPr>
          <p:nvPr>
            <p:ph type="body" idx="1"/>
          </p:nvPr>
        </p:nvSpPr>
        <p:spPr>
          <a:xfrm>
            <a:off x="411479" y="1200150"/>
            <a:ext cx="4023360"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95" name="Google Shape;95;p7"/>
          <p:cNvSpPr txBox="1">
            <a:spLocks noGrp="1"/>
          </p:cNvSpPr>
          <p:nvPr>
            <p:ph type="body" idx="2"/>
          </p:nvPr>
        </p:nvSpPr>
        <p:spPr>
          <a:xfrm>
            <a:off x="4709159" y="1200150"/>
            <a:ext cx="4023360"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96" name="Google Shape;96;p7"/>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7"/>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98"/>
        <p:cNvGrpSpPr/>
        <p:nvPr/>
      </p:nvGrpSpPr>
      <p:grpSpPr>
        <a:xfrm>
          <a:off x="0" y="0"/>
          <a:ext cx="0" cy="0"/>
          <a:chOff x="0" y="0"/>
          <a:chExt cx="0" cy="0"/>
        </a:xfrm>
      </p:grpSpPr>
      <p:sp>
        <p:nvSpPr>
          <p:cNvPr id="99" name="Google Shape;99;p8"/>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0" name="Google Shape;100;p8"/>
          <p:cNvSpPr txBox="1">
            <a:spLocks noGrp="1"/>
          </p:cNvSpPr>
          <p:nvPr>
            <p:ph type="body" idx="1"/>
          </p:nvPr>
        </p:nvSpPr>
        <p:spPr>
          <a:xfrm>
            <a:off x="411479" y="1200150"/>
            <a:ext cx="2587752"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101" name="Google Shape;101;p8"/>
          <p:cNvSpPr txBox="1">
            <a:spLocks noGrp="1"/>
          </p:cNvSpPr>
          <p:nvPr>
            <p:ph type="body" idx="2"/>
          </p:nvPr>
        </p:nvSpPr>
        <p:spPr>
          <a:xfrm>
            <a:off x="3278124" y="1200150"/>
            <a:ext cx="2587752"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102" name="Google Shape;102;p8"/>
          <p:cNvSpPr txBox="1">
            <a:spLocks noGrp="1"/>
          </p:cNvSpPr>
          <p:nvPr>
            <p:ph type="body" idx="3"/>
          </p:nvPr>
        </p:nvSpPr>
        <p:spPr>
          <a:xfrm>
            <a:off x="6144767" y="1200150"/>
            <a:ext cx="2587752"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103" name="Google Shape;103;p8"/>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8"/>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4 Column">
  <p:cSld name="4 Column">
    <p:spTree>
      <p:nvGrpSpPr>
        <p:cNvPr id="1" name="Shape 105"/>
        <p:cNvGrpSpPr/>
        <p:nvPr/>
      </p:nvGrpSpPr>
      <p:grpSpPr>
        <a:xfrm>
          <a:off x="0" y="0"/>
          <a:ext cx="0" cy="0"/>
          <a:chOff x="0" y="0"/>
          <a:chExt cx="0" cy="0"/>
        </a:xfrm>
      </p:grpSpPr>
      <p:sp>
        <p:nvSpPr>
          <p:cNvPr id="106" name="Google Shape;106;p9"/>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7" name="Google Shape;107;p9"/>
          <p:cNvSpPr txBox="1">
            <a:spLocks noGrp="1"/>
          </p:cNvSpPr>
          <p:nvPr>
            <p:ph type="body" idx="1"/>
          </p:nvPr>
        </p:nvSpPr>
        <p:spPr>
          <a:xfrm>
            <a:off x="411481" y="1200150"/>
            <a:ext cx="1874519" cy="342900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08" name="Google Shape;108;p9"/>
          <p:cNvSpPr txBox="1">
            <a:spLocks noGrp="1"/>
          </p:cNvSpPr>
          <p:nvPr>
            <p:ph type="body" idx="2"/>
          </p:nvPr>
        </p:nvSpPr>
        <p:spPr>
          <a:xfrm>
            <a:off x="2560321" y="1200150"/>
            <a:ext cx="1874519" cy="342900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09" name="Google Shape;109;p9"/>
          <p:cNvSpPr txBox="1">
            <a:spLocks noGrp="1"/>
          </p:cNvSpPr>
          <p:nvPr>
            <p:ph type="body" idx="3"/>
          </p:nvPr>
        </p:nvSpPr>
        <p:spPr>
          <a:xfrm>
            <a:off x="4709161" y="1200150"/>
            <a:ext cx="1874519" cy="342900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10" name="Google Shape;110;p9"/>
          <p:cNvSpPr txBox="1">
            <a:spLocks noGrp="1"/>
          </p:cNvSpPr>
          <p:nvPr>
            <p:ph type="body" idx="4"/>
          </p:nvPr>
        </p:nvSpPr>
        <p:spPr>
          <a:xfrm>
            <a:off x="6858001" y="1200150"/>
            <a:ext cx="1874519" cy="342900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11" name="Google Shape;111;p9"/>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9"/>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4 Icons">
  <p:cSld name="4 Icons">
    <p:spTree>
      <p:nvGrpSpPr>
        <p:cNvPr id="1" name="Shape 113"/>
        <p:cNvGrpSpPr/>
        <p:nvPr/>
      </p:nvGrpSpPr>
      <p:grpSpPr>
        <a:xfrm>
          <a:off x="0" y="0"/>
          <a:ext cx="0" cy="0"/>
          <a:chOff x="0" y="0"/>
          <a:chExt cx="0" cy="0"/>
        </a:xfrm>
      </p:grpSpPr>
      <p:sp>
        <p:nvSpPr>
          <p:cNvPr id="114" name="Google Shape;114;p10"/>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5" name="Google Shape;115;p10"/>
          <p:cNvSpPr>
            <a:spLocks noGrp="1"/>
          </p:cNvSpPr>
          <p:nvPr>
            <p:ph type="pic" idx="2"/>
          </p:nvPr>
        </p:nvSpPr>
        <p:spPr>
          <a:xfrm>
            <a:off x="411480" y="1200150"/>
            <a:ext cx="418338" cy="416624"/>
          </a:xfrm>
          <a:prstGeom prst="rect">
            <a:avLst/>
          </a:prstGeom>
          <a:noFill/>
          <a:ln>
            <a:noFill/>
          </a:ln>
        </p:spPr>
      </p:sp>
      <p:sp>
        <p:nvSpPr>
          <p:cNvPr id="116" name="Google Shape;116;p10"/>
          <p:cNvSpPr txBox="1">
            <a:spLocks noGrp="1"/>
          </p:cNvSpPr>
          <p:nvPr>
            <p:ph type="body" idx="1"/>
          </p:nvPr>
        </p:nvSpPr>
        <p:spPr>
          <a:xfrm>
            <a:off x="411481" y="1714498"/>
            <a:ext cx="1874519" cy="2914652"/>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17" name="Google Shape;117;p10"/>
          <p:cNvSpPr>
            <a:spLocks noGrp="1"/>
          </p:cNvSpPr>
          <p:nvPr>
            <p:ph type="pic" idx="3"/>
          </p:nvPr>
        </p:nvSpPr>
        <p:spPr>
          <a:xfrm>
            <a:off x="2560320" y="1200150"/>
            <a:ext cx="418338" cy="418338"/>
          </a:xfrm>
          <a:prstGeom prst="rect">
            <a:avLst/>
          </a:prstGeom>
          <a:noFill/>
          <a:ln>
            <a:noFill/>
          </a:ln>
        </p:spPr>
      </p:sp>
      <p:sp>
        <p:nvSpPr>
          <p:cNvPr id="118" name="Google Shape;118;p10"/>
          <p:cNvSpPr txBox="1">
            <a:spLocks noGrp="1"/>
          </p:cNvSpPr>
          <p:nvPr>
            <p:ph type="body" idx="4"/>
          </p:nvPr>
        </p:nvSpPr>
        <p:spPr>
          <a:xfrm>
            <a:off x="2560321" y="1714498"/>
            <a:ext cx="1874519" cy="2914652"/>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19" name="Google Shape;119;p10"/>
          <p:cNvSpPr>
            <a:spLocks noGrp="1"/>
          </p:cNvSpPr>
          <p:nvPr>
            <p:ph type="pic" idx="5"/>
          </p:nvPr>
        </p:nvSpPr>
        <p:spPr>
          <a:xfrm>
            <a:off x="4709160" y="1200150"/>
            <a:ext cx="418338" cy="418338"/>
          </a:xfrm>
          <a:prstGeom prst="rect">
            <a:avLst/>
          </a:prstGeom>
          <a:noFill/>
          <a:ln>
            <a:noFill/>
          </a:ln>
        </p:spPr>
      </p:sp>
      <p:sp>
        <p:nvSpPr>
          <p:cNvPr id="120" name="Google Shape;120;p10"/>
          <p:cNvSpPr txBox="1">
            <a:spLocks noGrp="1"/>
          </p:cNvSpPr>
          <p:nvPr>
            <p:ph type="body" idx="6"/>
          </p:nvPr>
        </p:nvSpPr>
        <p:spPr>
          <a:xfrm>
            <a:off x="4709161" y="1714498"/>
            <a:ext cx="1874519" cy="2914652"/>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21" name="Google Shape;121;p10"/>
          <p:cNvSpPr>
            <a:spLocks noGrp="1"/>
          </p:cNvSpPr>
          <p:nvPr>
            <p:ph type="pic" idx="7"/>
          </p:nvPr>
        </p:nvSpPr>
        <p:spPr>
          <a:xfrm>
            <a:off x="6858000" y="1200150"/>
            <a:ext cx="418338" cy="418338"/>
          </a:xfrm>
          <a:prstGeom prst="rect">
            <a:avLst/>
          </a:prstGeom>
          <a:noFill/>
          <a:ln>
            <a:noFill/>
          </a:ln>
        </p:spPr>
      </p:sp>
      <p:sp>
        <p:nvSpPr>
          <p:cNvPr id="122" name="Google Shape;122;p10"/>
          <p:cNvSpPr txBox="1">
            <a:spLocks noGrp="1"/>
          </p:cNvSpPr>
          <p:nvPr>
            <p:ph type="body" idx="8"/>
          </p:nvPr>
        </p:nvSpPr>
        <p:spPr>
          <a:xfrm>
            <a:off x="6858001" y="1714498"/>
            <a:ext cx="1874519" cy="2914652"/>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23" name="Google Shape;123;p10"/>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p10"/>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4 Numbers">
  <p:cSld name="4 Numbers">
    <p:bg>
      <p:bgPr>
        <a:solidFill>
          <a:srgbClr val="221F20"/>
        </a:solidFill>
        <a:effectLst/>
      </p:bgPr>
    </p:bg>
    <p:spTree>
      <p:nvGrpSpPr>
        <p:cNvPr id="1" name="Shape 125"/>
        <p:cNvGrpSpPr/>
        <p:nvPr/>
      </p:nvGrpSpPr>
      <p:grpSpPr>
        <a:xfrm>
          <a:off x="0" y="0"/>
          <a:ext cx="0" cy="0"/>
          <a:chOff x="0" y="0"/>
          <a:chExt cx="0" cy="0"/>
        </a:xfrm>
      </p:grpSpPr>
      <p:sp>
        <p:nvSpPr>
          <p:cNvPr id="126" name="Google Shape;126;p11"/>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27" name="Google Shape;127;p11"/>
          <p:cNvCxnSpPr/>
          <p:nvPr/>
        </p:nvCxnSpPr>
        <p:spPr>
          <a:xfrm>
            <a:off x="41148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28" name="Google Shape;128;p11"/>
          <p:cNvSpPr txBox="1"/>
          <p:nvPr/>
        </p:nvSpPr>
        <p:spPr>
          <a:xfrm>
            <a:off x="41148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01</a:t>
            </a:r>
            <a:endParaRPr/>
          </a:p>
        </p:txBody>
      </p:sp>
      <p:sp>
        <p:nvSpPr>
          <p:cNvPr id="129" name="Google Shape;129;p11"/>
          <p:cNvSpPr txBox="1">
            <a:spLocks noGrp="1"/>
          </p:cNvSpPr>
          <p:nvPr>
            <p:ph type="body" idx="1"/>
          </p:nvPr>
        </p:nvSpPr>
        <p:spPr>
          <a:xfrm>
            <a:off x="41148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Font typeface="Arial"/>
              <a:buNone/>
              <a:defRPr sz="975">
                <a:solidFill>
                  <a:schemeClr val="lt1"/>
                </a:solidFill>
              </a:defRPr>
            </a:lvl1pPr>
            <a:lvl2pPr marL="914400" lvl="1" indent="-290512" algn="l">
              <a:lnSpc>
                <a:spcPct val="95000"/>
              </a:lnSpc>
              <a:spcBef>
                <a:spcPts val="750"/>
              </a:spcBef>
              <a:spcAft>
                <a:spcPts val="0"/>
              </a:spcAft>
              <a:buClr>
                <a:schemeClr val="lt1"/>
              </a:buClr>
              <a:buSzPts val="975"/>
              <a:buFont typeface="Arial"/>
              <a:buChar char="▪"/>
              <a:defRPr sz="975">
                <a:solidFill>
                  <a:schemeClr val="lt1"/>
                </a:solidFill>
              </a:defRPr>
            </a:lvl2pPr>
            <a:lvl3pPr marL="1371600" lvl="2" indent="-290512" algn="l">
              <a:lnSpc>
                <a:spcPct val="95000"/>
              </a:lnSpc>
              <a:spcBef>
                <a:spcPts val="375"/>
              </a:spcBef>
              <a:spcAft>
                <a:spcPts val="0"/>
              </a:spcAft>
              <a:buClr>
                <a:schemeClr val="lt1"/>
              </a:buClr>
              <a:buSzPts val="975"/>
              <a:buChar char="–"/>
              <a:defRPr sz="975">
                <a:solidFill>
                  <a:schemeClr val="lt1"/>
                </a:solidFill>
              </a:defRPr>
            </a:lvl3pPr>
            <a:lvl4pPr marL="1828800" lvl="3" indent="-290512" algn="l">
              <a:lnSpc>
                <a:spcPct val="95000"/>
              </a:lnSpc>
              <a:spcBef>
                <a:spcPts val="375"/>
              </a:spcBef>
              <a:spcAft>
                <a:spcPts val="0"/>
              </a:spcAft>
              <a:buClr>
                <a:schemeClr val="lt1"/>
              </a:buClr>
              <a:buSzPts val="975"/>
              <a:buChar char="–"/>
              <a:defRPr sz="975">
                <a:solidFill>
                  <a:schemeClr val="lt1"/>
                </a:solidFill>
              </a:defRPr>
            </a:lvl4pPr>
            <a:lvl5pPr marL="2286000" lvl="4" indent="-290512" algn="l">
              <a:lnSpc>
                <a:spcPct val="95000"/>
              </a:lnSpc>
              <a:spcBef>
                <a:spcPts val="375"/>
              </a:spcBef>
              <a:spcAft>
                <a:spcPts val="0"/>
              </a:spcAft>
              <a:buClr>
                <a:schemeClr val="lt1"/>
              </a:buClr>
              <a:buSzPts val="975"/>
              <a:buChar char="–"/>
              <a:defRPr sz="975">
                <a:solidFill>
                  <a:schemeClr val="lt1"/>
                </a:solidFill>
              </a:defRPr>
            </a:lvl5pPr>
            <a:lvl6pPr marL="2743200" lvl="5" indent="-290512" algn="l">
              <a:lnSpc>
                <a:spcPct val="95000"/>
              </a:lnSpc>
              <a:spcBef>
                <a:spcPts val="375"/>
              </a:spcBef>
              <a:spcAft>
                <a:spcPts val="0"/>
              </a:spcAft>
              <a:buClr>
                <a:schemeClr val="lt1"/>
              </a:buClr>
              <a:buSzPts val="975"/>
              <a:buChar char="–"/>
              <a:defRPr sz="975">
                <a:solidFill>
                  <a:schemeClr val="lt1"/>
                </a:solidFill>
              </a:defRPr>
            </a:lvl6pPr>
            <a:lvl7pPr marL="3200400" lvl="6" indent="-290512" algn="l">
              <a:lnSpc>
                <a:spcPct val="95000"/>
              </a:lnSpc>
              <a:spcBef>
                <a:spcPts val="375"/>
              </a:spcBef>
              <a:spcAft>
                <a:spcPts val="0"/>
              </a:spcAft>
              <a:buClr>
                <a:schemeClr val="lt1"/>
              </a:buClr>
              <a:buSzPts val="975"/>
              <a:buChar char="–"/>
              <a:defRPr sz="975">
                <a:solidFill>
                  <a:schemeClr val="lt1"/>
                </a:solidFill>
              </a:defRPr>
            </a:lvl7pPr>
            <a:lvl8pPr marL="3657600" lvl="7" indent="-290512" algn="l">
              <a:lnSpc>
                <a:spcPct val="95000"/>
              </a:lnSpc>
              <a:spcBef>
                <a:spcPts val="375"/>
              </a:spcBef>
              <a:spcAft>
                <a:spcPts val="0"/>
              </a:spcAft>
              <a:buClr>
                <a:schemeClr val="lt1"/>
              </a:buClr>
              <a:buSzPts val="975"/>
              <a:buChar char="–"/>
              <a:defRPr sz="975">
                <a:solidFill>
                  <a:schemeClr val="lt1"/>
                </a:solidFill>
              </a:defRPr>
            </a:lvl8pPr>
            <a:lvl9pPr marL="4114800" lvl="8" indent="-290512" algn="l">
              <a:lnSpc>
                <a:spcPct val="95000"/>
              </a:lnSpc>
              <a:spcBef>
                <a:spcPts val="375"/>
              </a:spcBef>
              <a:spcAft>
                <a:spcPts val="0"/>
              </a:spcAft>
              <a:buClr>
                <a:schemeClr val="lt1"/>
              </a:buClr>
              <a:buSzPts val="975"/>
              <a:buChar char="–"/>
              <a:defRPr sz="975">
                <a:solidFill>
                  <a:schemeClr val="lt1"/>
                </a:solidFill>
              </a:defRPr>
            </a:lvl9pPr>
          </a:lstStyle>
          <a:p>
            <a:endParaRPr/>
          </a:p>
        </p:txBody>
      </p:sp>
      <p:cxnSp>
        <p:nvCxnSpPr>
          <p:cNvPr id="130" name="Google Shape;130;p11"/>
          <p:cNvCxnSpPr/>
          <p:nvPr/>
        </p:nvCxnSpPr>
        <p:spPr>
          <a:xfrm>
            <a:off x="256032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31" name="Google Shape;131;p11"/>
          <p:cNvSpPr txBox="1"/>
          <p:nvPr/>
        </p:nvSpPr>
        <p:spPr>
          <a:xfrm>
            <a:off x="256032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02</a:t>
            </a:r>
            <a:endParaRPr/>
          </a:p>
        </p:txBody>
      </p:sp>
      <p:sp>
        <p:nvSpPr>
          <p:cNvPr id="132" name="Google Shape;132;p11"/>
          <p:cNvSpPr txBox="1">
            <a:spLocks noGrp="1"/>
          </p:cNvSpPr>
          <p:nvPr>
            <p:ph type="body" idx="2"/>
          </p:nvPr>
        </p:nvSpPr>
        <p:spPr>
          <a:xfrm>
            <a:off x="256032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solidFill>
                  <a:schemeClr val="lt1"/>
                </a:solidFill>
              </a:defRPr>
            </a:lvl1pPr>
            <a:lvl2pPr marL="914400" lvl="1" indent="-290512" algn="l">
              <a:lnSpc>
                <a:spcPct val="95000"/>
              </a:lnSpc>
              <a:spcBef>
                <a:spcPts val="750"/>
              </a:spcBef>
              <a:spcAft>
                <a:spcPts val="0"/>
              </a:spcAft>
              <a:buClr>
                <a:schemeClr val="lt1"/>
              </a:buClr>
              <a:buSzPts val="975"/>
              <a:buFont typeface="Arial"/>
              <a:buChar char="▪"/>
              <a:defRPr sz="975">
                <a:solidFill>
                  <a:schemeClr val="lt1"/>
                </a:solidFill>
              </a:defRPr>
            </a:lvl2pPr>
            <a:lvl3pPr marL="1371600" lvl="2" indent="-290512" algn="l">
              <a:lnSpc>
                <a:spcPct val="95000"/>
              </a:lnSpc>
              <a:spcBef>
                <a:spcPts val="375"/>
              </a:spcBef>
              <a:spcAft>
                <a:spcPts val="0"/>
              </a:spcAft>
              <a:buClr>
                <a:schemeClr val="lt1"/>
              </a:buClr>
              <a:buSzPts val="975"/>
              <a:buChar char="–"/>
              <a:defRPr sz="975">
                <a:solidFill>
                  <a:schemeClr val="lt1"/>
                </a:solidFill>
              </a:defRPr>
            </a:lvl3pPr>
            <a:lvl4pPr marL="1828800" lvl="3" indent="-290512" algn="l">
              <a:lnSpc>
                <a:spcPct val="95000"/>
              </a:lnSpc>
              <a:spcBef>
                <a:spcPts val="375"/>
              </a:spcBef>
              <a:spcAft>
                <a:spcPts val="0"/>
              </a:spcAft>
              <a:buClr>
                <a:schemeClr val="lt1"/>
              </a:buClr>
              <a:buSzPts val="975"/>
              <a:buChar char="–"/>
              <a:defRPr sz="975">
                <a:solidFill>
                  <a:schemeClr val="lt1"/>
                </a:solidFill>
              </a:defRPr>
            </a:lvl4pPr>
            <a:lvl5pPr marL="2286000" lvl="4" indent="-290512" algn="l">
              <a:lnSpc>
                <a:spcPct val="95000"/>
              </a:lnSpc>
              <a:spcBef>
                <a:spcPts val="375"/>
              </a:spcBef>
              <a:spcAft>
                <a:spcPts val="0"/>
              </a:spcAft>
              <a:buClr>
                <a:schemeClr val="lt1"/>
              </a:buClr>
              <a:buSzPts val="975"/>
              <a:buChar char="–"/>
              <a:defRPr sz="975">
                <a:solidFill>
                  <a:schemeClr val="lt1"/>
                </a:solidFill>
              </a:defRPr>
            </a:lvl5pPr>
            <a:lvl6pPr marL="2743200" lvl="5" indent="-290512" algn="l">
              <a:lnSpc>
                <a:spcPct val="95000"/>
              </a:lnSpc>
              <a:spcBef>
                <a:spcPts val="375"/>
              </a:spcBef>
              <a:spcAft>
                <a:spcPts val="0"/>
              </a:spcAft>
              <a:buClr>
                <a:schemeClr val="lt1"/>
              </a:buClr>
              <a:buSzPts val="975"/>
              <a:buChar char="–"/>
              <a:defRPr sz="975">
                <a:solidFill>
                  <a:schemeClr val="lt1"/>
                </a:solidFill>
              </a:defRPr>
            </a:lvl6pPr>
            <a:lvl7pPr marL="3200400" lvl="6" indent="-290512" algn="l">
              <a:lnSpc>
                <a:spcPct val="95000"/>
              </a:lnSpc>
              <a:spcBef>
                <a:spcPts val="375"/>
              </a:spcBef>
              <a:spcAft>
                <a:spcPts val="0"/>
              </a:spcAft>
              <a:buClr>
                <a:schemeClr val="lt1"/>
              </a:buClr>
              <a:buSzPts val="975"/>
              <a:buChar char="–"/>
              <a:defRPr sz="975">
                <a:solidFill>
                  <a:schemeClr val="lt1"/>
                </a:solidFill>
              </a:defRPr>
            </a:lvl7pPr>
            <a:lvl8pPr marL="3657600" lvl="7" indent="-290512" algn="l">
              <a:lnSpc>
                <a:spcPct val="95000"/>
              </a:lnSpc>
              <a:spcBef>
                <a:spcPts val="375"/>
              </a:spcBef>
              <a:spcAft>
                <a:spcPts val="0"/>
              </a:spcAft>
              <a:buClr>
                <a:schemeClr val="lt1"/>
              </a:buClr>
              <a:buSzPts val="975"/>
              <a:buChar char="–"/>
              <a:defRPr sz="975">
                <a:solidFill>
                  <a:schemeClr val="lt1"/>
                </a:solidFill>
              </a:defRPr>
            </a:lvl8pPr>
            <a:lvl9pPr marL="4114800" lvl="8" indent="-290512" algn="l">
              <a:lnSpc>
                <a:spcPct val="95000"/>
              </a:lnSpc>
              <a:spcBef>
                <a:spcPts val="375"/>
              </a:spcBef>
              <a:spcAft>
                <a:spcPts val="0"/>
              </a:spcAft>
              <a:buClr>
                <a:schemeClr val="lt1"/>
              </a:buClr>
              <a:buSzPts val="975"/>
              <a:buChar char="–"/>
              <a:defRPr sz="975">
                <a:solidFill>
                  <a:schemeClr val="lt1"/>
                </a:solidFill>
              </a:defRPr>
            </a:lvl9pPr>
          </a:lstStyle>
          <a:p>
            <a:endParaRPr/>
          </a:p>
        </p:txBody>
      </p:sp>
      <p:cxnSp>
        <p:nvCxnSpPr>
          <p:cNvPr id="133" name="Google Shape;133;p11"/>
          <p:cNvCxnSpPr/>
          <p:nvPr/>
        </p:nvCxnSpPr>
        <p:spPr>
          <a:xfrm>
            <a:off x="470916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34" name="Google Shape;134;p11"/>
          <p:cNvSpPr txBox="1"/>
          <p:nvPr/>
        </p:nvSpPr>
        <p:spPr>
          <a:xfrm>
            <a:off x="470916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03</a:t>
            </a:r>
            <a:endParaRPr/>
          </a:p>
        </p:txBody>
      </p:sp>
      <p:sp>
        <p:nvSpPr>
          <p:cNvPr id="135" name="Google Shape;135;p11"/>
          <p:cNvSpPr txBox="1">
            <a:spLocks noGrp="1"/>
          </p:cNvSpPr>
          <p:nvPr>
            <p:ph type="body" idx="3"/>
          </p:nvPr>
        </p:nvSpPr>
        <p:spPr>
          <a:xfrm>
            <a:off x="470916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solidFill>
                  <a:schemeClr val="lt1"/>
                </a:solidFill>
              </a:defRPr>
            </a:lvl1pPr>
            <a:lvl2pPr marL="914400" lvl="1" indent="-290512" algn="l">
              <a:lnSpc>
                <a:spcPct val="95000"/>
              </a:lnSpc>
              <a:spcBef>
                <a:spcPts val="750"/>
              </a:spcBef>
              <a:spcAft>
                <a:spcPts val="0"/>
              </a:spcAft>
              <a:buClr>
                <a:schemeClr val="lt1"/>
              </a:buClr>
              <a:buSzPts val="975"/>
              <a:buFont typeface="Arial"/>
              <a:buChar char="▪"/>
              <a:defRPr sz="975">
                <a:solidFill>
                  <a:schemeClr val="lt1"/>
                </a:solidFill>
              </a:defRPr>
            </a:lvl2pPr>
            <a:lvl3pPr marL="1371600" lvl="2" indent="-290512" algn="l">
              <a:lnSpc>
                <a:spcPct val="95000"/>
              </a:lnSpc>
              <a:spcBef>
                <a:spcPts val="375"/>
              </a:spcBef>
              <a:spcAft>
                <a:spcPts val="0"/>
              </a:spcAft>
              <a:buClr>
                <a:schemeClr val="lt1"/>
              </a:buClr>
              <a:buSzPts val="975"/>
              <a:buChar char="–"/>
              <a:defRPr sz="975">
                <a:solidFill>
                  <a:schemeClr val="lt1"/>
                </a:solidFill>
              </a:defRPr>
            </a:lvl3pPr>
            <a:lvl4pPr marL="1828800" lvl="3" indent="-290512" algn="l">
              <a:lnSpc>
                <a:spcPct val="95000"/>
              </a:lnSpc>
              <a:spcBef>
                <a:spcPts val="375"/>
              </a:spcBef>
              <a:spcAft>
                <a:spcPts val="0"/>
              </a:spcAft>
              <a:buClr>
                <a:schemeClr val="lt1"/>
              </a:buClr>
              <a:buSzPts val="975"/>
              <a:buChar char="–"/>
              <a:defRPr sz="975">
                <a:solidFill>
                  <a:schemeClr val="lt1"/>
                </a:solidFill>
              </a:defRPr>
            </a:lvl4pPr>
            <a:lvl5pPr marL="2286000" lvl="4" indent="-290512" algn="l">
              <a:lnSpc>
                <a:spcPct val="95000"/>
              </a:lnSpc>
              <a:spcBef>
                <a:spcPts val="375"/>
              </a:spcBef>
              <a:spcAft>
                <a:spcPts val="0"/>
              </a:spcAft>
              <a:buClr>
                <a:schemeClr val="lt1"/>
              </a:buClr>
              <a:buSzPts val="975"/>
              <a:buChar char="–"/>
              <a:defRPr sz="975">
                <a:solidFill>
                  <a:schemeClr val="lt1"/>
                </a:solidFill>
              </a:defRPr>
            </a:lvl5pPr>
            <a:lvl6pPr marL="2743200" lvl="5" indent="-290512" algn="l">
              <a:lnSpc>
                <a:spcPct val="95000"/>
              </a:lnSpc>
              <a:spcBef>
                <a:spcPts val="375"/>
              </a:spcBef>
              <a:spcAft>
                <a:spcPts val="0"/>
              </a:spcAft>
              <a:buClr>
                <a:schemeClr val="lt1"/>
              </a:buClr>
              <a:buSzPts val="975"/>
              <a:buChar char="–"/>
              <a:defRPr sz="975">
                <a:solidFill>
                  <a:schemeClr val="lt1"/>
                </a:solidFill>
              </a:defRPr>
            </a:lvl6pPr>
            <a:lvl7pPr marL="3200400" lvl="6" indent="-290512" algn="l">
              <a:lnSpc>
                <a:spcPct val="95000"/>
              </a:lnSpc>
              <a:spcBef>
                <a:spcPts val="375"/>
              </a:spcBef>
              <a:spcAft>
                <a:spcPts val="0"/>
              </a:spcAft>
              <a:buClr>
                <a:schemeClr val="lt1"/>
              </a:buClr>
              <a:buSzPts val="975"/>
              <a:buChar char="–"/>
              <a:defRPr sz="975">
                <a:solidFill>
                  <a:schemeClr val="lt1"/>
                </a:solidFill>
              </a:defRPr>
            </a:lvl7pPr>
            <a:lvl8pPr marL="3657600" lvl="7" indent="-290512" algn="l">
              <a:lnSpc>
                <a:spcPct val="95000"/>
              </a:lnSpc>
              <a:spcBef>
                <a:spcPts val="375"/>
              </a:spcBef>
              <a:spcAft>
                <a:spcPts val="0"/>
              </a:spcAft>
              <a:buClr>
                <a:schemeClr val="lt1"/>
              </a:buClr>
              <a:buSzPts val="975"/>
              <a:buChar char="–"/>
              <a:defRPr sz="975">
                <a:solidFill>
                  <a:schemeClr val="lt1"/>
                </a:solidFill>
              </a:defRPr>
            </a:lvl8pPr>
            <a:lvl9pPr marL="4114800" lvl="8" indent="-290512" algn="l">
              <a:lnSpc>
                <a:spcPct val="95000"/>
              </a:lnSpc>
              <a:spcBef>
                <a:spcPts val="375"/>
              </a:spcBef>
              <a:spcAft>
                <a:spcPts val="0"/>
              </a:spcAft>
              <a:buClr>
                <a:schemeClr val="lt1"/>
              </a:buClr>
              <a:buSzPts val="975"/>
              <a:buChar char="–"/>
              <a:defRPr sz="975">
                <a:solidFill>
                  <a:schemeClr val="lt1"/>
                </a:solidFill>
              </a:defRPr>
            </a:lvl9pPr>
          </a:lstStyle>
          <a:p>
            <a:endParaRPr/>
          </a:p>
        </p:txBody>
      </p:sp>
      <p:cxnSp>
        <p:nvCxnSpPr>
          <p:cNvPr id="136" name="Google Shape;136;p11"/>
          <p:cNvCxnSpPr/>
          <p:nvPr/>
        </p:nvCxnSpPr>
        <p:spPr>
          <a:xfrm>
            <a:off x="685800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37" name="Google Shape;137;p11"/>
          <p:cNvSpPr txBox="1"/>
          <p:nvPr/>
        </p:nvSpPr>
        <p:spPr>
          <a:xfrm>
            <a:off x="685800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04</a:t>
            </a:r>
            <a:endParaRPr/>
          </a:p>
        </p:txBody>
      </p:sp>
      <p:sp>
        <p:nvSpPr>
          <p:cNvPr id="138" name="Google Shape;138;p11"/>
          <p:cNvSpPr txBox="1">
            <a:spLocks noGrp="1"/>
          </p:cNvSpPr>
          <p:nvPr>
            <p:ph type="body" idx="4"/>
          </p:nvPr>
        </p:nvSpPr>
        <p:spPr>
          <a:xfrm>
            <a:off x="685800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solidFill>
                  <a:schemeClr val="lt1"/>
                </a:solidFill>
              </a:defRPr>
            </a:lvl1pPr>
            <a:lvl2pPr marL="914400" lvl="1" indent="-290512" algn="l">
              <a:lnSpc>
                <a:spcPct val="95000"/>
              </a:lnSpc>
              <a:spcBef>
                <a:spcPts val="750"/>
              </a:spcBef>
              <a:spcAft>
                <a:spcPts val="0"/>
              </a:spcAft>
              <a:buClr>
                <a:schemeClr val="lt1"/>
              </a:buClr>
              <a:buSzPts val="975"/>
              <a:buFont typeface="Arial"/>
              <a:buChar char="▪"/>
              <a:defRPr sz="975">
                <a:solidFill>
                  <a:schemeClr val="lt1"/>
                </a:solidFill>
              </a:defRPr>
            </a:lvl2pPr>
            <a:lvl3pPr marL="1371600" lvl="2" indent="-290512" algn="l">
              <a:lnSpc>
                <a:spcPct val="95000"/>
              </a:lnSpc>
              <a:spcBef>
                <a:spcPts val="375"/>
              </a:spcBef>
              <a:spcAft>
                <a:spcPts val="0"/>
              </a:spcAft>
              <a:buClr>
                <a:schemeClr val="lt1"/>
              </a:buClr>
              <a:buSzPts val="975"/>
              <a:buChar char="–"/>
              <a:defRPr sz="975">
                <a:solidFill>
                  <a:schemeClr val="lt1"/>
                </a:solidFill>
              </a:defRPr>
            </a:lvl3pPr>
            <a:lvl4pPr marL="1828800" lvl="3" indent="-290512" algn="l">
              <a:lnSpc>
                <a:spcPct val="95000"/>
              </a:lnSpc>
              <a:spcBef>
                <a:spcPts val="375"/>
              </a:spcBef>
              <a:spcAft>
                <a:spcPts val="0"/>
              </a:spcAft>
              <a:buClr>
                <a:schemeClr val="lt1"/>
              </a:buClr>
              <a:buSzPts val="975"/>
              <a:buChar char="–"/>
              <a:defRPr sz="975">
                <a:solidFill>
                  <a:schemeClr val="lt1"/>
                </a:solidFill>
              </a:defRPr>
            </a:lvl4pPr>
            <a:lvl5pPr marL="2286000" lvl="4" indent="-290512" algn="l">
              <a:lnSpc>
                <a:spcPct val="95000"/>
              </a:lnSpc>
              <a:spcBef>
                <a:spcPts val="375"/>
              </a:spcBef>
              <a:spcAft>
                <a:spcPts val="0"/>
              </a:spcAft>
              <a:buClr>
                <a:schemeClr val="lt1"/>
              </a:buClr>
              <a:buSzPts val="975"/>
              <a:buChar char="–"/>
              <a:defRPr sz="975">
                <a:solidFill>
                  <a:schemeClr val="lt1"/>
                </a:solidFill>
              </a:defRPr>
            </a:lvl5pPr>
            <a:lvl6pPr marL="2743200" lvl="5" indent="-290512" algn="l">
              <a:lnSpc>
                <a:spcPct val="95000"/>
              </a:lnSpc>
              <a:spcBef>
                <a:spcPts val="375"/>
              </a:spcBef>
              <a:spcAft>
                <a:spcPts val="0"/>
              </a:spcAft>
              <a:buClr>
                <a:schemeClr val="lt1"/>
              </a:buClr>
              <a:buSzPts val="975"/>
              <a:buChar char="–"/>
              <a:defRPr sz="975">
                <a:solidFill>
                  <a:schemeClr val="lt1"/>
                </a:solidFill>
              </a:defRPr>
            </a:lvl6pPr>
            <a:lvl7pPr marL="3200400" lvl="6" indent="-290512" algn="l">
              <a:lnSpc>
                <a:spcPct val="95000"/>
              </a:lnSpc>
              <a:spcBef>
                <a:spcPts val="375"/>
              </a:spcBef>
              <a:spcAft>
                <a:spcPts val="0"/>
              </a:spcAft>
              <a:buClr>
                <a:schemeClr val="lt1"/>
              </a:buClr>
              <a:buSzPts val="975"/>
              <a:buChar char="–"/>
              <a:defRPr sz="975">
                <a:solidFill>
                  <a:schemeClr val="lt1"/>
                </a:solidFill>
              </a:defRPr>
            </a:lvl7pPr>
            <a:lvl8pPr marL="3657600" lvl="7" indent="-290512" algn="l">
              <a:lnSpc>
                <a:spcPct val="95000"/>
              </a:lnSpc>
              <a:spcBef>
                <a:spcPts val="375"/>
              </a:spcBef>
              <a:spcAft>
                <a:spcPts val="0"/>
              </a:spcAft>
              <a:buClr>
                <a:schemeClr val="lt1"/>
              </a:buClr>
              <a:buSzPts val="975"/>
              <a:buChar char="–"/>
              <a:defRPr sz="975">
                <a:solidFill>
                  <a:schemeClr val="lt1"/>
                </a:solidFill>
              </a:defRPr>
            </a:lvl8pPr>
            <a:lvl9pPr marL="4114800" lvl="8" indent="-290512" algn="l">
              <a:lnSpc>
                <a:spcPct val="95000"/>
              </a:lnSpc>
              <a:spcBef>
                <a:spcPts val="375"/>
              </a:spcBef>
              <a:spcAft>
                <a:spcPts val="0"/>
              </a:spcAft>
              <a:buClr>
                <a:schemeClr val="lt1"/>
              </a:buClr>
              <a:buSzPts val="975"/>
              <a:buChar char="–"/>
              <a:defRPr sz="975">
                <a:solidFill>
                  <a:schemeClr val="lt1"/>
                </a:solidFill>
              </a:defRPr>
            </a:lvl9pPr>
          </a:lstStyle>
          <a:p>
            <a:endParaRPr/>
          </a:p>
        </p:txBody>
      </p:sp>
      <p:sp>
        <p:nvSpPr>
          <p:cNvPr id="139" name="Google Shape;139;p11"/>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0" name="Google Shape;140;p11"/>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141" name="Google Shape;141;p11"/>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sp>
        <p:nvSpPr>
          <p:cNvPr id="142" name="Google Shape;142;p11"/>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pic>
        <p:nvPicPr>
          <p:cNvPr id="143" name="Google Shape;143;p11"/>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4 Numbers - White">
  <p:cSld name="4 Numbers - White">
    <p:spTree>
      <p:nvGrpSpPr>
        <p:cNvPr id="1" name="Shape 144"/>
        <p:cNvGrpSpPr/>
        <p:nvPr/>
      </p:nvGrpSpPr>
      <p:grpSpPr>
        <a:xfrm>
          <a:off x="0" y="0"/>
          <a:ext cx="0" cy="0"/>
          <a:chOff x="0" y="0"/>
          <a:chExt cx="0" cy="0"/>
        </a:xfrm>
      </p:grpSpPr>
      <p:sp>
        <p:nvSpPr>
          <p:cNvPr id="145" name="Google Shape;145;p12"/>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46" name="Google Shape;146;p12"/>
          <p:cNvCxnSpPr/>
          <p:nvPr/>
        </p:nvCxnSpPr>
        <p:spPr>
          <a:xfrm>
            <a:off x="41148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47" name="Google Shape;147;p12"/>
          <p:cNvSpPr txBox="1"/>
          <p:nvPr/>
        </p:nvSpPr>
        <p:spPr>
          <a:xfrm>
            <a:off x="41148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01</a:t>
            </a:r>
            <a:endParaRPr/>
          </a:p>
        </p:txBody>
      </p:sp>
      <p:sp>
        <p:nvSpPr>
          <p:cNvPr id="148" name="Google Shape;148;p12"/>
          <p:cNvSpPr txBox="1">
            <a:spLocks noGrp="1"/>
          </p:cNvSpPr>
          <p:nvPr>
            <p:ph type="body" idx="1"/>
          </p:nvPr>
        </p:nvSpPr>
        <p:spPr>
          <a:xfrm>
            <a:off x="41148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Font typeface="Arial"/>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149" name="Google Shape;149;p12"/>
          <p:cNvCxnSpPr/>
          <p:nvPr/>
        </p:nvCxnSpPr>
        <p:spPr>
          <a:xfrm>
            <a:off x="256032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50" name="Google Shape;150;p12"/>
          <p:cNvSpPr txBox="1"/>
          <p:nvPr/>
        </p:nvSpPr>
        <p:spPr>
          <a:xfrm>
            <a:off x="256032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02</a:t>
            </a:r>
            <a:endParaRPr/>
          </a:p>
        </p:txBody>
      </p:sp>
      <p:sp>
        <p:nvSpPr>
          <p:cNvPr id="151" name="Google Shape;151;p12"/>
          <p:cNvSpPr txBox="1">
            <a:spLocks noGrp="1"/>
          </p:cNvSpPr>
          <p:nvPr>
            <p:ph type="body" idx="2"/>
          </p:nvPr>
        </p:nvSpPr>
        <p:spPr>
          <a:xfrm>
            <a:off x="256032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152" name="Google Shape;152;p12"/>
          <p:cNvCxnSpPr/>
          <p:nvPr/>
        </p:nvCxnSpPr>
        <p:spPr>
          <a:xfrm>
            <a:off x="470916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53" name="Google Shape;153;p12"/>
          <p:cNvSpPr txBox="1"/>
          <p:nvPr/>
        </p:nvSpPr>
        <p:spPr>
          <a:xfrm>
            <a:off x="470916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03</a:t>
            </a:r>
            <a:endParaRPr/>
          </a:p>
        </p:txBody>
      </p:sp>
      <p:sp>
        <p:nvSpPr>
          <p:cNvPr id="154" name="Google Shape;154;p12"/>
          <p:cNvSpPr txBox="1">
            <a:spLocks noGrp="1"/>
          </p:cNvSpPr>
          <p:nvPr>
            <p:ph type="body" idx="3"/>
          </p:nvPr>
        </p:nvSpPr>
        <p:spPr>
          <a:xfrm>
            <a:off x="470916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155" name="Google Shape;155;p12"/>
          <p:cNvCxnSpPr/>
          <p:nvPr/>
        </p:nvCxnSpPr>
        <p:spPr>
          <a:xfrm>
            <a:off x="685800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56" name="Google Shape;156;p12"/>
          <p:cNvSpPr txBox="1"/>
          <p:nvPr/>
        </p:nvSpPr>
        <p:spPr>
          <a:xfrm>
            <a:off x="685800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04</a:t>
            </a:r>
            <a:endParaRPr/>
          </a:p>
        </p:txBody>
      </p:sp>
      <p:sp>
        <p:nvSpPr>
          <p:cNvPr id="157" name="Google Shape;157;p12"/>
          <p:cNvSpPr txBox="1">
            <a:spLocks noGrp="1"/>
          </p:cNvSpPr>
          <p:nvPr>
            <p:ph type="body" idx="4"/>
          </p:nvPr>
        </p:nvSpPr>
        <p:spPr>
          <a:xfrm>
            <a:off x="685800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58" name="Google Shape;158;p12"/>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9" name="Google Shape;159;p12"/>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8 Numbers">
  <p:cSld name="8 Numbers">
    <p:bg>
      <p:bgPr>
        <a:solidFill>
          <a:srgbClr val="221F20"/>
        </a:solidFill>
        <a:effectLst/>
      </p:bgPr>
    </p:bg>
    <p:spTree>
      <p:nvGrpSpPr>
        <p:cNvPr id="1" name="Shape 160"/>
        <p:cNvGrpSpPr/>
        <p:nvPr/>
      </p:nvGrpSpPr>
      <p:grpSpPr>
        <a:xfrm>
          <a:off x="0" y="0"/>
          <a:ext cx="0" cy="0"/>
          <a:chOff x="0" y="0"/>
          <a:chExt cx="0" cy="0"/>
        </a:xfrm>
      </p:grpSpPr>
      <p:sp>
        <p:nvSpPr>
          <p:cNvPr id="161" name="Google Shape;161;p13"/>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62" name="Google Shape;162;p13"/>
          <p:cNvCxnSpPr/>
          <p:nvPr/>
        </p:nvCxnSpPr>
        <p:spPr>
          <a:xfrm>
            <a:off x="41148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63" name="Google Shape;163;p13"/>
          <p:cNvSpPr txBox="1"/>
          <p:nvPr/>
        </p:nvSpPr>
        <p:spPr>
          <a:xfrm>
            <a:off x="41148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01</a:t>
            </a:r>
            <a:endParaRPr/>
          </a:p>
        </p:txBody>
      </p:sp>
      <p:sp>
        <p:nvSpPr>
          <p:cNvPr id="164" name="Google Shape;164;p13"/>
          <p:cNvSpPr txBox="1">
            <a:spLocks noGrp="1"/>
          </p:cNvSpPr>
          <p:nvPr>
            <p:ph type="body" idx="1"/>
          </p:nvPr>
        </p:nvSpPr>
        <p:spPr>
          <a:xfrm>
            <a:off x="41148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65" name="Google Shape;165;p13"/>
          <p:cNvCxnSpPr/>
          <p:nvPr/>
        </p:nvCxnSpPr>
        <p:spPr>
          <a:xfrm>
            <a:off x="256032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66" name="Google Shape;166;p13"/>
          <p:cNvSpPr txBox="1"/>
          <p:nvPr/>
        </p:nvSpPr>
        <p:spPr>
          <a:xfrm>
            <a:off x="256032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02</a:t>
            </a:r>
            <a:endParaRPr/>
          </a:p>
        </p:txBody>
      </p:sp>
      <p:sp>
        <p:nvSpPr>
          <p:cNvPr id="167" name="Google Shape;167;p13"/>
          <p:cNvSpPr txBox="1">
            <a:spLocks noGrp="1"/>
          </p:cNvSpPr>
          <p:nvPr>
            <p:ph type="body" idx="2"/>
          </p:nvPr>
        </p:nvSpPr>
        <p:spPr>
          <a:xfrm>
            <a:off x="256032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68" name="Google Shape;168;p13"/>
          <p:cNvCxnSpPr/>
          <p:nvPr/>
        </p:nvCxnSpPr>
        <p:spPr>
          <a:xfrm>
            <a:off x="470916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69" name="Google Shape;169;p13"/>
          <p:cNvSpPr txBox="1"/>
          <p:nvPr/>
        </p:nvSpPr>
        <p:spPr>
          <a:xfrm>
            <a:off x="470916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03</a:t>
            </a:r>
            <a:endParaRPr/>
          </a:p>
        </p:txBody>
      </p:sp>
      <p:sp>
        <p:nvSpPr>
          <p:cNvPr id="170" name="Google Shape;170;p13"/>
          <p:cNvSpPr txBox="1">
            <a:spLocks noGrp="1"/>
          </p:cNvSpPr>
          <p:nvPr>
            <p:ph type="body" idx="3"/>
          </p:nvPr>
        </p:nvSpPr>
        <p:spPr>
          <a:xfrm>
            <a:off x="470916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71" name="Google Shape;171;p13"/>
          <p:cNvCxnSpPr/>
          <p:nvPr/>
        </p:nvCxnSpPr>
        <p:spPr>
          <a:xfrm>
            <a:off x="685800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72" name="Google Shape;172;p13"/>
          <p:cNvSpPr txBox="1"/>
          <p:nvPr/>
        </p:nvSpPr>
        <p:spPr>
          <a:xfrm>
            <a:off x="685800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04</a:t>
            </a:r>
            <a:endParaRPr/>
          </a:p>
        </p:txBody>
      </p:sp>
      <p:sp>
        <p:nvSpPr>
          <p:cNvPr id="173" name="Google Shape;173;p13"/>
          <p:cNvSpPr txBox="1">
            <a:spLocks noGrp="1"/>
          </p:cNvSpPr>
          <p:nvPr>
            <p:ph type="body" idx="4"/>
          </p:nvPr>
        </p:nvSpPr>
        <p:spPr>
          <a:xfrm>
            <a:off x="685800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74" name="Google Shape;174;p13"/>
          <p:cNvCxnSpPr/>
          <p:nvPr/>
        </p:nvCxnSpPr>
        <p:spPr>
          <a:xfrm>
            <a:off x="411480" y="29146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75" name="Google Shape;175;p13"/>
          <p:cNvSpPr txBox="1"/>
          <p:nvPr/>
        </p:nvSpPr>
        <p:spPr>
          <a:xfrm>
            <a:off x="41148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05</a:t>
            </a:r>
            <a:endParaRPr/>
          </a:p>
        </p:txBody>
      </p:sp>
      <p:sp>
        <p:nvSpPr>
          <p:cNvPr id="176" name="Google Shape;176;p13"/>
          <p:cNvSpPr txBox="1">
            <a:spLocks noGrp="1"/>
          </p:cNvSpPr>
          <p:nvPr>
            <p:ph type="body" idx="5"/>
          </p:nvPr>
        </p:nvSpPr>
        <p:spPr>
          <a:xfrm>
            <a:off x="41148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77" name="Google Shape;177;p13"/>
          <p:cNvCxnSpPr/>
          <p:nvPr/>
        </p:nvCxnSpPr>
        <p:spPr>
          <a:xfrm>
            <a:off x="2560320" y="29146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78" name="Google Shape;178;p13"/>
          <p:cNvSpPr txBox="1"/>
          <p:nvPr/>
        </p:nvSpPr>
        <p:spPr>
          <a:xfrm>
            <a:off x="256032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06</a:t>
            </a:r>
            <a:endParaRPr/>
          </a:p>
        </p:txBody>
      </p:sp>
      <p:sp>
        <p:nvSpPr>
          <p:cNvPr id="179" name="Google Shape;179;p13"/>
          <p:cNvSpPr txBox="1">
            <a:spLocks noGrp="1"/>
          </p:cNvSpPr>
          <p:nvPr>
            <p:ph type="body" idx="6"/>
          </p:nvPr>
        </p:nvSpPr>
        <p:spPr>
          <a:xfrm>
            <a:off x="256032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80" name="Google Shape;180;p13"/>
          <p:cNvCxnSpPr/>
          <p:nvPr/>
        </p:nvCxnSpPr>
        <p:spPr>
          <a:xfrm>
            <a:off x="4709160" y="29146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81" name="Google Shape;181;p13"/>
          <p:cNvSpPr txBox="1"/>
          <p:nvPr/>
        </p:nvSpPr>
        <p:spPr>
          <a:xfrm>
            <a:off x="470916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07</a:t>
            </a:r>
            <a:endParaRPr/>
          </a:p>
        </p:txBody>
      </p:sp>
      <p:sp>
        <p:nvSpPr>
          <p:cNvPr id="182" name="Google Shape;182;p13"/>
          <p:cNvSpPr txBox="1">
            <a:spLocks noGrp="1"/>
          </p:cNvSpPr>
          <p:nvPr>
            <p:ph type="body" idx="7"/>
          </p:nvPr>
        </p:nvSpPr>
        <p:spPr>
          <a:xfrm>
            <a:off x="470916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83" name="Google Shape;183;p13"/>
          <p:cNvCxnSpPr/>
          <p:nvPr/>
        </p:nvCxnSpPr>
        <p:spPr>
          <a:xfrm>
            <a:off x="6858000" y="29146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84" name="Google Shape;184;p13"/>
          <p:cNvSpPr txBox="1"/>
          <p:nvPr/>
        </p:nvSpPr>
        <p:spPr>
          <a:xfrm>
            <a:off x="685800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08</a:t>
            </a:r>
            <a:endParaRPr/>
          </a:p>
        </p:txBody>
      </p:sp>
      <p:sp>
        <p:nvSpPr>
          <p:cNvPr id="185" name="Google Shape;185;p13"/>
          <p:cNvSpPr txBox="1">
            <a:spLocks noGrp="1"/>
          </p:cNvSpPr>
          <p:nvPr>
            <p:ph type="body" idx="8"/>
          </p:nvPr>
        </p:nvSpPr>
        <p:spPr>
          <a:xfrm>
            <a:off x="685800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sp>
        <p:nvSpPr>
          <p:cNvPr id="186" name="Google Shape;186;p13"/>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7" name="Google Shape;187;p13"/>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188" name="Google Shape;188;p13"/>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sp>
        <p:nvSpPr>
          <p:cNvPr id="189" name="Google Shape;189;p13"/>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pic>
        <p:nvPicPr>
          <p:cNvPr id="190" name="Google Shape;190;p13"/>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8 Numbers - White">
  <p:cSld name="8 Numbers - White">
    <p:spTree>
      <p:nvGrpSpPr>
        <p:cNvPr id="1" name="Shape 191"/>
        <p:cNvGrpSpPr/>
        <p:nvPr/>
      </p:nvGrpSpPr>
      <p:grpSpPr>
        <a:xfrm>
          <a:off x="0" y="0"/>
          <a:ext cx="0" cy="0"/>
          <a:chOff x="0" y="0"/>
          <a:chExt cx="0" cy="0"/>
        </a:xfrm>
      </p:grpSpPr>
      <p:sp>
        <p:nvSpPr>
          <p:cNvPr id="192" name="Google Shape;192;p14"/>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93" name="Google Shape;193;p14"/>
          <p:cNvCxnSpPr/>
          <p:nvPr/>
        </p:nvCxnSpPr>
        <p:spPr>
          <a:xfrm>
            <a:off x="41148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94" name="Google Shape;194;p14"/>
          <p:cNvSpPr txBox="1"/>
          <p:nvPr/>
        </p:nvSpPr>
        <p:spPr>
          <a:xfrm>
            <a:off x="41148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01</a:t>
            </a:r>
            <a:endParaRPr/>
          </a:p>
        </p:txBody>
      </p:sp>
      <p:sp>
        <p:nvSpPr>
          <p:cNvPr id="195" name="Google Shape;195;p14"/>
          <p:cNvSpPr txBox="1">
            <a:spLocks noGrp="1"/>
          </p:cNvSpPr>
          <p:nvPr>
            <p:ph type="body" idx="1"/>
          </p:nvPr>
        </p:nvSpPr>
        <p:spPr>
          <a:xfrm>
            <a:off x="41148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196" name="Google Shape;196;p14"/>
          <p:cNvCxnSpPr/>
          <p:nvPr/>
        </p:nvCxnSpPr>
        <p:spPr>
          <a:xfrm>
            <a:off x="256032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97" name="Google Shape;197;p14"/>
          <p:cNvSpPr txBox="1"/>
          <p:nvPr/>
        </p:nvSpPr>
        <p:spPr>
          <a:xfrm>
            <a:off x="256032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02</a:t>
            </a:r>
            <a:endParaRPr/>
          </a:p>
        </p:txBody>
      </p:sp>
      <p:sp>
        <p:nvSpPr>
          <p:cNvPr id="198" name="Google Shape;198;p14"/>
          <p:cNvSpPr txBox="1">
            <a:spLocks noGrp="1"/>
          </p:cNvSpPr>
          <p:nvPr>
            <p:ph type="body" idx="2"/>
          </p:nvPr>
        </p:nvSpPr>
        <p:spPr>
          <a:xfrm>
            <a:off x="256032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199" name="Google Shape;199;p14"/>
          <p:cNvCxnSpPr/>
          <p:nvPr/>
        </p:nvCxnSpPr>
        <p:spPr>
          <a:xfrm>
            <a:off x="470916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00" name="Google Shape;200;p14"/>
          <p:cNvSpPr txBox="1"/>
          <p:nvPr/>
        </p:nvSpPr>
        <p:spPr>
          <a:xfrm>
            <a:off x="470916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03</a:t>
            </a:r>
            <a:endParaRPr/>
          </a:p>
        </p:txBody>
      </p:sp>
      <p:sp>
        <p:nvSpPr>
          <p:cNvPr id="201" name="Google Shape;201;p14"/>
          <p:cNvSpPr txBox="1">
            <a:spLocks noGrp="1"/>
          </p:cNvSpPr>
          <p:nvPr>
            <p:ph type="body" idx="3"/>
          </p:nvPr>
        </p:nvSpPr>
        <p:spPr>
          <a:xfrm>
            <a:off x="470916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202" name="Google Shape;202;p14"/>
          <p:cNvCxnSpPr/>
          <p:nvPr/>
        </p:nvCxnSpPr>
        <p:spPr>
          <a:xfrm>
            <a:off x="685800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03" name="Google Shape;203;p14"/>
          <p:cNvSpPr txBox="1"/>
          <p:nvPr/>
        </p:nvSpPr>
        <p:spPr>
          <a:xfrm>
            <a:off x="685800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04</a:t>
            </a:r>
            <a:endParaRPr/>
          </a:p>
        </p:txBody>
      </p:sp>
      <p:sp>
        <p:nvSpPr>
          <p:cNvPr id="204" name="Google Shape;204;p14"/>
          <p:cNvSpPr txBox="1">
            <a:spLocks noGrp="1"/>
          </p:cNvSpPr>
          <p:nvPr>
            <p:ph type="body" idx="4"/>
          </p:nvPr>
        </p:nvSpPr>
        <p:spPr>
          <a:xfrm>
            <a:off x="685800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205" name="Google Shape;205;p14"/>
          <p:cNvCxnSpPr/>
          <p:nvPr/>
        </p:nvCxnSpPr>
        <p:spPr>
          <a:xfrm>
            <a:off x="411480" y="29146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06" name="Google Shape;206;p14"/>
          <p:cNvSpPr txBox="1"/>
          <p:nvPr/>
        </p:nvSpPr>
        <p:spPr>
          <a:xfrm>
            <a:off x="41148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05</a:t>
            </a:r>
            <a:endParaRPr/>
          </a:p>
        </p:txBody>
      </p:sp>
      <p:sp>
        <p:nvSpPr>
          <p:cNvPr id="207" name="Google Shape;207;p14"/>
          <p:cNvSpPr txBox="1">
            <a:spLocks noGrp="1"/>
          </p:cNvSpPr>
          <p:nvPr>
            <p:ph type="body" idx="5"/>
          </p:nvPr>
        </p:nvSpPr>
        <p:spPr>
          <a:xfrm>
            <a:off x="41148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208" name="Google Shape;208;p14"/>
          <p:cNvCxnSpPr/>
          <p:nvPr/>
        </p:nvCxnSpPr>
        <p:spPr>
          <a:xfrm>
            <a:off x="2560320" y="29146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09" name="Google Shape;209;p14"/>
          <p:cNvSpPr txBox="1"/>
          <p:nvPr/>
        </p:nvSpPr>
        <p:spPr>
          <a:xfrm>
            <a:off x="256032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06</a:t>
            </a:r>
            <a:endParaRPr/>
          </a:p>
        </p:txBody>
      </p:sp>
      <p:sp>
        <p:nvSpPr>
          <p:cNvPr id="210" name="Google Shape;210;p14"/>
          <p:cNvSpPr txBox="1">
            <a:spLocks noGrp="1"/>
          </p:cNvSpPr>
          <p:nvPr>
            <p:ph type="body" idx="6"/>
          </p:nvPr>
        </p:nvSpPr>
        <p:spPr>
          <a:xfrm>
            <a:off x="256032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211" name="Google Shape;211;p14"/>
          <p:cNvCxnSpPr/>
          <p:nvPr/>
        </p:nvCxnSpPr>
        <p:spPr>
          <a:xfrm>
            <a:off x="4709160" y="29146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12" name="Google Shape;212;p14"/>
          <p:cNvSpPr txBox="1"/>
          <p:nvPr/>
        </p:nvSpPr>
        <p:spPr>
          <a:xfrm>
            <a:off x="470916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07</a:t>
            </a:r>
            <a:endParaRPr/>
          </a:p>
        </p:txBody>
      </p:sp>
      <p:sp>
        <p:nvSpPr>
          <p:cNvPr id="213" name="Google Shape;213;p14"/>
          <p:cNvSpPr txBox="1">
            <a:spLocks noGrp="1"/>
          </p:cNvSpPr>
          <p:nvPr>
            <p:ph type="body" idx="7"/>
          </p:nvPr>
        </p:nvSpPr>
        <p:spPr>
          <a:xfrm>
            <a:off x="470916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214" name="Google Shape;214;p14"/>
          <p:cNvCxnSpPr/>
          <p:nvPr/>
        </p:nvCxnSpPr>
        <p:spPr>
          <a:xfrm>
            <a:off x="6858000" y="29146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15" name="Google Shape;215;p14"/>
          <p:cNvSpPr txBox="1"/>
          <p:nvPr/>
        </p:nvSpPr>
        <p:spPr>
          <a:xfrm>
            <a:off x="685800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08</a:t>
            </a:r>
            <a:endParaRPr/>
          </a:p>
        </p:txBody>
      </p:sp>
      <p:sp>
        <p:nvSpPr>
          <p:cNvPr id="216" name="Google Shape;216;p14"/>
          <p:cNvSpPr txBox="1">
            <a:spLocks noGrp="1"/>
          </p:cNvSpPr>
          <p:nvPr>
            <p:ph type="body" idx="8"/>
          </p:nvPr>
        </p:nvSpPr>
        <p:spPr>
          <a:xfrm>
            <a:off x="685800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217" name="Google Shape;217;p14"/>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8" name="Google Shape;218;p14"/>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ull Image">
  <p:cSld name="Full Image">
    <p:spTree>
      <p:nvGrpSpPr>
        <p:cNvPr id="1" name="Shape 219"/>
        <p:cNvGrpSpPr/>
        <p:nvPr/>
      </p:nvGrpSpPr>
      <p:grpSpPr>
        <a:xfrm>
          <a:off x="0" y="0"/>
          <a:ext cx="0" cy="0"/>
          <a:chOff x="0" y="0"/>
          <a:chExt cx="0" cy="0"/>
        </a:xfrm>
      </p:grpSpPr>
      <p:sp>
        <p:nvSpPr>
          <p:cNvPr id="220" name="Google Shape;220;p15"/>
          <p:cNvSpPr>
            <a:spLocks noGrp="1"/>
          </p:cNvSpPr>
          <p:nvPr>
            <p:ph type="pic" idx="2"/>
          </p:nvPr>
        </p:nvSpPr>
        <p:spPr>
          <a:xfrm>
            <a:off x="0" y="171450"/>
            <a:ext cx="9144000" cy="4800600"/>
          </a:xfrm>
          <a:prstGeom prst="rect">
            <a:avLst/>
          </a:prstGeom>
          <a:solidFill>
            <a:srgbClr val="D5D5D7"/>
          </a:solidFill>
          <a:ln>
            <a:noFill/>
          </a:ln>
        </p:spPr>
      </p:sp>
      <p:sp>
        <p:nvSpPr>
          <p:cNvPr id="221" name="Google Shape;221;p15"/>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2" name="Google Shape;222;p15"/>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3" name="Google Shape;223;p15"/>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pic>
        <p:nvPicPr>
          <p:cNvPr id="224" name="Google Shape;224;p15"/>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ntent and Image 01">
  <p:cSld name="Content and Image 01">
    <p:spTree>
      <p:nvGrpSpPr>
        <p:cNvPr id="1" name="Shape 225"/>
        <p:cNvGrpSpPr/>
        <p:nvPr/>
      </p:nvGrpSpPr>
      <p:grpSpPr>
        <a:xfrm>
          <a:off x="0" y="0"/>
          <a:ext cx="0" cy="0"/>
          <a:chOff x="0" y="0"/>
          <a:chExt cx="0" cy="0"/>
        </a:xfrm>
      </p:grpSpPr>
      <p:sp>
        <p:nvSpPr>
          <p:cNvPr id="226" name="Google Shape;226;p16"/>
          <p:cNvSpPr txBox="1">
            <a:spLocks noGrp="1"/>
          </p:cNvSpPr>
          <p:nvPr>
            <p:ph type="title"/>
          </p:nvPr>
        </p:nvSpPr>
        <p:spPr>
          <a:xfrm>
            <a:off x="411480" y="308611"/>
            <a:ext cx="402336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100"/>
              <a:buFont typeface="Arial"/>
              <a:buNone/>
              <a:defRPr sz="21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7" name="Google Shape;227;p16"/>
          <p:cNvSpPr txBox="1">
            <a:spLocks noGrp="1"/>
          </p:cNvSpPr>
          <p:nvPr>
            <p:ph type="body" idx="1"/>
          </p:nvPr>
        </p:nvSpPr>
        <p:spPr>
          <a:xfrm>
            <a:off x="411479" y="1200150"/>
            <a:ext cx="4023360"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228" name="Google Shape;228;p16"/>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6"/>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230" name="Google Shape;230;p16"/>
          <p:cNvSpPr>
            <a:spLocks noGrp="1"/>
          </p:cNvSpPr>
          <p:nvPr>
            <p:ph type="pic" idx="2"/>
          </p:nvPr>
        </p:nvSpPr>
        <p:spPr>
          <a:xfrm>
            <a:off x="4708528" y="807244"/>
            <a:ext cx="4024311" cy="3821906"/>
          </a:xfrm>
          <a:prstGeom prst="rect">
            <a:avLst/>
          </a:prstGeom>
          <a:solidFill>
            <a:srgbClr val="D5D5D7"/>
          </a:solidFill>
          <a:ln>
            <a:noFill/>
          </a:ln>
        </p:spPr>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t and Image 02">
  <p:cSld name="Content and Image 02">
    <p:spTree>
      <p:nvGrpSpPr>
        <p:cNvPr id="1" name="Shape 231"/>
        <p:cNvGrpSpPr/>
        <p:nvPr/>
      </p:nvGrpSpPr>
      <p:grpSpPr>
        <a:xfrm>
          <a:off x="0" y="0"/>
          <a:ext cx="0" cy="0"/>
          <a:chOff x="0" y="0"/>
          <a:chExt cx="0" cy="0"/>
        </a:xfrm>
      </p:grpSpPr>
      <p:sp>
        <p:nvSpPr>
          <p:cNvPr id="232" name="Google Shape;232;p17"/>
          <p:cNvSpPr>
            <a:spLocks noGrp="1"/>
          </p:cNvSpPr>
          <p:nvPr>
            <p:ph type="pic" idx="2"/>
          </p:nvPr>
        </p:nvSpPr>
        <p:spPr>
          <a:xfrm>
            <a:off x="411479" y="308610"/>
            <a:ext cx="8321040" cy="2331720"/>
          </a:xfrm>
          <a:prstGeom prst="rect">
            <a:avLst/>
          </a:prstGeom>
          <a:solidFill>
            <a:srgbClr val="D5D5D7"/>
          </a:solidFill>
          <a:ln>
            <a:noFill/>
          </a:ln>
        </p:spPr>
      </p:sp>
      <p:sp>
        <p:nvSpPr>
          <p:cNvPr id="233" name="Google Shape;233;p17"/>
          <p:cNvSpPr txBox="1">
            <a:spLocks noGrp="1"/>
          </p:cNvSpPr>
          <p:nvPr>
            <p:ph type="title"/>
          </p:nvPr>
        </p:nvSpPr>
        <p:spPr>
          <a:xfrm>
            <a:off x="411480" y="2846070"/>
            <a:ext cx="402336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100"/>
              <a:buFont typeface="Arial"/>
              <a:buNone/>
              <a:defRPr sz="21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4" name="Google Shape;234;p17"/>
          <p:cNvSpPr txBox="1">
            <a:spLocks noGrp="1"/>
          </p:cNvSpPr>
          <p:nvPr>
            <p:ph type="body" idx="1"/>
          </p:nvPr>
        </p:nvSpPr>
        <p:spPr>
          <a:xfrm>
            <a:off x="4709159" y="2846070"/>
            <a:ext cx="4023360" cy="178308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235" name="Google Shape;235;p17"/>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7"/>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2390">
          <p15:clr>
            <a:srgbClr val="A4A3A4"/>
          </p15:clr>
        </p15:guide>
        <p15:guide id="2" orient="horz" pos="3888">
          <p15:clr>
            <a:srgbClr val="A4A3A4"/>
          </p15:clr>
        </p15:guide>
        <p15:guide id="3" orient="horz" pos="2218">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ntent and 2 Images">
  <p:cSld name="Content and 2 Images">
    <p:spTree>
      <p:nvGrpSpPr>
        <p:cNvPr id="1" name="Shape 237"/>
        <p:cNvGrpSpPr/>
        <p:nvPr/>
      </p:nvGrpSpPr>
      <p:grpSpPr>
        <a:xfrm>
          <a:off x="0" y="0"/>
          <a:ext cx="0" cy="0"/>
          <a:chOff x="0" y="0"/>
          <a:chExt cx="0" cy="0"/>
        </a:xfrm>
      </p:grpSpPr>
      <p:sp>
        <p:nvSpPr>
          <p:cNvPr id="238" name="Google Shape;238;p18"/>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9" name="Google Shape;239;p18"/>
          <p:cNvSpPr>
            <a:spLocks noGrp="1"/>
          </p:cNvSpPr>
          <p:nvPr>
            <p:ph type="pic" idx="2"/>
          </p:nvPr>
        </p:nvSpPr>
        <p:spPr>
          <a:xfrm>
            <a:off x="411479" y="1200150"/>
            <a:ext cx="4023360" cy="1714500"/>
          </a:xfrm>
          <a:prstGeom prst="rect">
            <a:avLst/>
          </a:prstGeom>
          <a:solidFill>
            <a:srgbClr val="D5D5D7"/>
          </a:solidFill>
          <a:ln>
            <a:noFill/>
          </a:ln>
        </p:spPr>
      </p:sp>
      <p:sp>
        <p:nvSpPr>
          <p:cNvPr id="240" name="Google Shape;240;p18"/>
          <p:cNvSpPr txBox="1">
            <a:spLocks noGrp="1"/>
          </p:cNvSpPr>
          <p:nvPr>
            <p:ph type="body" idx="1"/>
          </p:nvPr>
        </p:nvSpPr>
        <p:spPr>
          <a:xfrm>
            <a:off x="411478" y="3086100"/>
            <a:ext cx="4023360"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350"/>
              <a:buFont typeface="Arial"/>
              <a:buNone/>
              <a:defRPr sz="1350" b="1"/>
            </a:lvl1pPr>
            <a:lvl2pPr marL="914400" lvl="1" indent="-228600" algn="l">
              <a:lnSpc>
                <a:spcPct val="95000"/>
              </a:lnSpc>
              <a:spcBef>
                <a:spcPts val="0"/>
              </a:spcBef>
              <a:spcAft>
                <a:spcPts val="0"/>
              </a:spcAft>
              <a:buClr>
                <a:schemeClr val="dk1"/>
              </a:buClr>
              <a:buSzPts val="1350"/>
              <a:buFont typeface="Arial"/>
              <a:buNone/>
              <a:defRPr sz="1350" b="1"/>
            </a:lvl2pPr>
            <a:lvl3pPr marL="1371600" lvl="2" indent="-228600" algn="l">
              <a:lnSpc>
                <a:spcPct val="95000"/>
              </a:lnSpc>
              <a:spcBef>
                <a:spcPts val="0"/>
              </a:spcBef>
              <a:spcAft>
                <a:spcPts val="0"/>
              </a:spcAft>
              <a:buClr>
                <a:schemeClr val="dk1"/>
              </a:buClr>
              <a:buSzPts val="1350"/>
              <a:buFont typeface="Arial"/>
              <a:buNone/>
              <a:defRPr sz="1350" b="1"/>
            </a:lvl3pPr>
            <a:lvl4pPr marL="1828800" lvl="3" indent="-228600" algn="l">
              <a:lnSpc>
                <a:spcPct val="95000"/>
              </a:lnSpc>
              <a:spcBef>
                <a:spcPts val="0"/>
              </a:spcBef>
              <a:spcAft>
                <a:spcPts val="0"/>
              </a:spcAft>
              <a:buClr>
                <a:schemeClr val="dk1"/>
              </a:buClr>
              <a:buSzPts val="1350"/>
              <a:buFont typeface="Arial"/>
              <a:buNone/>
              <a:defRPr sz="1350" b="1"/>
            </a:lvl4pPr>
            <a:lvl5pPr marL="2286000" lvl="4" indent="-228600" algn="l">
              <a:lnSpc>
                <a:spcPct val="95000"/>
              </a:lnSpc>
              <a:spcBef>
                <a:spcPts val="0"/>
              </a:spcBef>
              <a:spcAft>
                <a:spcPts val="0"/>
              </a:spcAft>
              <a:buClr>
                <a:schemeClr val="dk1"/>
              </a:buClr>
              <a:buSzPts val="1350"/>
              <a:buFont typeface="Arial"/>
              <a:buNone/>
              <a:defRPr sz="1350" b="1"/>
            </a:lvl5pPr>
            <a:lvl6pPr marL="2743200" lvl="5" indent="-228600" algn="l">
              <a:lnSpc>
                <a:spcPct val="95000"/>
              </a:lnSpc>
              <a:spcBef>
                <a:spcPts val="0"/>
              </a:spcBef>
              <a:spcAft>
                <a:spcPts val="0"/>
              </a:spcAft>
              <a:buClr>
                <a:schemeClr val="dk1"/>
              </a:buClr>
              <a:buSzPts val="1350"/>
              <a:buFont typeface="Arial"/>
              <a:buNone/>
              <a:defRPr sz="1350" b="1"/>
            </a:lvl6pPr>
            <a:lvl7pPr marL="3200400" lvl="6" indent="-228600" algn="l">
              <a:lnSpc>
                <a:spcPct val="95000"/>
              </a:lnSpc>
              <a:spcBef>
                <a:spcPts val="0"/>
              </a:spcBef>
              <a:spcAft>
                <a:spcPts val="0"/>
              </a:spcAft>
              <a:buClr>
                <a:schemeClr val="dk1"/>
              </a:buClr>
              <a:buSzPts val="1350"/>
              <a:buFont typeface="Arial"/>
              <a:buNone/>
              <a:defRPr sz="1350" b="1"/>
            </a:lvl7pPr>
            <a:lvl8pPr marL="3657600" lvl="7" indent="-228600" algn="l">
              <a:lnSpc>
                <a:spcPct val="95000"/>
              </a:lnSpc>
              <a:spcBef>
                <a:spcPts val="0"/>
              </a:spcBef>
              <a:spcAft>
                <a:spcPts val="0"/>
              </a:spcAft>
              <a:buClr>
                <a:schemeClr val="dk1"/>
              </a:buClr>
              <a:buSzPts val="1350"/>
              <a:buFont typeface="Arial"/>
              <a:buNone/>
              <a:defRPr sz="1350" b="1"/>
            </a:lvl8pPr>
            <a:lvl9pPr marL="4114800" lvl="8" indent="-228600" algn="l">
              <a:lnSpc>
                <a:spcPct val="95000"/>
              </a:lnSpc>
              <a:spcBef>
                <a:spcPts val="0"/>
              </a:spcBef>
              <a:spcAft>
                <a:spcPts val="0"/>
              </a:spcAft>
              <a:buClr>
                <a:schemeClr val="dk1"/>
              </a:buClr>
              <a:buSzPts val="1350"/>
              <a:buFont typeface="Arial"/>
              <a:buNone/>
              <a:defRPr sz="1350" b="1"/>
            </a:lvl9pPr>
          </a:lstStyle>
          <a:p>
            <a:endParaRPr/>
          </a:p>
        </p:txBody>
      </p:sp>
      <p:sp>
        <p:nvSpPr>
          <p:cNvPr id="241" name="Google Shape;241;p18"/>
          <p:cNvSpPr txBox="1">
            <a:spLocks noGrp="1"/>
          </p:cNvSpPr>
          <p:nvPr>
            <p:ph type="body" idx="3"/>
          </p:nvPr>
        </p:nvSpPr>
        <p:spPr>
          <a:xfrm>
            <a:off x="411479" y="3394710"/>
            <a:ext cx="4023360" cy="1234440"/>
          </a:xfrm>
          <a:prstGeom prst="rect">
            <a:avLst/>
          </a:prstGeom>
          <a:noFill/>
          <a:ln>
            <a:noFill/>
          </a:ln>
        </p:spPr>
        <p:txBody>
          <a:bodyPr spcFirstLastPara="1" wrap="square" lIns="0" tIns="0" rIns="0" bIns="0" anchor="t" anchorCtr="0">
            <a:noAutofit/>
          </a:bodyPr>
          <a:lstStyle>
            <a:lvl1pPr marL="457200" lvl="0" indent="-300037" algn="l">
              <a:lnSpc>
                <a:spcPct val="95000"/>
              </a:lnSpc>
              <a:spcBef>
                <a:spcPts val="750"/>
              </a:spcBef>
              <a:spcAft>
                <a:spcPts val="0"/>
              </a:spcAft>
              <a:buClr>
                <a:schemeClr val="dk1"/>
              </a:buClr>
              <a:buSzPts val="1125"/>
              <a:buChar char="▪"/>
              <a:defRPr sz="1125"/>
            </a:lvl1pPr>
            <a:lvl2pPr marL="914400" lvl="1" indent="-300037" algn="l">
              <a:lnSpc>
                <a:spcPct val="95000"/>
              </a:lnSpc>
              <a:spcBef>
                <a:spcPts val="375"/>
              </a:spcBef>
              <a:spcAft>
                <a:spcPts val="0"/>
              </a:spcAft>
              <a:buClr>
                <a:schemeClr val="dk1"/>
              </a:buClr>
              <a:buSzPts val="1125"/>
              <a:buChar char="–"/>
              <a:defRPr sz="1125"/>
            </a:lvl2pPr>
            <a:lvl3pPr marL="1371600" lvl="2" indent="-300037" algn="l">
              <a:lnSpc>
                <a:spcPct val="95000"/>
              </a:lnSpc>
              <a:spcBef>
                <a:spcPts val="375"/>
              </a:spcBef>
              <a:spcAft>
                <a:spcPts val="0"/>
              </a:spcAft>
              <a:buClr>
                <a:schemeClr val="dk1"/>
              </a:buClr>
              <a:buSzPts val="1125"/>
              <a:buChar char="–"/>
              <a:defRPr sz="1125"/>
            </a:lvl3pPr>
            <a:lvl4pPr marL="1828800" lvl="3" indent="-300037" algn="l">
              <a:lnSpc>
                <a:spcPct val="95000"/>
              </a:lnSpc>
              <a:spcBef>
                <a:spcPts val="375"/>
              </a:spcBef>
              <a:spcAft>
                <a:spcPts val="0"/>
              </a:spcAft>
              <a:buClr>
                <a:schemeClr val="dk1"/>
              </a:buClr>
              <a:buSzPts val="1125"/>
              <a:buChar char="–"/>
              <a:defRPr sz="1125"/>
            </a:lvl4pPr>
            <a:lvl5pPr marL="2286000" lvl="4" indent="-300037" algn="l">
              <a:lnSpc>
                <a:spcPct val="95000"/>
              </a:lnSpc>
              <a:spcBef>
                <a:spcPts val="375"/>
              </a:spcBef>
              <a:spcAft>
                <a:spcPts val="0"/>
              </a:spcAft>
              <a:buClr>
                <a:schemeClr val="dk1"/>
              </a:buClr>
              <a:buSzPts val="1125"/>
              <a:buChar char="–"/>
              <a:defRPr sz="1125"/>
            </a:lvl5pPr>
            <a:lvl6pPr marL="2743200" lvl="5" indent="-300037" algn="l">
              <a:lnSpc>
                <a:spcPct val="95000"/>
              </a:lnSpc>
              <a:spcBef>
                <a:spcPts val="375"/>
              </a:spcBef>
              <a:spcAft>
                <a:spcPts val="0"/>
              </a:spcAft>
              <a:buClr>
                <a:schemeClr val="dk1"/>
              </a:buClr>
              <a:buSzPts val="1125"/>
              <a:buChar char="–"/>
              <a:defRPr sz="1125"/>
            </a:lvl6pPr>
            <a:lvl7pPr marL="3200400" lvl="6" indent="-300037" algn="l">
              <a:lnSpc>
                <a:spcPct val="95000"/>
              </a:lnSpc>
              <a:spcBef>
                <a:spcPts val="375"/>
              </a:spcBef>
              <a:spcAft>
                <a:spcPts val="0"/>
              </a:spcAft>
              <a:buClr>
                <a:schemeClr val="dk1"/>
              </a:buClr>
              <a:buSzPts val="1125"/>
              <a:buChar char="–"/>
              <a:defRPr sz="1125"/>
            </a:lvl7pPr>
            <a:lvl8pPr marL="3657600" lvl="7" indent="-300037" algn="l">
              <a:lnSpc>
                <a:spcPct val="95000"/>
              </a:lnSpc>
              <a:spcBef>
                <a:spcPts val="375"/>
              </a:spcBef>
              <a:spcAft>
                <a:spcPts val="0"/>
              </a:spcAft>
              <a:buClr>
                <a:schemeClr val="dk1"/>
              </a:buClr>
              <a:buSzPts val="1125"/>
              <a:buChar char="–"/>
              <a:defRPr sz="1125"/>
            </a:lvl8pPr>
            <a:lvl9pPr marL="4114800" lvl="8" indent="-300037" algn="l">
              <a:lnSpc>
                <a:spcPct val="95000"/>
              </a:lnSpc>
              <a:spcBef>
                <a:spcPts val="375"/>
              </a:spcBef>
              <a:spcAft>
                <a:spcPts val="0"/>
              </a:spcAft>
              <a:buClr>
                <a:schemeClr val="dk1"/>
              </a:buClr>
              <a:buSzPts val="1125"/>
              <a:buChar char="–"/>
              <a:defRPr sz="1125"/>
            </a:lvl9pPr>
          </a:lstStyle>
          <a:p>
            <a:endParaRPr/>
          </a:p>
        </p:txBody>
      </p:sp>
      <p:sp>
        <p:nvSpPr>
          <p:cNvPr id="242" name="Google Shape;242;p18"/>
          <p:cNvSpPr>
            <a:spLocks noGrp="1"/>
          </p:cNvSpPr>
          <p:nvPr>
            <p:ph type="pic" idx="4"/>
          </p:nvPr>
        </p:nvSpPr>
        <p:spPr>
          <a:xfrm>
            <a:off x="4709159" y="1200150"/>
            <a:ext cx="4023360" cy="1714500"/>
          </a:xfrm>
          <a:prstGeom prst="rect">
            <a:avLst/>
          </a:prstGeom>
          <a:solidFill>
            <a:srgbClr val="D5D5D7"/>
          </a:solidFill>
          <a:ln>
            <a:noFill/>
          </a:ln>
        </p:spPr>
      </p:sp>
      <p:sp>
        <p:nvSpPr>
          <p:cNvPr id="243" name="Google Shape;243;p18"/>
          <p:cNvSpPr txBox="1">
            <a:spLocks noGrp="1"/>
          </p:cNvSpPr>
          <p:nvPr>
            <p:ph type="body" idx="5"/>
          </p:nvPr>
        </p:nvSpPr>
        <p:spPr>
          <a:xfrm>
            <a:off x="4709159" y="3086100"/>
            <a:ext cx="4023360"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350"/>
              <a:buFont typeface="Arial"/>
              <a:buNone/>
              <a:defRPr sz="1350" b="1"/>
            </a:lvl1pPr>
            <a:lvl2pPr marL="914400" lvl="1" indent="-228600" algn="l">
              <a:lnSpc>
                <a:spcPct val="95000"/>
              </a:lnSpc>
              <a:spcBef>
                <a:spcPts val="0"/>
              </a:spcBef>
              <a:spcAft>
                <a:spcPts val="0"/>
              </a:spcAft>
              <a:buClr>
                <a:schemeClr val="dk1"/>
              </a:buClr>
              <a:buSzPts val="1350"/>
              <a:buFont typeface="Arial"/>
              <a:buNone/>
              <a:defRPr sz="1350" b="1"/>
            </a:lvl2pPr>
            <a:lvl3pPr marL="1371600" lvl="2" indent="-228600" algn="l">
              <a:lnSpc>
                <a:spcPct val="95000"/>
              </a:lnSpc>
              <a:spcBef>
                <a:spcPts val="0"/>
              </a:spcBef>
              <a:spcAft>
                <a:spcPts val="0"/>
              </a:spcAft>
              <a:buClr>
                <a:schemeClr val="dk1"/>
              </a:buClr>
              <a:buSzPts val="1350"/>
              <a:buFont typeface="Arial"/>
              <a:buNone/>
              <a:defRPr sz="1350" b="1"/>
            </a:lvl3pPr>
            <a:lvl4pPr marL="1828800" lvl="3" indent="-228600" algn="l">
              <a:lnSpc>
                <a:spcPct val="95000"/>
              </a:lnSpc>
              <a:spcBef>
                <a:spcPts val="0"/>
              </a:spcBef>
              <a:spcAft>
                <a:spcPts val="0"/>
              </a:spcAft>
              <a:buClr>
                <a:schemeClr val="dk1"/>
              </a:buClr>
              <a:buSzPts val="1350"/>
              <a:buFont typeface="Arial"/>
              <a:buNone/>
              <a:defRPr sz="1350" b="1"/>
            </a:lvl4pPr>
            <a:lvl5pPr marL="2286000" lvl="4" indent="-228600" algn="l">
              <a:lnSpc>
                <a:spcPct val="95000"/>
              </a:lnSpc>
              <a:spcBef>
                <a:spcPts val="0"/>
              </a:spcBef>
              <a:spcAft>
                <a:spcPts val="0"/>
              </a:spcAft>
              <a:buClr>
                <a:schemeClr val="dk1"/>
              </a:buClr>
              <a:buSzPts val="1350"/>
              <a:buFont typeface="Arial"/>
              <a:buNone/>
              <a:defRPr sz="1350" b="1"/>
            </a:lvl5pPr>
            <a:lvl6pPr marL="2743200" lvl="5" indent="-228600" algn="l">
              <a:lnSpc>
                <a:spcPct val="95000"/>
              </a:lnSpc>
              <a:spcBef>
                <a:spcPts val="0"/>
              </a:spcBef>
              <a:spcAft>
                <a:spcPts val="0"/>
              </a:spcAft>
              <a:buClr>
                <a:schemeClr val="dk1"/>
              </a:buClr>
              <a:buSzPts val="1350"/>
              <a:buFont typeface="Arial"/>
              <a:buNone/>
              <a:defRPr sz="1350" b="1"/>
            </a:lvl6pPr>
            <a:lvl7pPr marL="3200400" lvl="6" indent="-228600" algn="l">
              <a:lnSpc>
                <a:spcPct val="95000"/>
              </a:lnSpc>
              <a:spcBef>
                <a:spcPts val="0"/>
              </a:spcBef>
              <a:spcAft>
                <a:spcPts val="0"/>
              </a:spcAft>
              <a:buClr>
                <a:schemeClr val="dk1"/>
              </a:buClr>
              <a:buSzPts val="1350"/>
              <a:buFont typeface="Arial"/>
              <a:buNone/>
              <a:defRPr sz="1350" b="1"/>
            </a:lvl7pPr>
            <a:lvl8pPr marL="3657600" lvl="7" indent="-228600" algn="l">
              <a:lnSpc>
                <a:spcPct val="95000"/>
              </a:lnSpc>
              <a:spcBef>
                <a:spcPts val="0"/>
              </a:spcBef>
              <a:spcAft>
                <a:spcPts val="0"/>
              </a:spcAft>
              <a:buClr>
                <a:schemeClr val="dk1"/>
              </a:buClr>
              <a:buSzPts val="1350"/>
              <a:buFont typeface="Arial"/>
              <a:buNone/>
              <a:defRPr sz="1350" b="1"/>
            </a:lvl8pPr>
            <a:lvl9pPr marL="4114800" lvl="8" indent="-228600" algn="l">
              <a:lnSpc>
                <a:spcPct val="95000"/>
              </a:lnSpc>
              <a:spcBef>
                <a:spcPts val="0"/>
              </a:spcBef>
              <a:spcAft>
                <a:spcPts val="0"/>
              </a:spcAft>
              <a:buClr>
                <a:schemeClr val="dk1"/>
              </a:buClr>
              <a:buSzPts val="1350"/>
              <a:buFont typeface="Arial"/>
              <a:buNone/>
              <a:defRPr sz="1350" b="1"/>
            </a:lvl9pPr>
          </a:lstStyle>
          <a:p>
            <a:endParaRPr/>
          </a:p>
        </p:txBody>
      </p:sp>
      <p:sp>
        <p:nvSpPr>
          <p:cNvPr id="244" name="Google Shape;244;p18"/>
          <p:cNvSpPr txBox="1">
            <a:spLocks noGrp="1"/>
          </p:cNvSpPr>
          <p:nvPr>
            <p:ph type="body" idx="6"/>
          </p:nvPr>
        </p:nvSpPr>
        <p:spPr>
          <a:xfrm>
            <a:off x="4709159" y="3394710"/>
            <a:ext cx="4023360" cy="1234440"/>
          </a:xfrm>
          <a:prstGeom prst="rect">
            <a:avLst/>
          </a:prstGeom>
          <a:noFill/>
          <a:ln>
            <a:noFill/>
          </a:ln>
        </p:spPr>
        <p:txBody>
          <a:bodyPr spcFirstLastPara="1" wrap="square" lIns="0" tIns="0" rIns="0" bIns="0" anchor="t" anchorCtr="0">
            <a:noAutofit/>
          </a:bodyPr>
          <a:lstStyle>
            <a:lvl1pPr marL="457200" lvl="0" indent="-300037" algn="l">
              <a:lnSpc>
                <a:spcPct val="95000"/>
              </a:lnSpc>
              <a:spcBef>
                <a:spcPts val="750"/>
              </a:spcBef>
              <a:spcAft>
                <a:spcPts val="0"/>
              </a:spcAft>
              <a:buClr>
                <a:schemeClr val="dk1"/>
              </a:buClr>
              <a:buSzPts val="1125"/>
              <a:buChar char="▪"/>
              <a:defRPr sz="1125"/>
            </a:lvl1pPr>
            <a:lvl2pPr marL="914400" lvl="1" indent="-300037" algn="l">
              <a:lnSpc>
                <a:spcPct val="95000"/>
              </a:lnSpc>
              <a:spcBef>
                <a:spcPts val="375"/>
              </a:spcBef>
              <a:spcAft>
                <a:spcPts val="0"/>
              </a:spcAft>
              <a:buClr>
                <a:schemeClr val="dk1"/>
              </a:buClr>
              <a:buSzPts val="1125"/>
              <a:buChar char="–"/>
              <a:defRPr sz="1125"/>
            </a:lvl2pPr>
            <a:lvl3pPr marL="1371600" lvl="2" indent="-300037" algn="l">
              <a:lnSpc>
                <a:spcPct val="95000"/>
              </a:lnSpc>
              <a:spcBef>
                <a:spcPts val="375"/>
              </a:spcBef>
              <a:spcAft>
                <a:spcPts val="0"/>
              </a:spcAft>
              <a:buClr>
                <a:schemeClr val="dk1"/>
              </a:buClr>
              <a:buSzPts val="1125"/>
              <a:buChar char="–"/>
              <a:defRPr sz="1125"/>
            </a:lvl3pPr>
            <a:lvl4pPr marL="1828800" lvl="3" indent="-300037" algn="l">
              <a:lnSpc>
                <a:spcPct val="95000"/>
              </a:lnSpc>
              <a:spcBef>
                <a:spcPts val="375"/>
              </a:spcBef>
              <a:spcAft>
                <a:spcPts val="0"/>
              </a:spcAft>
              <a:buClr>
                <a:schemeClr val="dk1"/>
              </a:buClr>
              <a:buSzPts val="1125"/>
              <a:buChar char="–"/>
              <a:defRPr sz="1125"/>
            </a:lvl4pPr>
            <a:lvl5pPr marL="2286000" lvl="4" indent="-300037" algn="l">
              <a:lnSpc>
                <a:spcPct val="95000"/>
              </a:lnSpc>
              <a:spcBef>
                <a:spcPts val="375"/>
              </a:spcBef>
              <a:spcAft>
                <a:spcPts val="0"/>
              </a:spcAft>
              <a:buClr>
                <a:schemeClr val="dk1"/>
              </a:buClr>
              <a:buSzPts val="1125"/>
              <a:buChar char="–"/>
              <a:defRPr sz="1125"/>
            </a:lvl5pPr>
            <a:lvl6pPr marL="2743200" lvl="5" indent="-300037" algn="l">
              <a:lnSpc>
                <a:spcPct val="95000"/>
              </a:lnSpc>
              <a:spcBef>
                <a:spcPts val="375"/>
              </a:spcBef>
              <a:spcAft>
                <a:spcPts val="0"/>
              </a:spcAft>
              <a:buClr>
                <a:schemeClr val="dk1"/>
              </a:buClr>
              <a:buSzPts val="1125"/>
              <a:buChar char="–"/>
              <a:defRPr sz="1125"/>
            </a:lvl6pPr>
            <a:lvl7pPr marL="3200400" lvl="6" indent="-300037" algn="l">
              <a:lnSpc>
                <a:spcPct val="95000"/>
              </a:lnSpc>
              <a:spcBef>
                <a:spcPts val="375"/>
              </a:spcBef>
              <a:spcAft>
                <a:spcPts val="0"/>
              </a:spcAft>
              <a:buClr>
                <a:schemeClr val="dk1"/>
              </a:buClr>
              <a:buSzPts val="1125"/>
              <a:buChar char="–"/>
              <a:defRPr sz="1125"/>
            </a:lvl7pPr>
            <a:lvl8pPr marL="3657600" lvl="7" indent="-300037" algn="l">
              <a:lnSpc>
                <a:spcPct val="95000"/>
              </a:lnSpc>
              <a:spcBef>
                <a:spcPts val="375"/>
              </a:spcBef>
              <a:spcAft>
                <a:spcPts val="0"/>
              </a:spcAft>
              <a:buClr>
                <a:schemeClr val="dk1"/>
              </a:buClr>
              <a:buSzPts val="1125"/>
              <a:buChar char="–"/>
              <a:defRPr sz="1125"/>
            </a:lvl8pPr>
            <a:lvl9pPr marL="4114800" lvl="8" indent="-300037" algn="l">
              <a:lnSpc>
                <a:spcPct val="95000"/>
              </a:lnSpc>
              <a:spcBef>
                <a:spcPts val="375"/>
              </a:spcBef>
              <a:spcAft>
                <a:spcPts val="0"/>
              </a:spcAft>
              <a:buClr>
                <a:schemeClr val="dk1"/>
              </a:buClr>
              <a:buSzPts val="1125"/>
              <a:buChar char="–"/>
              <a:defRPr sz="1125"/>
            </a:lvl9pPr>
          </a:lstStyle>
          <a:p>
            <a:endParaRPr/>
          </a:p>
        </p:txBody>
      </p:sp>
      <p:sp>
        <p:nvSpPr>
          <p:cNvPr id="245" name="Google Shape;245;p18"/>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6" name="Google Shape;246;p18"/>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guide id="3" orient="horz" pos="2592">
          <p15:clr>
            <a:srgbClr val="A4A3A4"/>
          </p15:clr>
        </p15:guide>
        <p15:guide id="4" orient="horz" pos="2448">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ntent and 3 Images">
  <p:cSld name="Content and 3 Images">
    <p:spTree>
      <p:nvGrpSpPr>
        <p:cNvPr id="1" name="Shape 247"/>
        <p:cNvGrpSpPr/>
        <p:nvPr/>
      </p:nvGrpSpPr>
      <p:grpSpPr>
        <a:xfrm>
          <a:off x="0" y="0"/>
          <a:ext cx="0" cy="0"/>
          <a:chOff x="0" y="0"/>
          <a:chExt cx="0" cy="0"/>
        </a:xfrm>
      </p:grpSpPr>
      <p:sp>
        <p:nvSpPr>
          <p:cNvPr id="248" name="Google Shape;248;p19"/>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9" name="Google Shape;249;p19"/>
          <p:cNvSpPr>
            <a:spLocks noGrp="1"/>
          </p:cNvSpPr>
          <p:nvPr>
            <p:ph type="pic" idx="2"/>
          </p:nvPr>
        </p:nvSpPr>
        <p:spPr>
          <a:xfrm>
            <a:off x="411479" y="1200150"/>
            <a:ext cx="2587752" cy="1268730"/>
          </a:xfrm>
          <a:prstGeom prst="rect">
            <a:avLst/>
          </a:prstGeom>
          <a:solidFill>
            <a:srgbClr val="D5D5D7"/>
          </a:solidFill>
          <a:ln>
            <a:noFill/>
          </a:ln>
        </p:spPr>
      </p:sp>
      <p:sp>
        <p:nvSpPr>
          <p:cNvPr id="250" name="Google Shape;250;p19"/>
          <p:cNvSpPr txBox="1">
            <a:spLocks noGrp="1"/>
          </p:cNvSpPr>
          <p:nvPr>
            <p:ph type="body" idx="1"/>
          </p:nvPr>
        </p:nvSpPr>
        <p:spPr>
          <a:xfrm>
            <a:off x="411478" y="2640330"/>
            <a:ext cx="2587752"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350"/>
              <a:buFont typeface="Arial"/>
              <a:buNone/>
              <a:defRPr sz="1350" b="1"/>
            </a:lvl1pPr>
            <a:lvl2pPr marL="914400" lvl="1" indent="-228600" algn="l">
              <a:lnSpc>
                <a:spcPct val="95000"/>
              </a:lnSpc>
              <a:spcBef>
                <a:spcPts val="0"/>
              </a:spcBef>
              <a:spcAft>
                <a:spcPts val="0"/>
              </a:spcAft>
              <a:buClr>
                <a:schemeClr val="dk1"/>
              </a:buClr>
              <a:buSzPts val="1350"/>
              <a:buFont typeface="Arial"/>
              <a:buNone/>
              <a:defRPr sz="1350" b="1"/>
            </a:lvl2pPr>
            <a:lvl3pPr marL="1371600" lvl="2" indent="-228600" algn="l">
              <a:lnSpc>
                <a:spcPct val="95000"/>
              </a:lnSpc>
              <a:spcBef>
                <a:spcPts val="0"/>
              </a:spcBef>
              <a:spcAft>
                <a:spcPts val="0"/>
              </a:spcAft>
              <a:buClr>
                <a:schemeClr val="dk1"/>
              </a:buClr>
              <a:buSzPts val="1350"/>
              <a:buFont typeface="Arial"/>
              <a:buNone/>
              <a:defRPr sz="1350" b="1"/>
            </a:lvl3pPr>
            <a:lvl4pPr marL="1828800" lvl="3" indent="-228600" algn="l">
              <a:lnSpc>
                <a:spcPct val="95000"/>
              </a:lnSpc>
              <a:spcBef>
                <a:spcPts val="0"/>
              </a:spcBef>
              <a:spcAft>
                <a:spcPts val="0"/>
              </a:spcAft>
              <a:buClr>
                <a:schemeClr val="dk1"/>
              </a:buClr>
              <a:buSzPts val="1350"/>
              <a:buFont typeface="Arial"/>
              <a:buNone/>
              <a:defRPr sz="1350" b="1"/>
            </a:lvl4pPr>
            <a:lvl5pPr marL="2286000" lvl="4" indent="-228600" algn="l">
              <a:lnSpc>
                <a:spcPct val="95000"/>
              </a:lnSpc>
              <a:spcBef>
                <a:spcPts val="0"/>
              </a:spcBef>
              <a:spcAft>
                <a:spcPts val="0"/>
              </a:spcAft>
              <a:buClr>
                <a:schemeClr val="dk1"/>
              </a:buClr>
              <a:buSzPts val="1350"/>
              <a:buFont typeface="Arial"/>
              <a:buNone/>
              <a:defRPr sz="1350" b="1"/>
            </a:lvl5pPr>
            <a:lvl6pPr marL="2743200" lvl="5" indent="-228600" algn="l">
              <a:lnSpc>
                <a:spcPct val="95000"/>
              </a:lnSpc>
              <a:spcBef>
                <a:spcPts val="0"/>
              </a:spcBef>
              <a:spcAft>
                <a:spcPts val="0"/>
              </a:spcAft>
              <a:buClr>
                <a:schemeClr val="dk1"/>
              </a:buClr>
              <a:buSzPts val="1350"/>
              <a:buFont typeface="Arial"/>
              <a:buNone/>
              <a:defRPr sz="1350" b="1"/>
            </a:lvl6pPr>
            <a:lvl7pPr marL="3200400" lvl="6" indent="-228600" algn="l">
              <a:lnSpc>
                <a:spcPct val="95000"/>
              </a:lnSpc>
              <a:spcBef>
                <a:spcPts val="0"/>
              </a:spcBef>
              <a:spcAft>
                <a:spcPts val="0"/>
              </a:spcAft>
              <a:buClr>
                <a:schemeClr val="dk1"/>
              </a:buClr>
              <a:buSzPts val="1350"/>
              <a:buFont typeface="Arial"/>
              <a:buNone/>
              <a:defRPr sz="1350" b="1"/>
            </a:lvl7pPr>
            <a:lvl8pPr marL="3657600" lvl="7" indent="-228600" algn="l">
              <a:lnSpc>
                <a:spcPct val="95000"/>
              </a:lnSpc>
              <a:spcBef>
                <a:spcPts val="0"/>
              </a:spcBef>
              <a:spcAft>
                <a:spcPts val="0"/>
              </a:spcAft>
              <a:buClr>
                <a:schemeClr val="dk1"/>
              </a:buClr>
              <a:buSzPts val="1350"/>
              <a:buFont typeface="Arial"/>
              <a:buNone/>
              <a:defRPr sz="1350" b="1"/>
            </a:lvl8pPr>
            <a:lvl9pPr marL="4114800" lvl="8" indent="-228600" algn="l">
              <a:lnSpc>
                <a:spcPct val="95000"/>
              </a:lnSpc>
              <a:spcBef>
                <a:spcPts val="0"/>
              </a:spcBef>
              <a:spcAft>
                <a:spcPts val="0"/>
              </a:spcAft>
              <a:buClr>
                <a:schemeClr val="dk1"/>
              </a:buClr>
              <a:buSzPts val="1350"/>
              <a:buFont typeface="Arial"/>
              <a:buNone/>
              <a:defRPr sz="1350" b="1"/>
            </a:lvl9pPr>
          </a:lstStyle>
          <a:p>
            <a:endParaRPr/>
          </a:p>
        </p:txBody>
      </p:sp>
      <p:sp>
        <p:nvSpPr>
          <p:cNvPr id="251" name="Google Shape;251;p19"/>
          <p:cNvSpPr txBox="1">
            <a:spLocks noGrp="1"/>
          </p:cNvSpPr>
          <p:nvPr>
            <p:ph type="body" idx="3"/>
          </p:nvPr>
        </p:nvSpPr>
        <p:spPr>
          <a:xfrm>
            <a:off x="411479" y="2948940"/>
            <a:ext cx="2587752" cy="1680210"/>
          </a:xfrm>
          <a:prstGeom prst="rect">
            <a:avLst/>
          </a:prstGeom>
          <a:noFill/>
          <a:ln>
            <a:noFill/>
          </a:ln>
        </p:spPr>
        <p:txBody>
          <a:bodyPr spcFirstLastPara="1" wrap="square" lIns="0" tIns="0" rIns="0" bIns="0" anchor="t" anchorCtr="0">
            <a:noAutofit/>
          </a:bodyPr>
          <a:lstStyle>
            <a:lvl1pPr marL="457200" lvl="0" indent="-300037" algn="l">
              <a:lnSpc>
                <a:spcPct val="95000"/>
              </a:lnSpc>
              <a:spcBef>
                <a:spcPts val="750"/>
              </a:spcBef>
              <a:spcAft>
                <a:spcPts val="0"/>
              </a:spcAft>
              <a:buClr>
                <a:schemeClr val="dk1"/>
              </a:buClr>
              <a:buSzPts val="1125"/>
              <a:buChar char="▪"/>
              <a:defRPr sz="1125"/>
            </a:lvl1pPr>
            <a:lvl2pPr marL="914400" lvl="1" indent="-300037" algn="l">
              <a:lnSpc>
                <a:spcPct val="95000"/>
              </a:lnSpc>
              <a:spcBef>
                <a:spcPts val="375"/>
              </a:spcBef>
              <a:spcAft>
                <a:spcPts val="0"/>
              </a:spcAft>
              <a:buClr>
                <a:schemeClr val="dk1"/>
              </a:buClr>
              <a:buSzPts val="1125"/>
              <a:buChar char="–"/>
              <a:defRPr sz="1125"/>
            </a:lvl2pPr>
            <a:lvl3pPr marL="1371600" lvl="2" indent="-300037" algn="l">
              <a:lnSpc>
                <a:spcPct val="95000"/>
              </a:lnSpc>
              <a:spcBef>
                <a:spcPts val="375"/>
              </a:spcBef>
              <a:spcAft>
                <a:spcPts val="0"/>
              </a:spcAft>
              <a:buClr>
                <a:schemeClr val="dk1"/>
              </a:buClr>
              <a:buSzPts val="1125"/>
              <a:buChar char="–"/>
              <a:defRPr sz="1125"/>
            </a:lvl3pPr>
            <a:lvl4pPr marL="1828800" lvl="3" indent="-300037" algn="l">
              <a:lnSpc>
                <a:spcPct val="95000"/>
              </a:lnSpc>
              <a:spcBef>
                <a:spcPts val="375"/>
              </a:spcBef>
              <a:spcAft>
                <a:spcPts val="0"/>
              </a:spcAft>
              <a:buClr>
                <a:schemeClr val="dk1"/>
              </a:buClr>
              <a:buSzPts val="1125"/>
              <a:buChar char="–"/>
              <a:defRPr sz="1125"/>
            </a:lvl4pPr>
            <a:lvl5pPr marL="2286000" lvl="4" indent="-300037" algn="l">
              <a:lnSpc>
                <a:spcPct val="95000"/>
              </a:lnSpc>
              <a:spcBef>
                <a:spcPts val="375"/>
              </a:spcBef>
              <a:spcAft>
                <a:spcPts val="0"/>
              </a:spcAft>
              <a:buClr>
                <a:schemeClr val="dk1"/>
              </a:buClr>
              <a:buSzPts val="1125"/>
              <a:buChar char="–"/>
              <a:defRPr sz="1125"/>
            </a:lvl5pPr>
            <a:lvl6pPr marL="2743200" lvl="5" indent="-300037" algn="l">
              <a:lnSpc>
                <a:spcPct val="95000"/>
              </a:lnSpc>
              <a:spcBef>
                <a:spcPts val="375"/>
              </a:spcBef>
              <a:spcAft>
                <a:spcPts val="0"/>
              </a:spcAft>
              <a:buClr>
                <a:schemeClr val="dk1"/>
              </a:buClr>
              <a:buSzPts val="1125"/>
              <a:buChar char="–"/>
              <a:defRPr sz="1125"/>
            </a:lvl6pPr>
            <a:lvl7pPr marL="3200400" lvl="6" indent="-300037" algn="l">
              <a:lnSpc>
                <a:spcPct val="95000"/>
              </a:lnSpc>
              <a:spcBef>
                <a:spcPts val="375"/>
              </a:spcBef>
              <a:spcAft>
                <a:spcPts val="0"/>
              </a:spcAft>
              <a:buClr>
                <a:schemeClr val="dk1"/>
              </a:buClr>
              <a:buSzPts val="1125"/>
              <a:buChar char="–"/>
              <a:defRPr sz="1125"/>
            </a:lvl7pPr>
            <a:lvl8pPr marL="3657600" lvl="7" indent="-300037" algn="l">
              <a:lnSpc>
                <a:spcPct val="95000"/>
              </a:lnSpc>
              <a:spcBef>
                <a:spcPts val="375"/>
              </a:spcBef>
              <a:spcAft>
                <a:spcPts val="0"/>
              </a:spcAft>
              <a:buClr>
                <a:schemeClr val="dk1"/>
              </a:buClr>
              <a:buSzPts val="1125"/>
              <a:buChar char="–"/>
              <a:defRPr sz="1125"/>
            </a:lvl8pPr>
            <a:lvl9pPr marL="4114800" lvl="8" indent="-300037" algn="l">
              <a:lnSpc>
                <a:spcPct val="95000"/>
              </a:lnSpc>
              <a:spcBef>
                <a:spcPts val="375"/>
              </a:spcBef>
              <a:spcAft>
                <a:spcPts val="0"/>
              </a:spcAft>
              <a:buClr>
                <a:schemeClr val="dk1"/>
              </a:buClr>
              <a:buSzPts val="1125"/>
              <a:buChar char="–"/>
              <a:defRPr sz="1125"/>
            </a:lvl9pPr>
          </a:lstStyle>
          <a:p>
            <a:endParaRPr/>
          </a:p>
        </p:txBody>
      </p:sp>
      <p:sp>
        <p:nvSpPr>
          <p:cNvPr id="252" name="Google Shape;252;p19"/>
          <p:cNvSpPr>
            <a:spLocks noGrp="1"/>
          </p:cNvSpPr>
          <p:nvPr>
            <p:ph type="pic" idx="4"/>
          </p:nvPr>
        </p:nvSpPr>
        <p:spPr>
          <a:xfrm>
            <a:off x="3278123" y="1200150"/>
            <a:ext cx="2587752" cy="1268730"/>
          </a:xfrm>
          <a:prstGeom prst="rect">
            <a:avLst/>
          </a:prstGeom>
          <a:solidFill>
            <a:srgbClr val="D5D5D7"/>
          </a:solidFill>
          <a:ln>
            <a:noFill/>
          </a:ln>
        </p:spPr>
      </p:sp>
      <p:sp>
        <p:nvSpPr>
          <p:cNvPr id="253" name="Google Shape;253;p19"/>
          <p:cNvSpPr txBox="1">
            <a:spLocks noGrp="1"/>
          </p:cNvSpPr>
          <p:nvPr>
            <p:ph type="body" idx="5"/>
          </p:nvPr>
        </p:nvSpPr>
        <p:spPr>
          <a:xfrm>
            <a:off x="3278123" y="2640330"/>
            <a:ext cx="2587752"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350"/>
              <a:buFont typeface="Arial"/>
              <a:buNone/>
              <a:defRPr sz="1350" b="1"/>
            </a:lvl1pPr>
            <a:lvl2pPr marL="914400" lvl="1" indent="-228600" algn="l">
              <a:lnSpc>
                <a:spcPct val="95000"/>
              </a:lnSpc>
              <a:spcBef>
                <a:spcPts val="0"/>
              </a:spcBef>
              <a:spcAft>
                <a:spcPts val="0"/>
              </a:spcAft>
              <a:buClr>
                <a:schemeClr val="dk1"/>
              </a:buClr>
              <a:buSzPts val="1350"/>
              <a:buFont typeface="Arial"/>
              <a:buNone/>
              <a:defRPr sz="1350" b="1"/>
            </a:lvl2pPr>
            <a:lvl3pPr marL="1371600" lvl="2" indent="-228600" algn="l">
              <a:lnSpc>
                <a:spcPct val="95000"/>
              </a:lnSpc>
              <a:spcBef>
                <a:spcPts val="0"/>
              </a:spcBef>
              <a:spcAft>
                <a:spcPts val="0"/>
              </a:spcAft>
              <a:buClr>
                <a:schemeClr val="dk1"/>
              </a:buClr>
              <a:buSzPts val="1350"/>
              <a:buFont typeface="Arial"/>
              <a:buNone/>
              <a:defRPr sz="1350" b="1"/>
            </a:lvl3pPr>
            <a:lvl4pPr marL="1828800" lvl="3" indent="-228600" algn="l">
              <a:lnSpc>
                <a:spcPct val="95000"/>
              </a:lnSpc>
              <a:spcBef>
                <a:spcPts val="0"/>
              </a:spcBef>
              <a:spcAft>
                <a:spcPts val="0"/>
              </a:spcAft>
              <a:buClr>
                <a:schemeClr val="dk1"/>
              </a:buClr>
              <a:buSzPts val="1350"/>
              <a:buFont typeface="Arial"/>
              <a:buNone/>
              <a:defRPr sz="1350" b="1"/>
            </a:lvl4pPr>
            <a:lvl5pPr marL="2286000" lvl="4" indent="-228600" algn="l">
              <a:lnSpc>
                <a:spcPct val="95000"/>
              </a:lnSpc>
              <a:spcBef>
                <a:spcPts val="0"/>
              </a:spcBef>
              <a:spcAft>
                <a:spcPts val="0"/>
              </a:spcAft>
              <a:buClr>
                <a:schemeClr val="dk1"/>
              </a:buClr>
              <a:buSzPts val="1350"/>
              <a:buFont typeface="Arial"/>
              <a:buNone/>
              <a:defRPr sz="1350" b="1"/>
            </a:lvl5pPr>
            <a:lvl6pPr marL="2743200" lvl="5" indent="-228600" algn="l">
              <a:lnSpc>
                <a:spcPct val="95000"/>
              </a:lnSpc>
              <a:spcBef>
                <a:spcPts val="0"/>
              </a:spcBef>
              <a:spcAft>
                <a:spcPts val="0"/>
              </a:spcAft>
              <a:buClr>
                <a:schemeClr val="dk1"/>
              </a:buClr>
              <a:buSzPts val="1350"/>
              <a:buFont typeface="Arial"/>
              <a:buNone/>
              <a:defRPr sz="1350" b="1"/>
            </a:lvl6pPr>
            <a:lvl7pPr marL="3200400" lvl="6" indent="-228600" algn="l">
              <a:lnSpc>
                <a:spcPct val="95000"/>
              </a:lnSpc>
              <a:spcBef>
                <a:spcPts val="0"/>
              </a:spcBef>
              <a:spcAft>
                <a:spcPts val="0"/>
              </a:spcAft>
              <a:buClr>
                <a:schemeClr val="dk1"/>
              </a:buClr>
              <a:buSzPts val="1350"/>
              <a:buFont typeface="Arial"/>
              <a:buNone/>
              <a:defRPr sz="1350" b="1"/>
            </a:lvl7pPr>
            <a:lvl8pPr marL="3657600" lvl="7" indent="-228600" algn="l">
              <a:lnSpc>
                <a:spcPct val="95000"/>
              </a:lnSpc>
              <a:spcBef>
                <a:spcPts val="0"/>
              </a:spcBef>
              <a:spcAft>
                <a:spcPts val="0"/>
              </a:spcAft>
              <a:buClr>
                <a:schemeClr val="dk1"/>
              </a:buClr>
              <a:buSzPts val="1350"/>
              <a:buFont typeface="Arial"/>
              <a:buNone/>
              <a:defRPr sz="1350" b="1"/>
            </a:lvl8pPr>
            <a:lvl9pPr marL="4114800" lvl="8" indent="-228600" algn="l">
              <a:lnSpc>
                <a:spcPct val="95000"/>
              </a:lnSpc>
              <a:spcBef>
                <a:spcPts val="0"/>
              </a:spcBef>
              <a:spcAft>
                <a:spcPts val="0"/>
              </a:spcAft>
              <a:buClr>
                <a:schemeClr val="dk1"/>
              </a:buClr>
              <a:buSzPts val="1350"/>
              <a:buFont typeface="Arial"/>
              <a:buNone/>
              <a:defRPr sz="1350" b="1"/>
            </a:lvl9pPr>
          </a:lstStyle>
          <a:p>
            <a:endParaRPr/>
          </a:p>
        </p:txBody>
      </p:sp>
      <p:sp>
        <p:nvSpPr>
          <p:cNvPr id="254" name="Google Shape;254;p19"/>
          <p:cNvSpPr txBox="1">
            <a:spLocks noGrp="1"/>
          </p:cNvSpPr>
          <p:nvPr>
            <p:ph type="body" idx="6"/>
          </p:nvPr>
        </p:nvSpPr>
        <p:spPr>
          <a:xfrm>
            <a:off x="3278123" y="2948940"/>
            <a:ext cx="2587752" cy="1680210"/>
          </a:xfrm>
          <a:prstGeom prst="rect">
            <a:avLst/>
          </a:prstGeom>
          <a:noFill/>
          <a:ln>
            <a:noFill/>
          </a:ln>
        </p:spPr>
        <p:txBody>
          <a:bodyPr spcFirstLastPara="1" wrap="square" lIns="0" tIns="0" rIns="0" bIns="0" anchor="t" anchorCtr="0">
            <a:noAutofit/>
          </a:bodyPr>
          <a:lstStyle>
            <a:lvl1pPr marL="457200" lvl="0" indent="-300037" algn="l">
              <a:lnSpc>
                <a:spcPct val="95000"/>
              </a:lnSpc>
              <a:spcBef>
                <a:spcPts val="750"/>
              </a:spcBef>
              <a:spcAft>
                <a:spcPts val="0"/>
              </a:spcAft>
              <a:buClr>
                <a:schemeClr val="dk1"/>
              </a:buClr>
              <a:buSzPts val="1125"/>
              <a:buChar char="▪"/>
              <a:defRPr sz="1125"/>
            </a:lvl1pPr>
            <a:lvl2pPr marL="914400" lvl="1" indent="-300037" algn="l">
              <a:lnSpc>
                <a:spcPct val="95000"/>
              </a:lnSpc>
              <a:spcBef>
                <a:spcPts val="375"/>
              </a:spcBef>
              <a:spcAft>
                <a:spcPts val="0"/>
              </a:spcAft>
              <a:buClr>
                <a:schemeClr val="dk1"/>
              </a:buClr>
              <a:buSzPts val="1125"/>
              <a:buChar char="–"/>
              <a:defRPr sz="1125"/>
            </a:lvl2pPr>
            <a:lvl3pPr marL="1371600" lvl="2" indent="-300037" algn="l">
              <a:lnSpc>
                <a:spcPct val="95000"/>
              </a:lnSpc>
              <a:spcBef>
                <a:spcPts val="375"/>
              </a:spcBef>
              <a:spcAft>
                <a:spcPts val="0"/>
              </a:spcAft>
              <a:buClr>
                <a:schemeClr val="dk1"/>
              </a:buClr>
              <a:buSzPts val="1125"/>
              <a:buChar char="–"/>
              <a:defRPr sz="1125"/>
            </a:lvl3pPr>
            <a:lvl4pPr marL="1828800" lvl="3" indent="-300037" algn="l">
              <a:lnSpc>
                <a:spcPct val="95000"/>
              </a:lnSpc>
              <a:spcBef>
                <a:spcPts val="375"/>
              </a:spcBef>
              <a:spcAft>
                <a:spcPts val="0"/>
              </a:spcAft>
              <a:buClr>
                <a:schemeClr val="dk1"/>
              </a:buClr>
              <a:buSzPts val="1125"/>
              <a:buChar char="–"/>
              <a:defRPr sz="1125"/>
            </a:lvl4pPr>
            <a:lvl5pPr marL="2286000" lvl="4" indent="-300037" algn="l">
              <a:lnSpc>
                <a:spcPct val="95000"/>
              </a:lnSpc>
              <a:spcBef>
                <a:spcPts val="375"/>
              </a:spcBef>
              <a:spcAft>
                <a:spcPts val="0"/>
              </a:spcAft>
              <a:buClr>
                <a:schemeClr val="dk1"/>
              </a:buClr>
              <a:buSzPts val="1125"/>
              <a:buChar char="–"/>
              <a:defRPr sz="1125"/>
            </a:lvl5pPr>
            <a:lvl6pPr marL="2743200" lvl="5" indent="-300037" algn="l">
              <a:lnSpc>
                <a:spcPct val="95000"/>
              </a:lnSpc>
              <a:spcBef>
                <a:spcPts val="375"/>
              </a:spcBef>
              <a:spcAft>
                <a:spcPts val="0"/>
              </a:spcAft>
              <a:buClr>
                <a:schemeClr val="dk1"/>
              </a:buClr>
              <a:buSzPts val="1125"/>
              <a:buChar char="–"/>
              <a:defRPr sz="1125"/>
            </a:lvl6pPr>
            <a:lvl7pPr marL="3200400" lvl="6" indent="-300037" algn="l">
              <a:lnSpc>
                <a:spcPct val="95000"/>
              </a:lnSpc>
              <a:spcBef>
                <a:spcPts val="375"/>
              </a:spcBef>
              <a:spcAft>
                <a:spcPts val="0"/>
              </a:spcAft>
              <a:buClr>
                <a:schemeClr val="dk1"/>
              </a:buClr>
              <a:buSzPts val="1125"/>
              <a:buChar char="–"/>
              <a:defRPr sz="1125"/>
            </a:lvl7pPr>
            <a:lvl8pPr marL="3657600" lvl="7" indent="-300037" algn="l">
              <a:lnSpc>
                <a:spcPct val="95000"/>
              </a:lnSpc>
              <a:spcBef>
                <a:spcPts val="375"/>
              </a:spcBef>
              <a:spcAft>
                <a:spcPts val="0"/>
              </a:spcAft>
              <a:buClr>
                <a:schemeClr val="dk1"/>
              </a:buClr>
              <a:buSzPts val="1125"/>
              <a:buChar char="–"/>
              <a:defRPr sz="1125"/>
            </a:lvl8pPr>
            <a:lvl9pPr marL="4114800" lvl="8" indent="-300037" algn="l">
              <a:lnSpc>
                <a:spcPct val="95000"/>
              </a:lnSpc>
              <a:spcBef>
                <a:spcPts val="375"/>
              </a:spcBef>
              <a:spcAft>
                <a:spcPts val="0"/>
              </a:spcAft>
              <a:buClr>
                <a:schemeClr val="dk1"/>
              </a:buClr>
              <a:buSzPts val="1125"/>
              <a:buChar char="–"/>
              <a:defRPr sz="1125"/>
            </a:lvl9pPr>
          </a:lstStyle>
          <a:p>
            <a:endParaRPr/>
          </a:p>
        </p:txBody>
      </p:sp>
      <p:sp>
        <p:nvSpPr>
          <p:cNvPr id="255" name="Google Shape;255;p19"/>
          <p:cNvSpPr>
            <a:spLocks noGrp="1"/>
          </p:cNvSpPr>
          <p:nvPr>
            <p:ph type="pic" idx="7"/>
          </p:nvPr>
        </p:nvSpPr>
        <p:spPr>
          <a:xfrm>
            <a:off x="6144767" y="1200150"/>
            <a:ext cx="2587752" cy="1268730"/>
          </a:xfrm>
          <a:prstGeom prst="rect">
            <a:avLst/>
          </a:prstGeom>
          <a:solidFill>
            <a:srgbClr val="D5D5D7"/>
          </a:solidFill>
          <a:ln>
            <a:noFill/>
          </a:ln>
        </p:spPr>
      </p:sp>
      <p:sp>
        <p:nvSpPr>
          <p:cNvPr id="256" name="Google Shape;256;p19"/>
          <p:cNvSpPr txBox="1">
            <a:spLocks noGrp="1"/>
          </p:cNvSpPr>
          <p:nvPr>
            <p:ph type="body" idx="8"/>
          </p:nvPr>
        </p:nvSpPr>
        <p:spPr>
          <a:xfrm>
            <a:off x="6144767" y="2640330"/>
            <a:ext cx="2587752"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350"/>
              <a:buFont typeface="Arial"/>
              <a:buNone/>
              <a:defRPr sz="1350" b="1"/>
            </a:lvl1pPr>
            <a:lvl2pPr marL="914400" lvl="1" indent="-228600" algn="l">
              <a:lnSpc>
                <a:spcPct val="95000"/>
              </a:lnSpc>
              <a:spcBef>
                <a:spcPts val="0"/>
              </a:spcBef>
              <a:spcAft>
                <a:spcPts val="0"/>
              </a:spcAft>
              <a:buClr>
                <a:schemeClr val="dk1"/>
              </a:buClr>
              <a:buSzPts val="1350"/>
              <a:buFont typeface="Arial"/>
              <a:buNone/>
              <a:defRPr sz="1350" b="1"/>
            </a:lvl2pPr>
            <a:lvl3pPr marL="1371600" lvl="2" indent="-228600" algn="l">
              <a:lnSpc>
                <a:spcPct val="95000"/>
              </a:lnSpc>
              <a:spcBef>
                <a:spcPts val="0"/>
              </a:spcBef>
              <a:spcAft>
                <a:spcPts val="0"/>
              </a:spcAft>
              <a:buClr>
                <a:schemeClr val="dk1"/>
              </a:buClr>
              <a:buSzPts val="1350"/>
              <a:buFont typeface="Arial"/>
              <a:buNone/>
              <a:defRPr sz="1350" b="1"/>
            </a:lvl3pPr>
            <a:lvl4pPr marL="1828800" lvl="3" indent="-228600" algn="l">
              <a:lnSpc>
                <a:spcPct val="95000"/>
              </a:lnSpc>
              <a:spcBef>
                <a:spcPts val="0"/>
              </a:spcBef>
              <a:spcAft>
                <a:spcPts val="0"/>
              </a:spcAft>
              <a:buClr>
                <a:schemeClr val="dk1"/>
              </a:buClr>
              <a:buSzPts val="1350"/>
              <a:buFont typeface="Arial"/>
              <a:buNone/>
              <a:defRPr sz="1350" b="1"/>
            </a:lvl4pPr>
            <a:lvl5pPr marL="2286000" lvl="4" indent="-228600" algn="l">
              <a:lnSpc>
                <a:spcPct val="95000"/>
              </a:lnSpc>
              <a:spcBef>
                <a:spcPts val="0"/>
              </a:spcBef>
              <a:spcAft>
                <a:spcPts val="0"/>
              </a:spcAft>
              <a:buClr>
                <a:schemeClr val="dk1"/>
              </a:buClr>
              <a:buSzPts val="1350"/>
              <a:buFont typeface="Arial"/>
              <a:buNone/>
              <a:defRPr sz="1350" b="1"/>
            </a:lvl5pPr>
            <a:lvl6pPr marL="2743200" lvl="5" indent="-228600" algn="l">
              <a:lnSpc>
                <a:spcPct val="95000"/>
              </a:lnSpc>
              <a:spcBef>
                <a:spcPts val="0"/>
              </a:spcBef>
              <a:spcAft>
                <a:spcPts val="0"/>
              </a:spcAft>
              <a:buClr>
                <a:schemeClr val="dk1"/>
              </a:buClr>
              <a:buSzPts val="1350"/>
              <a:buFont typeface="Arial"/>
              <a:buNone/>
              <a:defRPr sz="1350" b="1"/>
            </a:lvl6pPr>
            <a:lvl7pPr marL="3200400" lvl="6" indent="-228600" algn="l">
              <a:lnSpc>
                <a:spcPct val="95000"/>
              </a:lnSpc>
              <a:spcBef>
                <a:spcPts val="0"/>
              </a:spcBef>
              <a:spcAft>
                <a:spcPts val="0"/>
              </a:spcAft>
              <a:buClr>
                <a:schemeClr val="dk1"/>
              </a:buClr>
              <a:buSzPts val="1350"/>
              <a:buFont typeface="Arial"/>
              <a:buNone/>
              <a:defRPr sz="1350" b="1"/>
            </a:lvl7pPr>
            <a:lvl8pPr marL="3657600" lvl="7" indent="-228600" algn="l">
              <a:lnSpc>
                <a:spcPct val="95000"/>
              </a:lnSpc>
              <a:spcBef>
                <a:spcPts val="0"/>
              </a:spcBef>
              <a:spcAft>
                <a:spcPts val="0"/>
              </a:spcAft>
              <a:buClr>
                <a:schemeClr val="dk1"/>
              </a:buClr>
              <a:buSzPts val="1350"/>
              <a:buFont typeface="Arial"/>
              <a:buNone/>
              <a:defRPr sz="1350" b="1"/>
            </a:lvl8pPr>
            <a:lvl9pPr marL="4114800" lvl="8" indent="-228600" algn="l">
              <a:lnSpc>
                <a:spcPct val="95000"/>
              </a:lnSpc>
              <a:spcBef>
                <a:spcPts val="0"/>
              </a:spcBef>
              <a:spcAft>
                <a:spcPts val="0"/>
              </a:spcAft>
              <a:buClr>
                <a:schemeClr val="dk1"/>
              </a:buClr>
              <a:buSzPts val="1350"/>
              <a:buFont typeface="Arial"/>
              <a:buNone/>
              <a:defRPr sz="1350" b="1"/>
            </a:lvl9pPr>
          </a:lstStyle>
          <a:p>
            <a:endParaRPr/>
          </a:p>
        </p:txBody>
      </p:sp>
      <p:sp>
        <p:nvSpPr>
          <p:cNvPr id="257" name="Google Shape;257;p19"/>
          <p:cNvSpPr txBox="1">
            <a:spLocks noGrp="1"/>
          </p:cNvSpPr>
          <p:nvPr>
            <p:ph type="body" idx="9"/>
          </p:nvPr>
        </p:nvSpPr>
        <p:spPr>
          <a:xfrm>
            <a:off x="6144767" y="2948940"/>
            <a:ext cx="2587752" cy="1680210"/>
          </a:xfrm>
          <a:prstGeom prst="rect">
            <a:avLst/>
          </a:prstGeom>
          <a:noFill/>
          <a:ln>
            <a:noFill/>
          </a:ln>
        </p:spPr>
        <p:txBody>
          <a:bodyPr spcFirstLastPara="1" wrap="square" lIns="0" tIns="0" rIns="0" bIns="0" anchor="t" anchorCtr="0">
            <a:noAutofit/>
          </a:bodyPr>
          <a:lstStyle>
            <a:lvl1pPr marL="457200" lvl="0" indent="-300037" algn="l">
              <a:lnSpc>
                <a:spcPct val="95000"/>
              </a:lnSpc>
              <a:spcBef>
                <a:spcPts val="750"/>
              </a:spcBef>
              <a:spcAft>
                <a:spcPts val="0"/>
              </a:spcAft>
              <a:buClr>
                <a:schemeClr val="dk1"/>
              </a:buClr>
              <a:buSzPts val="1125"/>
              <a:buChar char="▪"/>
              <a:defRPr sz="1125"/>
            </a:lvl1pPr>
            <a:lvl2pPr marL="914400" lvl="1" indent="-300037" algn="l">
              <a:lnSpc>
                <a:spcPct val="95000"/>
              </a:lnSpc>
              <a:spcBef>
                <a:spcPts val="375"/>
              </a:spcBef>
              <a:spcAft>
                <a:spcPts val="0"/>
              </a:spcAft>
              <a:buClr>
                <a:schemeClr val="dk1"/>
              </a:buClr>
              <a:buSzPts val="1125"/>
              <a:buChar char="–"/>
              <a:defRPr sz="1125"/>
            </a:lvl2pPr>
            <a:lvl3pPr marL="1371600" lvl="2" indent="-300037" algn="l">
              <a:lnSpc>
                <a:spcPct val="95000"/>
              </a:lnSpc>
              <a:spcBef>
                <a:spcPts val="375"/>
              </a:spcBef>
              <a:spcAft>
                <a:spcPts val="0"/>
              </a:spcAft>
              <a:buClr>
                <a:schemeClr val="dk1"/>
              </a:buClr>
              <a:buSzPts val="1125"/>
              <a:buChar char="–"/>
              <a:defRPr sz="1125"/>
            </a:lvl3pPr>
            <a:lvl4pPr marL="1828800" lvl="3" indent="-300037" algn="l">
              <a:lnSpc>
                <a:spcPct val="95000"/>
              </a:lnSpc>
              <a:spcBef>
                <a:spcPts val="375"/>
              </a:spcBef>
              <a:spcAft>
                <a:spcPts val="0"/>
              </a:spcAft>
              <a:buClr>
                <a:schemeClr val="dk1"/>
              </a:buClr>
              <a:buSzPts val="1125"/>
              <a:buChar char="–"/>
              <a:defRPr sz="1125"/>
            </a:lvl4pPr>
            <a:lvl5pPr marL="2286000" lvl="4" indent="-300037" algn="l">
              <a:lnSpc>
                <a:spcPct val="95000"/>
              </a:lnSpc>
              <a:spcBef>
                <a:spcPts val="375"/>
              </a:spcBef>
              <a:spcAft>
                <a:spcPts val="0"/>
              </a:spcAft>
              <a:buClr>
                <a:schemeClr val="dk1"/>
              </a:buClr>
              <a:buSzPts val="1125"/>
              <a:buChar char="–"/>
              <a:defRPr sz="1125"/>
            </a:lvl5pPr>
            <a:lvl6pPr marL="2743200" lvl="5" indent="-300037" algn="l">
              <a:lnSpc>
                <a:spcPct val="95000"/>
              </a:lnSpc>
              <a:spcBef>
                <a:spcPts val="375"/>
              </a:spcBef>
              <a:spcAft>
                <a:spcPts val="0"/>
              </a:spcAft>
              <a:buClr>
                <a:schemeClr val="dk1"/>
              </a:buClr>
              <a:buSzPts val="1125"/>
              <a:buChar char="–"/>
              <a:defRPr sz="1125"/>
            </a:lvl6pPr>
            <a:lvl7pPr marL="3200400" lvl="6" indent="-300037" algn="l">
              <a:lnSpc>
                <a:spcPct val="95000"/>
              </a:lnSpc>
              <a:spcBef>
                <a:spcPts val="375"/>
              </a:spcBef>
              <a:spcAft>
                <a:spcPts val="0"/>
              </a:spcAft>
              <a:buClr>
                <a:schemeClr val="dk1"/>
              </a:buClr>
              <a:buSzPts val="1125"/>
              <a:buChar char="–"/>
              <a:defRPr sz="1125"/>
            </a:lvl7pPr>
            <a:lvl8pPr marL="3657600" lvl="7" indent="-300037" algn="l">
              <a:lnSpc>
                <a:spcPct val="95000"/>
              </a:lnSpc>
              <a:spcBef>
                <a:spcPts val="375"/>
              </a:spcBef>
              <a:spcAft>
                <a:spcPts val="0"/>
              </a:spcAft>
              <a:buClr>
                <a:schemeClr val="dk1"/>
              </a:buClr>
              <a:buSzPts val="1125"/>
              <a:buChar char="–"/>
              <a:defRPr sz="1125"/>
            </a:lvl8pPr>
            <a:lvl9pPr marL="4114800" lvl="8" indent="-300037" algn="l">
              <a:lnSpc>
                <a:spcPct val="95000"/>
              </a:lnSpc>
              <a:spcBef>
                <a:spcPts val="375"/>
              </a:spcBef>
              <a:spcAft>
                <a:spcPts val="0"/>
              </a:spcAft>
              <a:buClr>
                <a:schemeClr val="dk1"/>
              </a:buClr>
              <a:buSzPts val="1125"/>
              <a:buChar char="–"/>
              <a:defRPr sz="1125"/>
            </a:lvl9pPr>
          </a:lstStyle>
          <a:p>
            <a:endParaRPr/>
          </a:p>
        </p:txBody>
      </p:sp>
      <p:sp>
        <p:nvSpPr>
          <p:cNvPr id="258" name="Google Shape;258;p19"/>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9" name="Google Shape;259;p19"/>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2218">
          <p15:clr>
            <a:srgbClr val="A4A3A4"/>
          </p15:clr>
        </p15:guide>
        <p15:guide id="3" orient="horz" pos="3888">
          <p15:clr>
            <a:srgbClr val="A4A3A4"/>
          </p15:clr>
        </p15:guide>
        <p15:guide id="4" orient="horz" pos="2074">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and 4 Images">
  <p:cSld name="Content and 4 Images">
    <p:spTree>
      <p:nvGrpSpPr>
        <p:cNvPr id="1" name="Shape 260"/>
        <p:cNvGrpSpPr/>
        <p:nvPr/>
      </p:nvGrpSpPr>
      <p:grpSpPr>
        <a:xfrm>
          <a:off x="0" y="0"/>
          <a:ext cx="0" cy="0"/>
          <a:chOff x="0" y="0"/>
          <a:chExt cx="0" cy="0"/>
        </a:xfrm>
      </p:grpSpPr>
      <p:sp>
        <p:nvSpPr>
          <p:cNvPr id="261" name="Google Shape;261;p20"/>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2" name="Google Shape;262;p20"/>
          <p:cNvSpPr>
            <a:spLocks noGrp="1"/>
          </p:cNvSpPr>
          <p:nvPr>
            <p:ph type="pic" idx="2"/>
          </p:nvPr>
        </p:nvSpPr>
        <p:spPr>
          <a:xfrm>
            <a:off x="411481" y="1200150"/>
            <a:ext cx="1874519" cy="925830"/>
          </a:xfrm>
          <a:prstGeom prst="rect">
            <a:avLst/>
          </a:prstGeom>
          <a:solidFill>
            <a:srgbClr val="D5D5D7"/>
          </a:solidFill>
          <a:ln>
            <a:noFill/>
          </a:ln>
        </p:spPr>
      </p:sp>
      <p:sp>
        <p:nvSpPr>
          <p:cNvPr id="263" name="Google Shape;263;p20"/>
          <p:cNvSpPr txBox="1">
            <a:spLocks noGrp="1"/>
          </p:cNvSpPr>
          <p:nvPr>
            <p:ph type="body" idx="1"/>
          </p:nvPr>
        </p:nvSpPr>
        <p:spPr>
          <a:xfrm>
            <a:off x="411480" y="2297430"/>
            <a:ext cx="1874519"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200"/>
              <a:buFont typeface="Arial"/>
              <a:buNone/>
              <a:defRPr sz="1200" b="1"/>
            </a:lvl1pPr>
            <a:lvl2pPr marL="914400" lvl="1" indent="-228600" algn="l">
              <a:lnSpc>
                <a:spcPct val="95000"/>
              </a:lnSpc>
              <a:spcBef>
                <a:spcPts val="0"/>
              </a:spcBef>
              <a:spcAft>
                <a:spcPts val="0"/>
              </a:spcAft>
              <a:buClr>
                <a:schemeClr val="dk1"/>
              </a:buClr>
              <a:buSzPts val="1200"/>
              <a:buFont typeface="Arial"/>
              <a:buNone/>
              <a:defRPr sz="1200" b="1"/>
            </a:lvl2pPr>
            <a:lvl3pPr marL="1371600" lvl="2" indent="-228600" algn="l">
              <a:lnSpc>
                <a:spcPct val="95000"/>
              </a:lnSpc>
              <a:spcBef>
                <a:spcPts val="0"/>
              </a:spcBef>
              <a:spcAft>
                <a:spcPts val="0"/>
              </a:spcAft>
              <a:buClr>
                <a:schemeClr val="dk1"/>
              </a:buClr>
              <a:buSzPts val="1200"/>
              <a:buFont typeface="Arial"/>
              <a:buNone/>
              <a:defRPr sz="1200" b="1"/>
            </a:lvl3pPr>
            <a:lvl4pPr marL="1828800" lvl="3" indent="-228600" algn="l">
              <a:lnSpc>
                <a:spcPct val="95000"/>
              </a:lnSpc>
              <a:spcBef>
                <a:spcPts val="0"/>
              </a:spcBef>
              <a:spcAft>
                <a:spcPts val="0"/>
              </a:spcAft>
              <a:buClr>
                <a:schemeClr val="dk1"/>
              </a:buClr>
              <a:buSzPts val="1200"/>
              <a:buFont typeface="Arial"/>
              <a:buNone/>
              <a:defRPr sz="1200" b="1"/>
            </a:lvl4pPr>
            <a:lvl5pPr marL="2286000" lvl="4" indent="-228600" algn="l">
              <a:lnSpc>
                <a:spcPct val="95000"/>
              </a:lnSpc>
              <a:spcBef>
                <a:spcPts val="0"/>
              </a:spcBef>
              <a:spcAft>
                <a:spcPts val="0"/>
              </a:spcAft>
              <a:buClr>
                <a:schemeClr val="dk1"/>
              </a:buClr>
              <a:buSzPts val="1200"/>
              <a:buFont typeface="Arial"/>
              <a:buNone/>
              <a:defRPr sz="1200" b="1"/>
            </a:lvl5pPr>
            <a:lvl6pPr marL="2743200" lvl="5" indent="-228600" algn="l">
              <a:lnSpc>
                <a:spcPct val="95000"/>
              </a:lnSpc>
              <a:spcBef>
                <a:spcPts val="0"/>
              </a:spcBef>
              <a:spcAft>
                <a:spcPts val="0"/>
              </a:spcAft>
              <a:buClr>
                <a:schemeClr val="dk1"/>
              </a:buClr>
              <a:buSzPts val="1200"/>
              <a:buFont typeface="Arial"/>
              <a:buNone/>
              <a:defRPr sz="1200" b="1"/>
            </a:lvl6pPr>
            <a:lvl7pPr marL="3200400" lvl="6" indent="-228600" algn="l">
              <a:lnSpc>
                <a:spcPct val="95000"/>
              </a:lnSpc>
              <a:spcBef>
                <a:spcPts val="0"/>
              </a:spcBef>
              <a:spcAft>
                <a:spcPts val="0"/>
              </a:spcAft>
              <a:buClr>
                <a:schemeClr val="dk1"/>
              </a:buClr>
              <a:buSzPts val="1200"/>
              <a:buFont typeface="Arial"/>
              <a:buNone/>
              <a:defRPr sz="1200" b="1"/>
            </a:lvl7pPr>
            <a:lvl8pPr marL="3657600" lvl="7" indent="-228600" algn="l">
              <a:lnSpc>
                <a:spcPct val="95000"/>
              </a:lnSpc>
              <a:spcBef>
                <a:spcPts val="0"/>
              </a:spcBef>
              <a:spcAft>
                <a:spcPts val="0"/>
              </a:spcAft>
              <a:buClr>
                <a:schemeClr val="dk1"/>
              </a:buClr>
              <a:buSzPts val="1200"/>
              <a:buFont typeface="Arial"/>
              <a:buNone/>
              <a:defRPr sz="1200" b="1"/>
            </a:lvl8pPr>
            <a:lvl9pPr marL="4114800" lvl="8" indent="-228600" algn="l">
              <a:lnSpc>
                <a:spcPct val="95000"/>
              </a:lnSpc>
              <a:spcBef>
                <a:spcPts val="0"/>
              </a:spcBef>
              <a:spcAft>
                <a:spcPts val="0"/>
              </a:spcAft>
              <a:buClr>
                <a:schemeClr val="dk1"/>
              </a:buClr>
              <a:buSzPts val="1200"/>
              <a:buFont typeface="Arial"/>
              <a:buNone/>
              <a:defRPr sz="1200" b="1"/>
            </a:lvl9pPr>
          </a:lstStyle>
          <a:p>
            <a:endParaRPr/>
          </a:p>
        </p:txBody>
      </p:sp>
      <p:sp>
        <p:nvSpPr>
          <p:cNvPr id="264" name="Google Shape;264;p20"/>
          <p:cNvSpPr txBox="1">
            <a:spLocks noGrp="1"/>
          </p:cNvSpPr>
          <p:nvPr>
            <p:ph type="body" idx="3"/>
          </p:nvPr>
        </p:nvSpPr>
        <p:spPr>
          <a:xfrm>
            <a:off x="411481" y="2606040"/>
            <a:ext cx="1874519" cy="202311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265" name="Google Shape;265;p20"/>
          <p:cNvSpPr>
            <a:spLocks noGrp="1"/>
          </p:cNvSpPr>
          <p:nvPr>
            <p:ph type="pic" idx="4"/>
          </p:nvPr>
        </p:nvSpPr>
        <p:spPr>
          <a:xfrm>
            <a:off x="2571604" y="1200150"/>
            <a:ext cx="1874519" cy="925830"/>
          </a:xfrm>
          <a:prstGeom prst="rect">
            <a:avLst/>
          </a:prstGeom>
          <a:solidFill>
            <a:srgbClr val="D5D5D7"/>
          </a:solidFill>
          <a:ln>
            <a:noFill/>
          </a:ln>
        </p:spPr>
      </p:sp>
      <p:sp>
        <p:nvSpPr>
          <p:cNvPr id="266" name="Google Shape;266;p20"/>
          <p:cNvSpPr txBox="1">
            <a:spLocks noGrp="1"/>
          </p:cNvSpPr>
          <p:nvPr>
            <p:ph type="body" idx="5"/>
          </p:nvPr>
        </p:nvSpPr>
        <p:spPr>
          <a:xfrm>
            <a:off x="2571604" y="2297430"/>
            <a:ext cx="1874519"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200"/>
              <a:buFont typeface="Arial"/>
              <a:buNone/>
              <a:defRPr sz="1200" b="1"/>
            </a:lvl1pPr>
            <a:lvl2pPr marL="914400" lvl="1" indent="-228600" algn="l">
              <a:lnSpc>
                <a:spcPct val="95000"/>
              </a:lnSpc>
              <a:spcBef>
                <a:spcPts val="0"/>
              </a:spcBef>
              <a:spcAft>
                <a:spcPts val="0"/>
              </a:spcAft>
              <a:buClr>
                <a:schemeClr val="dk1"/>
              </a:buClr>
              <a:buSzPts val="1200"/>
              <a:buFont typeface="Arial"/>
              <a:buNone/>
              <a:defRPr sz="1200" b="1"/>
            </a:lvl2pPr>
            <a:lvl3pPr marL="1371600" lvl="2" indent="-228600" algn="l">
              <a:lnSpc>
                <a:spcPct val="95000"/>
              </a:lnSpc>
              <a:spcBef>
                <a:spcPts val="0"/>
              </a:spcBef>
              <a:spcAft>
                <a:spcPts val="0"/>
              </a:spcAft>
              <a:buClr>
                <a:schemeClr val="dk1"/>
              </a:buClr>
              <a:buSzPts val="1200"/>
              <a:buFont typeface="Arial"/>
              <a:buNone/>
              <a:defRPr sz="1200" b="1"/>
            </a:lvl3pPr>
            <a:lvl4pPr marL="1828800" lvl="3" indent="-228600" algn="l">
              <a:lnSpc>
                <a:spcPct val="95000"/>
              </a:lnSpc>
              <a:spcBef>
                <a:spcPts val="0"/>
              </a:spcBef>
              <a:spcAft>
                <a:spcPts val="0"/>
              </a:spcAft>
              <a:buClr>
                <a:schemeClr val="dk1"/>
              </a:buClr>
              <a:buSzPts val="1200"/>
              <a:buFont typeface="Arial"/>
              <a:buNone/>
              <a:defRPr sz="1200" b="1"/>
            </a:lvl4pPr>
            <a:lvl5pPr marL="2286000" lvl="4" indent="-228600" algn="l">
              <a:lnSpc>
                <a:spcPct val="95000"/>
              </a:lnSpc>
              <a:spcBef>
                <a:spcPts val="0"/>
              </a:spcBef>
              <a:spcAft>
                <a:spcPts val="0"/>
              </a:spcAft>
              <a:buClr>
                <a:schemeClr val="dk1"/>
              </a:buClr>
              <a:buSzPts val="1200"/>
              <a:buFont typeface="Arial"/>
              <a:buNone/>
              <a:defRPr sz="1200" b="1"/>
            </a:lvl5pPr>
            <a:lvl6pPr marL="2743200" lvl="5" indent="-228600" algn="l">
              <a:lnSpc>
                <a:spcPct val="95000"/>
              </a:lnSpc>
              <a:spcBef>
                <a:spcPts val="0"/>
              </a:spcBef>
              <a:spcAft>
                <a:spcPts val="0"/>
              </a:spcAft>
              <a:buClr>
                <a:schemeClr val="dk1"/>
              </a:buClr>
              <a:buSzPts val="1200"/>
              <a:buFont typeface="Arial"/>
              <a:buNone/>
              <a:defRPr sz="1200" b="1"/>
            </a:lvl6pPr>
            <a:lvl7pPr marL="3200400" lvl="6" indent="-228600" algn="l">
              <a:lnSpc>
                <a:spcPct val="95000"/>
              </a:lnSpc>
              <a:spcBef>
                <a:spcPts val="0"/>
              </a:spcBef>
              <a:spcAft>
                <a:spcPts val="0"/>
              </a:spcAft>
              <a:buClr>
                <a:schemeClr val="dk1"/>
              </a:buClr>
              <a:buSzPts val="1200"/>
              <a:buFont typeface="Arial"/>
              <a:buNone/>
              <a:defRPr sz="1200" b="1"/>
            </a:lvl7pPr>
            <a:lvl8pPr marL="3657600" lvl="7" indent="-228600" algn="l">
              <a:lnSpc>
                <a:spcPct val="95000"/>
              </a:lnSpc>
              <a:spcBef>
                <a:spcPts val="0"/>
              </a:spcBef>
              <a:spcAft>
                <a:spcPts val="0"/>
              </a:spcAft>
              <a:buClr>
                <a:schemeClr val="dk1"/>
              </a:buClr>
              <a:buSzPts val="1200"/>
              <a:buFont typeface="Arial"/>
              <a:buNone/>
              <a:defRPr sz="1200" b="1"/>
            </a:lvl8pPr>
            <a:lvl9pPr marL="4114800" lvl="8" indent="-228600" algn="l">
              <a:lnSpc>
                <a:spcPct val="95000"/>
              </a:lnSpc>
              <a:spcBef>
                <a:spcPts val="0"/>
              </a:spcBef>
              <a:spcAft>
                <a:spcPts val="0"/>
              </a:spcAft>
              <a:buClr>
                <a:schemeClr val="dk1"/>
              </a:buClr>
              <a:buSzPts val="1200"/>
              <a:buFont typeface="Arial"/>
              <a:buNone/>
              <a:defRPr sz="1200" b="1"/>
            </a:lvl9pPr>
          </a:lstStyle>
          <a:p>
            <a:endParaRPr/>
          </a:p>
        </p:txBody>
      </p:sp>
      <p:sp>
        <p:nvSpPr>
          <p:cNvPr id="267" name="Google Shape;267;p20"/>
          <p:cNvSpPr txBox="1">
            <a:spLocks noGrp="1"/>
          </p:cNvSpPr>
          <p:nvPr>
            <p:ph type="body" idx="6"/>
          </p:nvPr>
        </p:nvSpPr>
        <p:spPr>
          <a:xfrm>
            <a:off x="2571604" y="2606040"/>
            <a:ext cx="1874519" cy="202311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268" name="Google Shape;268;p20"/>
          <p:cNvSpPr>
            <a:spLocks noGrp="1"/>
          </p:cNvSpPr>
          <p:nvPr>
            <p:ph type="pic" idx="7"/>
          </p:nvPr>
        </p:nvSpPr>
        <p:spPr>
          <a:xfrm>
            <a:off x="4697881" y="1200150"/>
            <a:ext cx="1874519" cy="925830"/>
          </a:xfrm>
          <a:prstGeom prst="rect">
            <a:avLst/>
          </a:prstGeom>
          <a:solidFill>
            <a:srgbClr val="D5D5D7"/>
          </a:solidFill>
          <a:ln>
            <a:noFill/>
          </a:ln>
        </p:spPr>
      </p:sp>
      <p:sp>
        <p:nvSpPr>
          <p:cNvPr id="269" name="Google Shape;269;p20"/>
          <p:cNvSpPr txBox="1">
            <a:spLocks noGrp="1"/>
          </p:cNvSpPr>
          <p:nvPr>
            <p:ph type="body" idx="8"/>
          </p:nvPr>
        </p:nvSpPr>
        <p:spPr>
          <a:xfrm>
            <a:off x="4697881" y="2297430"/>
            <a:ext cx="1874519"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200"/>
              <a:buFont typeface="Arial"/>
              <a:buNone/>
              <a:defRPr sz="1200" b="1"/>
            </a:lvl1pPr>
            <a:lvl2pPr marL="914400" lvl="1" indent="-228600" algn="l">
              <a:lnSpc>
                <a:spcPct val="95000"/>
              </a:lnSpc>
              <a:spcBef>
                <a:spcPts val="0"/>
              </a:spcBef>
              <a:spcAft>
                <a:spcPts val="0"/>
              </a:spcAft>
              <a:buClr>
                <a:schemeClr val="dk1"/>
              </a:buClr>
              <a:buSzPts val="1200"/>
              <a:buFont typeface="Arial"/>
              <a:buNone/>
              <a:defRPr sz="1200" b="1"/>
            </a:lvl2pPr>
            <a:lvl3pPr marL="1371600" lvl="2" indent="-228600" algn="l">
              <a:lnSpc>
                <a:spcPct val="95000"/>
              </a:lnSpc>
              <a:spcBef>
                <a:spcPts val="0"/>
              </a:spcBef>
              <a:spcAft>
                <a:spcPts val="0"/>
              </a:spcAft>
              <a:buClr>
                <a:schemeClr val="dk1"/>
              </a:buClr>
              <a:buSzPts val="1200"/>
              <a:buFont typeface="Arial"/>
              <a:buNone/>
              <a:defRPr sz="1200" b="1"/>
            </a:lvl3pPr>
            <a:lvl4pPr marL="1828800" lvl="3" indent="-228600" algn="l">
              <a:lnSpc>
                <a:spcPct val="95000"/>
              </a:lnSpc>
              <a:spcBef>
                <a:spcPts val="0"/>
              </a:spcBef>
              <a:spcAft>
                <a:spcPts val="0"/>
              </a:spcAft>
              <a:buClr>
                <a:schemeClr val="dk1"/>
              </a:buClr>
              <a:buSzPts val="1200"/>
              <a:buFont typeface="Arial"/>
              <a:buNone/>
              <a:defRPr sz="1200" b="1"/>
            </a:lvl4pPr>
            <a:lvl5pPr marL="2286000" lvl="4" indent="-228600" algn="l">
              <a:lnSpc>
                <a:spcPct val="95000"/>
              </a:lnSpc>
              <a:spcBef>
                <a:spcPts val="0"/>
              </a:spcBef>
              <a:spcAft>
                <a:spcPts val="0"/>
              </a:spcAft>
              <a:buClr>
                <a:schemeClr val="dk1"/>
              </a:buClr>
              <a:buSzPts val="1200"/>
              <a:buFont typeface="Arial"/>
              <a:buNone/>
              <a:defRPr sz="1200" b="1"/>
            </a:lvl5pPr>
            <a:lvl6pPr marL="2743200" lvl="5" indent="-228600" algn="l">
              <a:lnSpc>
                <a:spcPct val="95000"/>
              </a:lnSpc>
              <a:spcBef>
                <a:spcPts val="0"/>
              </a:spcBef>
              <a:spcAft>
                <a:spcPts val="0"/>
              </a:spcAft>
              <a:buClr>
                <a:schemeClr val="dk1"/>
              </a:buClr>
              <a:buSzPts val="1200"/>
              <a:buFont typeface="Arial"/>
              <a:buNone/>
              <a:defRPr sz="1200" b="1"/>
            </a:lvl6pPr>
            <a:lvl7pPr marL="3200400" lvl="6" indent="-228600" algn="l">
              <a:lnSpc>
                <a:spcPct val="95000"/>
              </a:lnSpc>
              <a:spcBef>
                <a:spcPts val="0"/>
              </a:spcBef>
              <a:spcAft>
                <a:spcPts val="0"/>
              </a:spcAft>
              <a:buClr>
                <a:schemeClr val="dk1"/>
              </a:buClr>
              <a:buSzPts val="1200"/>
              <a:buFont typeface="Arial"/>
              <a:buNone/>
              <a:defRPr sz="1200" b="1"/>
            </a:lvl7pPr>
            <a:lvl8pPr marL="3657600" lvl="7" indent="-228600" algn="l">
              <a:lnSpc>
                <a:spcPct val="95000"/>
              </a:lnSpc>
              <a:spcBef>
                <a:spcPts val="0"/>
              </a:spcBef>
              <a:spcAft>
                <a:spcPts val="0"/>
              </a:spcAft>
              <a:buClr>
                <a:schemeClr val="dk1"/>
              </a:buClr>
              <a:buSzPts val="1200"/>
              <a:buFont typeface="Arial"/>
              <a:buNone/>
              <a:defRPr sz="1200" b="1"/>
            </a:lvl8pPr>
            <a:lvl9pPr marL="4114800" lvl="8" indent="-228600" algn="l">
              <a:lnSpc>
                <a:spcPct val="95000"/>
              </a:lnSpc>
              <a:spcBef>
                <a:spcPts val="0"/>
              </a:spcBef>
              <a:spcAft>
                <a:spcPts val="0"/>
              </a:spcAft>
              <a:buClr>
                <a:schemeClr val="dk1"/>
              </a:buClr>
              <a:buSzPts val="1200"/>
              <a:buFont typeface="Arial"/>
              <a:buNone/>
              <a:defRPr sz="1200" b="1"/>
            </a:lvl9pPr>
          </a:lstStyle>
          <a:p>
            <a:endParaRPr/>
          </a:p>
        </p:txBody>
      </p:sp>
      <p:sp>
        <p:nvSpPr>
          <p:cNvPr id="270" name="Google Shape;270;p20"/>
          <p:cNvSpPr txBox="1">
            <a:spLocks noGrp="1"/>
          </p:cNvSpPr>
          <p:nvPr>
            <p:ph type="body" idx="9"/>
          </p:nvPr>
        </p:nvSpPr>
        <p:spPr>
          <a:xfrm>
            <a:off x="4697881" y="2606040"/>
            <a:ext cx="1874519" cy="202311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271" name="Google Shape;271;p20"/>
          <p:cNvSpPr>
            <a:spLocks noGrp="1"/>
          </p:cNvSpPr>
          <p:nvPr>
            <p:ph type="pic" idx="13"/>
          </p:nvPr>
        </p:nvSpPr>
        <p:spPr>
          <a:xfrm>
            <a:off x="6858001" y="1200150"/>
            <a:ext cx="1874519" cy="925830"/>
          </a:xfrm>
          <a:prstGeom prst="rect">
            <a:avLst/>
          </a:prstGeom>
          <a:solidFill>
            <a:srgbClr val="D5D5D7"/>
          </a:solidFill>
          <a:ln>
            <a:noFill/>
          </a:ln>
        </p:spPr>
      </p:sp>
      <p:sp>
        <p:nvSpPr>
          <p:cNvPr id="272" name="Google Shape;272;p20"/>
          <p:cNvSpPr txBox="1">
            <a:spLocks noGrp="1"/>
          </p:cNvSpPr>
          <p:nvPr>
            <p:ph type="body" idx="14"/>
          </p:nvPr>
        </p:nvSpPr>
        <p:spPr>
          <a:xfrm>
            <a:off x="6858001" y="2297430"/>
            <a:ext cx="1874519"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200"/>
              <a:buFont typeface="Arial"/>
              <a:buNone/>
              <a:defRPr sz="1200" b="1"/>
            </a:lvl1pPr>
            <a:lvl2pPr marL="914400" lvl="1" indent="-228600" algn="l">
              <a:lnSpc>
                <a:spcPct val="95000"/>
              </a:lnSpc>
              <a:spcBef>
                <a:spcPts val="0"/>
              </a:spcBef>
              <a:spcAft>
                <a:spcPts val="0"/>
              </a:spcAft>
              <a:buClr>
                <a:schemeClr val="dk1"/>
              </a:buClr>
              <a:buSzPts val="1200"/>
              <a:buFont typeface="Arial"/>
              <a:buNone/>
              <a:defRPr sz="1200" b="1"/>
            </a:lvl2pPr>
            <a:lvl3pPr marL="1371600" lvl="2" indent="-228600" algn="l">
              <a:lnSpc>
                <a:spcPct val="95000"/>
              </a:lnSpc>
              <a:spcBef>
                <a:spcPts val="0"/>
              </a:spcBef>
              <a:spcAft>
                <a:spcPts val="0"/>
              </a:spcAft>
              <a:buClr>
                <a:schemeClr val="dk1"/>
              </a:buClr>
              <a:buSzPts val="1200"/>
              <a:buFont typeface="Arial"/>
              <a:buNone/>
              <a:defRPr sz="1200" b="1"/>
            </a:lvl3pPr>
            <a:lvl4pPr marL="1828800" lvl="3" indent="-228600" algn="l">
              <a:lnSpc>
                <a:spcPct val="95000"/>
              </a:lnSpc>
              <a:spcBef>
                <a:spcPts val="0"/>
              </a:spcBef>
              <a:spcAft>
                <a:spcPts val="0"/>
              </a:spcAft>
              <a:buClr>
                <a:schemeClr val="dk1"/>
              </a:buClr>
              <a:buSzPts val="1200"/>
              <a:buFont typeface="Arial"/>
              <a:buNone/>
              <a:defRPr sz="1200" b="1"/>
            </a:lvl4pPr>
            <a:lvl5pPr marL="2286000" lvl="4" indent="-228600" algn="l">
              <a:lnSpc>
                <a:spcPct val="95000"/>
              </a:lnSpc>
              <a:spcBef>
                <a:spcPts val="0"/>
              </a:spcBef>
              <a:spcAft>
                <a:spcPts val="0"/>
              </a:spcAft>
              <a:buClr>
                <a:schemeClr val="dk1"/>
              </a:buClr>
              <a:buSzPts val="1200"/>
              <a:buFont typeface="Arial"/>
              <a:buNone/>
              <a:defRPr sz="1200" b="1"/>
            </a:lvl5pPr>
            <a:lvl6pPr marL="2743200" lvl="5" indent="-228600" algn="l">
              <a:lnSpc>
                <a:spcPct val="95000"/>
              </a:lnSpc>
              <a:spcBef>
                <a:spcPts val="0"/>
              </a:spcBef>
              <a:spcAft>
                <a:spcPts val="0"/>
              </a:spcAft>
              <a:buClr>
                <a:schemeClr val="dk1"/>
              </a:buClr>
              <a:buSzPts val="1200"/>
              <a:buFont typeface="Arial"/>
              <a:buNone/>
              <a:defRPr sz="1200" b="1"/>
            </a:lvl6pPr>
            <a:lvl7pPr marL="3200400" lvl="6" indent="-228600" algn="l">
              <a:lnSpc>
                <a:spcPct val="95000"/>
              </a:lnSpc>
              <a:spcBef>
                <a:spcPts val="0"/>
              </a:spcBef>
              <a:spcAft>
                <a:spcPts val="0"/>
              </a:spcAft>
              <a:buClr>
                <a:schemeClr val="dk1"/>
              </a:buClr>
              <a:buSzPts val="1200"/>
              <a:buFont typeface="Arial"/>
              <a:buNone/>
              <a:defRPr sz="1200" b="1"/>
            </a:lvl7pPr>
            <a:lvl8pPr marL="3657600" lvl="7" indent="-228600" algn="l">
              <a:lnSpc>
                <a:spcPct val="95000"/>
              </a:lnSpc>
              <a:spcBef>
                <a:spcPts val="0"/>
              </a:spcBef>
              <a:spcAft>
                <a:spcPts val="0"/>
              </a:spcAft>
              <a:buClr>
                <a:schemeClr val="dk1"/>
              </a:buClr>
              <a:buSzPts val="1200"/>
              <a:buFont typeface="Arial"/>
              <a:buNone/>
              <a:defRPr sz="1200" b="1"/>
            </a:lvl8pPr>
            <a:lvl9pPr marL="4114800" lvl="8" indent="-228600" algn="l">
              <a:lnSpc>
                <a:spcPct val="95000"/>
              </a:lnSpc>
              <a:spcBef>
                <a:spcPts val="0"/>
              </a:spcBef>
              <a:spcAft>
                <a:spcPts val="0"/>
              </a:spcAft>
              <a:buClr>
                <a:schemeClr val="dk1"/>
              </a:buClr>
              <a:buSzPts val="1200"/>
              <a:buFont typeface="Arial"/>
              <a:buNone/>
              <a:defRPr sz="1200" b="1"/>
            </a:lvl9pPr>
          </a:lstStyle>
          <a:p>
            <a:endParaRPr/>
          </a:p>
        </p:txBody>
      </p:sp>
      <p:sp>
        <p:nvSpPr>
          <p:cNvPr id="273" name="Google Shape;273;p20"/>
          <p:cNvSpPr txBox="1">
            <a:spLocks noGrp="1"/>
          </p:cNvSpPr>
          <p:nvPr>
            <p:ph type="body" idx="15"/>
          </p:nvPr>
        </p:nvSpPr>
        <p:spPr>
          <a:xfrm>
            <a:off x="6858001" y="2606040"/>
            <a:ext cx="1874519" cy="202311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274" name="Google Shape;274;p20"/>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5" name="Google Shape;275;p20"/>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1786">
          <p15:clr>
            <a:srgbClr val="A4A3A4"/>
          </p15:clr>
        </p15:guide>
        <p15:guide id="3" orient="horz" pos="3888">
          <p15:clr>
            <a:srgbClr val="A4A3A4"/>
          </p15:clr>
        </p15:guide>
        <p15:guide id="4" orient="horz" pos="1930">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Header - Image">
  <p:cSld name="Section Header - Image">
    <p:bg>
      <p:bgPr>
        <a:solidFill>
          <a:schemeClr val="lt1"/>
        </a:solidFill>
        <a:effectLst/>
      </p:bgPr>
    </p:bg>
    <p:spTree>
      <p:nvGrpSpPr>
        <p:cNvPr id="1" name="Shape 284"/>
        <p:cNvGrpSpPr/>
        <p:nvPr/>
      </p:nvGrpSpPr>
      <p:grpSpPr>
        <a:xfrm>
          <a:off x="0" y="0"/>
          <a:ext cx="0" cy="0"/>
          <a:chOff x="0" y="0"/>
          <a:chExt cx="0" cy="0"/>
        </a:xfrm>
      </p:grpSpPr>
      <p:sp>
        <p:nvSpPr>
          <p:cNvPr id="285" name="Google Shape;285;p22"/>
          <p:cNvSpPr>
            <a:spLocks noGrp="1"/>
          </p:cNvSpPr>
          <p:nvPr>
            <p:ph type="pic" idx="2"/>
          </p:nvPr>
        </p:nvSpPr>
        <p:spPr>
          <a:xfrm>
            <a:off x="0" y="171450"/>
            <a:ext cx="9144000" cy="4800600"/>
          </a:xfrm>
          <a:prstGeom prst="rect">
            <a:avLst/>
          </a:prstGeom>
          <a:solidFill>
            <a:srgbClr val="565557"/>
          </a:solidFill>
          <a:ln>
            <a:noFill/>
          </a:ln>
        </p:spPr>
      </p:sp>
      <p:sp>
        <p:nvSpPr>
          <p:cNvPr id="286" name="Google Shape;286;p22"/>
          <p:cNvSpPr txBox="1">
            <a:spLocks noGrp="1"/>
          </p:cNvSpPr>
          <p:nvPr>
            <p:ph type="title"/>
          </p:nvPr>
        </p:nvSpPr>
        <p:spPr>
          <a:xfrm>
            <a:off x="411480" y="308611"/>
            <a:ext cx="6173470" cy="891778"/>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2"/>
              </a:buClr>
              <a:buSzPts val="3000"/>
              <a:buFont typeface="Arial"/>
              <a:buNone/>
              <a:defRPr sz="30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22"/>
          <p:cNvSpPr txBox="1">
            <a:spLocks noGrp="1"/>
          </p:cNvSpPr>
          <p:nvPr>
            <p:ph type="body" idx="1"/>
          </p:nvPr>
        </p:nvSpPr>
        <p:spPr>
          <a:xfrm>
            <a:off x="411480" y="1611630"/>
            <a:ext cx="5096351" cy="68580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lt1"/>
              </a:buClr>
              <a:buSzPts val="2100"/>
              <a:buFont typeface="Arial"/>
              <a:buNone/>
              <a:defRPr sz="2100"/>
            </a:lvl1pPr>
            <a:lvl2pPr marL="914400" lvl="1" indent="-309562" algn="l">
              <a:lnSpc>
                <a:spcPct val="95000"/>
              </a:lnSpc>
              <a:spcBef>
                <a:spcPts val="750"/>
              </a:spcBef>
              <a:spcAft>
                <a:spcPts val="0"/>
              </a:spcAft>
              <a:buClr>
                <a:schemeClr val="lt1"/>
              </a:buClr>
              <a:buSzPts val="1275"/>
              <a:buFont typeface="Arial"/>
              <a:buChar char="▪"/>
              <a:defRPr/>
            </a:lvl2pPr>
            <a:lvl3pPr marL="1371600" lvl="2" indent="-309562" algn="l">
              <a:lnSpc>
                <a:spcPct val="95000"/>
              </a:lnSpc>
              <a:spcBef>
                <a:spcPts val="375"/>
              </a:spcBef>
              <a:spcAft>
                <a:spcPts val="0"/>
              </a:spcAft>
              <a:buClr>
                <a:schemeClr val="lt1"/>
              </a:buClr>
              <a:buSzPts val="1275"/>
              <a:buChar char="–"/>
              <a:defRPr/>
            </a:lvl3pPr>
            <a:lvl4pPr marL="1828800" lvl="3" indent="-309562" algn="l">
              <a:lnSpc>
                <a:spcPct val="95000"/>
              </a:lnSpc>
              <a:spcBef>
                <a:spcPts val="375"/>
              </a:spcBef>
              <a:spcAft>
                <a:spcPts val="0"/>
              </a:spcAft>
              <a:buClr>
                <a:schemeClr val="lt1"/>
              </a:buClr>
              <a:buSzPts val="1275"/>
              <a:buChar char="–"/>
              <a:defRPr/>
            </a:lvl4pPr>
            <a:lvl5pPr marL="2286000" lvl="4" indent="-309562" algn="l">
              <a:lnSpc>
                <a:spcPct val="95000"/>
              </a:lnSpc>
              <a:spcBef>
                <a:spcPts val="375"/>
              </a:spcBef>
              <a:spcAft>
                <a:spcPts val="0"/>
              </a:spcAft>
              <a:buClr>
                <a:schemeClr val="lt1"/>
              </a:buClr>
              <a:buSzPts val="1275"/>
              <a:buChar char="–"/>
              <a:defRPr/>
            </a:lvl5pPr>
            <a:lvl6pPr marL="2743200" lvl="5" indent="-309562" algn="l">
              <a:lnSpc>
                <a:spcPct val="95000"/>
              </a:lnSpc>
              <a:spcBef>
                <a:spcPts val="375"/>
              </a:spcBef>
              <a:spcAft>
                <a:spcPts val="0"/>
              </a:spcAft>
              <a:buClr>
                <a:schemeClr val="lt1"/>
              </a:buClr>
              <a:buSzPts val="1275"/>
              <a:buChar char="–"/>
              <a:defRPr/>
            </a:lvl6pPr>
            <a:lvl7pPr marL="3200400" lvl="6" indent="-309562" algn="l">
              <a:lnSpc>
                <a:spcPct val="95000"/>
              </a:lnSpc>
              <a:spcBef>
                <a:spcPts val="375"/>
              </a:spcBef>
              <a:spcAft>
                <a:spcPts val="0"/>
              </a:spcAft>
              <a:buClr>
                <a:schemeClr val="lt1"/>
              </a:buClr>
              <a:buSzPts val="1275"/>
              <a:buChar char="–"/>
              <a:defRPr/>
            </a:lvl7pPr>
            <a:lvl8pPr marL="3657600" lvl="7" indent="-309562" algn="l">
              <a:lnSpc>
                <a:spcPct val="95000"/>
              </a:lnSpc>
              <a:spcBef>
                <a:spcPts val="375"/>
              </a:spcBef>
              <a:spcAft>
                <a:spcPts val="0"/>
              </a:spcAft>
              <a:buClr>
                <a:schemeClr val="lt1"/>
              </a:buClr>
              <a:buSzPts val="1275"/>
              <a:buChar char="–"/>
              <a:defRPr/>
            </a:lvl8pPr>
            <a:lvl9pPr marL="4114800" lvl="8" indent="-309562" algn="l">
              <a:lnSpc>
                <a:spcPct val="95000"/>
              </a:lnSpc>
              <a:spcBef>
                <a:spcPts val="375"/>
              </a:spcBef>
              <a:spcAft>
                <a:spcPts val="0"/>
              </a:spcAft>
              <a:buClr>
                <a:schemeClr val="lt1"/>
              </a:buClr>
              <a:buSzPts val="1275"/>
              <a:buChar char="–"/>
              <a:defRPr/>
            </a:lvl9pPr>
          </a:lstStyle>
          <a:p>
            <a:endParaRPr/>
          </a:p>
        </p:txBody>
      </p:sp>
      <p:sp>
        <p:nvSpPr>
          <p:cNvPr id="288" name="Google Shape;288;p22"/>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9" name="Google Shape;289;p22"/>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marR="0" lvl="0"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1pPr>
            <a:lvl2pPr marL="0" marR="0" lvl="1"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2pPr>
            <a:lvl3pPr marL="0" marR="0" lvl="2"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3pPr>
            <a:lvl4pPr marL="0" marR="0" lvl="3"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4pPr>
            <a:lvl5pPr marL="0" marR="0" lvl="4"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5pPr>
            <a:lvl6pPr marL="0" marR="0" lvl="5"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6pPr>
            <a:lvl7pPr marL="0" marR="0" lvl="6"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7pPr>
            <a:lvl8pPr marL="0" marR="0" lvl="7"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8pPr>
            <a:lvl9pPr marL="0" marR="0" lvl="8"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290" name="Google Shape;290;p22"/>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 White 01">
  <p:cSld name="Section Header - White 01">
    <p:bg>
      <p:bgPr>
        <a:solidFill>
          <a:schemeClr val="lt1"/>
        </a:solidFill>
        <a:effectLst/>
      </p:bgPr>
    </p:bg>
    <p:spTree>
      <p:nvGrpSpPr>
        <p:cNvPr id="1" name="Shape 291"/>
        <p:cNvGrpSpPr/>
        <p:nvPr/>
      </p:nvGrpSpPr>
      <p:grpSpPr>
        <a:xfrm>
          <a:off x="0" y="0"/>
          <a:ext cx="0" cy="0"/>
          <a:chOff x="0" y="0"/>
          <a:chExt cx="0" cy="0"/>
        </a:xfrm>
      </p:grpSpPr>
      <p:sp>
        <p:nvSpPr>
          <p:cNvPr id="292" name="Google Shape;292;p23"/>
          <p:cNvSpPr txBox="1">
            <a:spLocks noGrp="1"/>
          </p:cNvSpPr>
          <p:nvPr>
            <p:ph type="title"/>
          </p:nvPr>
        </p:nvSpPr>
        <p:spPr>
          <a:xfrm>
            <a:off x="411480" y="308611"/>
            <a:ext cx="6173470" cy="891778"/>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2"/>
              </a:buClr>
              <a:buSzPts val="3000"/>
              <a:buFont typeface="Arial"/>
              <a:buNone/>
              <a:defRPr sz="3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3" name="Google Shape;293;p23"/>
          <p:cNvSpPr txBox="1">
            <a:spLocks noGrp="1"/>
          </p:cNvSpPr>
          <p:nvPr>
            <p:ph type="body" idx="1"/>
          </p:nvPr>
        </p:nvSpPr>
        <p:spPr>
          <a:xfrm>
            <a:off x="411480" y="1611630"/>
            <a:ext cx="5096351" cy="30175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2100"/>
              <a:buFont typeface="Arial"/>
              <a:buNone/>
              <a:defRPr sz="2100"/>
            </a:lvl1pPr>
            <a:lvl2pPr marL="914400" lvl="1" indent="-309562" algn="l">
              <a:lnSpc>
                <a:spcPct val="95000"/>
              </a:lnSpc>
              <a:spcBef>
                <a:spcPts val="750"/>
              </a:spcBef>
              <a:spcAft>
                <a:spcPts val="0"/>
              </a:spcAft>
              <a:buClr>
                <a:schemeClr val="dk1"/>
              </a:buClr>
              <a:buSzPts val="1275"/>
              <a:buFont typeface="Arial"/>
              <a:buChar char="▪"/>
              <a:defRPr/>
            </a:lvl2pPr>
            <a:lvl3pPr marL="1371600" lvl="2" indent="-309562" algn="l">
              <a:lnSpc>
                <a:spcPct val="95000"/>
              </a:lnSpc>
              <a:spcBef>
                <a:spcPts val="375"/>
              </a:spcBef>
              <a:spcAft>
                <a:spcPts val="0"/>
              </a:spcAft>
              <a:buClr>
                <a:schemeClr val="dk1"/>
              </a:buClr>
              <a:buSzPts val="1275"/>
              <a:buChar char="–"/>
              <a:defRPr/>
            </a:lvl3pPr>
            <a:lvl4pPr marL="1828800" lvl="3" indent="-309562" algn="l">
              <a:lnSpc>
                <a:spcPct val="95000"/>
              </a:lnSpc>
              <a:spcBef>
                <a:spcPts val="375"/>
              </a:spcBef>
              <a:spcAft>
                <a:spcPts val="0"/>
              </a:spcAft>
              <a:buClr>
                <a:schemeClr val="dk1"/>
              </a:buClr>
              <a:buSzPts val="1275"/>
              <a:buChar char="–"/>
              <a:defRPr/>
            </a:lvl4pPr>
            <a:lvl5pPr marL="2286000" lvl="4" indent="-309562" algn="l">
              <a:lnSpc>
                <a:spcPct val="95000"/>
              </a:lnSpc>
              <a:spcBef>
                <a:spcPts val="375"/>
              </a:spcBef>
              <a:spcAft>
                <a:spcPts val="0"/>
              </a:spcAft>
              <a:buClr>
                <a:schemeClr val="dk1"/>
              </a:buClr>
              <a:buSzPts val="1275"/>
              <a:buChar char="–"/>
              <a:defRPr/>
            </a:lvl5pPr>
            <a:lvl6pPr marL="2743200" lvl="5" indent="-309562" algn="l">
              <a:lnSpc>
                <a:spcPct val="95000"/>
              </a:lnSpc>
              <a:spcBef>
                <a:spcPts val="375"/>
              </a:spcBef>
              <a:spcAft>
                <a:spcPts val="0"/>
              </a:spcAft>
              <a:buClr>
                <a:schemeClr val="dk1"/>
              </a:buClr>
              <a:buSzPts val="1275"/>
              <a:buChar char="–"/>
              <a:defRPr/>
            </a:lvl6pPr>
            <a:lvl7pPr marL="3200400" lvl="6" indent="-309562" algn="l">
              <a:lnSpc>
                <a:spcPct val="95000"/>
              </a:lnSpc>
              <a:spcBef>
                <a:spcPts val="375"/>
              </a:spcBef>
              <a:spcAft>
                <a:spcPts val="0"/>
              </a:spcAft>
              <a:buClr>
                <a:schemeClr val="dk1"/>
              </a:buClr>
              <a:buSzPts val="1275"/>
              <a:buChar char="–"/>
              <a:defRPr/>
            </a:lvl7pPr>
            <a:lvl8pPr marL="3657600" lvl="7" indent="-309562" algn="l">
              <a:lnSpc>
                <a:spcPct val="95000"/>
              </a:lnSpc>
              <a:spcBef>
                <a:spcPts val="375"/>
              </a:spcBef>
              <a:spcAft>
                <a:spcPts val="0"/>
              </a:spcAft>
              <a:buClr>
                <a:schemeClr val="dk1"/>
              </a:buClr>
              <a:buSzPts val="1275"/>
              <a:buChar char="–"/>
              <a:defRPr/>
            </a:lvl8pPr>
            <a:lvl9pPr marL="4114800" lvl="8" indent="-309562" algn="l">
              <a:lnSpc>
                <a:spcPct val="95000"/>
              </a:lnSpc>
              <a:spcBef>
                <a:spcPts val="375"/>
              </a:spcBef>
              <a:spcAft>
                <a:spcPts val="0"/>
              </a:spcAft>
              <a:buClr>
                <a:schemeClr val="dk1"/>
              </a:buClr>
              <a:buSzPts val="1275"/>
              <a:buChar char="–"/>
              <a:defRPr/>
            </a:lvl9pPr>
          </a:lstStyle>
          <a:p>
            <a:endParaRPr/>
          </a:p>
        </p:txBody>
      </p:sp>
      <p:sp>
        <p:nvSpPr>
          <p:cNvPr id="294" name="Google Shape;294;p23"/>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5" name="Google Shape;295;p23"/>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Header - White 02">
  <p:cSld name="Section Header - White 02">
    <p:bg>
      <p:bgPr>
        <a:solidFill>
          <a:schemeClr val="lt1"/>
        </a:solidFill>
        <a:effectLst/>
      </p:bgPr>
    </p:bg>
    <p:spTree>
      <p:nvGrpSpPr>
        <p:cNvPr id="1" name="Shape 296"/>
        <p:cNvGrpSpPr/>
        <p:nvPr/>
      </p:nvGrpSpPr>
      <p:grpSpPr>
        <a:xfrm>
          <a:off x="0" y="0"/>
          <a:ext cx="0" cy="0"/>
          <a:chOff x="0" y="0"/>
          <a:chExt cx="0" cy="0"/>
        </a:xfrm>
      </p:grpSpPr>
      <p:sp>
        <p:nvSpPr>
          <p:cNvPr id="297" name="Google Shape;297;p24"/>
          <p:cNvSpPr txBox="1">
            <a:spLocks noGrp="1"/>
          </p:cNvSpPr>
          <p:nvPr>
            <p:ph type="title"/>
          </p:nvPr>
        </p:nvSpPr>
        <p:spPr>
          <a:xfrm>
            <a:off x="411481" y="308610"/>
            <a:ext cx="4023995"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Font typeface="Arial"/>
              <a:buNone/>
              <a:defRPr sz="18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8" name="Google Shape;298;p24"/>
          <p:cNvSpPr txBox="1">
            <a:spLocks noGrp="1"/>
          </p:cNvSpPr>
          <p:nvPr>
            <p:ph type="body" idx="1"/>
          </p:nvPr>
        </p:nvSpPr>
        <p:spPr>
          <a:xfrm>
            <a:off x="411480" y="1200150"/>
            <a:ext cx="5096351" cy="3429000"/>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0"/>
              </a:spcBef>
              <a:spcAft>
                <a:spcPts val="0"/>
              </a:spcAft>
              <a:buClr>
                <a:schemeClr val="dk1"/>
              </a:buClr>
              <a:buSzPts val="2700"/>
              <a:buFont typeface="Arial"/>
              <a:buNone/>
              <a:defRPr sz="2700"/>
            </a:lvl1pPr>
            <a:lvl2pPr marL="914400" lvl="1" indent="-309562" algn="l">
              <a:lnSpc>
                <a:spcPct val="95000"/>
              </a:lnSpc>
              <a:spcBef>
                <a:spcPts val="750"/>
              </a:spcBef>
              <a:spcAft>
                <a:spcPts val="0"/>
              </a:spcAft>
              <a:buClr>
                <a:schemeClr val="dk1"/>
              </a:buClr>
              <a:buSzPts val="1275"/>
              <a:buFont typeface="Arial"/>
              <a:buChar char="▪"/>
              <a:defRPr/>
            </a:lvl2pPr>
            <a:lvl3pPr marL="1371600" lvl="2" indent="-309562" algn="l">
              <a:lnSpc>
                <a:spcPct val="95000"/>
              </a:lnSpc>
              <a:spcBef>
                <a:spcPts val="375"/>
              </a:spcBef>
              <a:spcAft>
                <a:spcPts val="0"/>
              </a:spcAft>
              <a:buClr>
                <a:schemeClr val="dk1"/>
              </a:buClr>
              <a:buSzPts val="1275"/>
              <a:buChar char="–"/>
              <a:defRPr/>
            </a:lvl3pPr>
            <a:lvl4pPr marL="1828800" lvl="3" indent="-309562" algn="l">
              <a:lnSpc>
                <a:spcPct val="95000"/>
              </a:lnSpc>
              <a:spcBef>
                <a:spcPts val="375"/>
              </a:spcBef>
              <a:spcAft>
                <a:spcPts val="0"/>
              </a:spcAft>
              <a:buClr>
                <a:schemeClr val="dk1"/>
              </a:buClr>
              <a:buSzPts val="1275"/>
              <a:buChar char="–"/>
              <a:defRPr/>
            </a:lvl4pPr>
            <a:lvl5pPr marL="2286000" lvl="4" indent="-309562" algn="l">
              <a:lnSpc>
                <a:spcPct val="95000"/>
              </a:lnSpc>
              <a:spcBef>
                <a:spcPts val="375"/>
              </a:spcBef>
              <a:spcAft>
                <a:spcPts val="0"/>
              </a:spcAft>
              <a:buClr>
                <a:schemeClr val="dk1"/>
              </a:buClr>
              <a:buSzPts val="1275"/>
              <a:buChar char="–"/>
              <a:defRPr/>
            </a:lvl5pPr>
            <a:lvl6pPr marL="2743200" lvl="5" indent="-309562" algn="l">
              <a:lnSpc>
                <a:spcPct val="95000"/>
              </a:lnSpc>
              <a:spcBef>
                <a:spcPts val="375"/>
              </a:spcBef>
              <a:spcAft>
                <a:spcPts val="0"/>
              </a:spcAft>
              <a:buClr>
                <a:schemeClr val="dk1"/>
              </a:buClr>
              <a:buSzPts val="1275"/>
              <a:buChar char="–"/>
              <a:defRPr/>
            </a:lvl6pPr>
            <a:lvl7pPr marL="3200400" lvl="6" indent="-309562" algn="l">
              <a:lnSpc>
                <a:spcPct val="95000"/>
              </a:lnSpc>
              <a:spcBef>
                <a:spcPts val="375"/>
              </a:spcBef>
              <a:spcAft>
                <a:spcPts val="0"/>
              </a:spcAft>
              <a:buClr>
                <a:schemeClr val="dk1"/>
              </a:buClr>
              <a:buSzPts val="1275"/>
              <a:buChar char="–"/>
              <a:defRPr/>
            </a:lvl7pPr>
            <a:lvl8pPr marL="3657600" lvl="7" indent="-309562" algn="l">
              <a:lnSpc>
                <a:spcPct val="95000"/>
              </a:lnSpc>
              <a:spcBef>
                <a:spcPts val="375"/>
              </a:spcBef>
              <a:spcAft>
                <a:spcPts val="0"/>
              </a:spcAft>
              <a:buClr>
                <a:schemeClr val="dk1"/>
              </a:buClr>
              <a:buSzPts val="1275"/>
              <a:buChar char="–"/>
              <a:defRPr/>
            </a:lvl8pPr>
            <a:lvl9pPr marL="4114800" lvl="8" indent="-309562" algn="l">
              <a:lnSpc>
                <a:spcPct val="95000"/>
              </a:lnSpc>
              <a:spcBef>
                <a:spcPts val="375"/>
              </a:spcBef>
              <a:spcAft>
                <a:spcPts val="0"/>
              </a:spcAft>
              <a:buClr>
                <a:schemeClr val="dk1"/>
              </a:buClr>
              <a:buSzPts val="1275"/>
              <a:buChar char="–"/>
              <a:defRPr/>
            </a:lvl9pPr>
          </a:lstStyle>
          <a:p>
            <a:endParaRPr/>
          </a:p>
        </p:txBody>
      </p:sp>
      <p:sp>
        <p:nvSpPr>
          <p:cNvPr id="299" name="Google Shape;299;p24"/>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0" name="Google Shape;300;p24"/>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matchingName="Section Header - Half Image">
  <p:cSld name="Section Header - Half Image">
    <p:bg>
      <p:bgPr>
        <a:solidFill>
          <a:srgbClr val="221F20"/>
        </a:solidFill>
        <a:effectLst/>
      </p:bgPr>
    </p:bg>
    <p:spTree>
      <p:nvGrpSpPr>
        <p:cNvPr id="1" name="Shape 301"/>
        <p:cNvGrpSpPr/>
        <p:nvPr/>
      </p:nvGrpSpPr>
      <p:grpSpPr>
        <a:xfrm>
          <a:off x="0" y="0"/>
          <a:ext cx="0" cy="0"/>
          <a:chOff x="0" y="0"/>
          <a:chExt cx="0" cy="0"/>
        </a:xfrm>
      </p:grpSpPr>
      <p:sp>
        <p:nvSpPr>
          <p:cNvPr id="302" name="Google Shape;302;p25"/>
          <p:cNvSpPr txBox="1">
            <a:spLocks noGrp="1"/>
          </p:cNvSpPr>
          <p:nvPr>
            <p:ph type="title"/>
          </p:nvPr>
        </p:nvSpPr>
        <p:spPr>
          <a:xfrm>
            <a:off x="411481" y="308611"/>
            <a:ext cx="4023995" cy="891778"/>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2"/>
              </a:buClr>
              <a:buSzPts val="3000"/>
              <a:buFont typeface="Arial"/>
              <a:buNone/>
              <a:defRPr sz="30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3" name="Google Shape;303;p25"/>
          <p:cNvSpPr txBox="1">
            <a:spLocks noGrp="1"/>
          </p:cNvSpPr>
          <p:nvPr>
            <p:ph type="body" idx="1"/>
          </p:nvPr>
        </p:nvSpPr>
        <p:spPr>
          <a:xfrm>
            <a:off x="411480" y="1611630"/>
            <a:ext cx="4023994" cy="30175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1275"/>
              <a:buFont typeface="Arial"/>
              <a:buNone/>
              <a:defRPr/>
            </a:lvl1pPr>
            <a:lvl2pPr marL="914400" lvl="1" indent="-309562" algn="l">
              <a:lnSpc>
                <a:spcPct val="95000"/>
              </a:lnSpc>
              <a:spcBef>
                <a:spcPts val="750"/>
              </a:spcBef>
              <a:spcAft>
                <a:spcPts val="0"/>
              </a:spcAft>
              <a:buClr>
                <a:schemeClr val="lt1"/>
              </a:buClr>
              <a:buSzPts val="1275"/>
              <a:buFont typeface="Arial"/>
              <a:buChar char="▪"/>
              <a:defRPr/>
            </a:lvl2pPr>
            <a:lvl3pPr marL="1371600" lvl="2" indent="-309562" algn="l">
              <a:lnSpc>
                <a:spcPct val="95000"/>
              </a:lnSpc>
              <a:spcBef>
                <a:spcPts val="375"/>
              </a:spcBef>
              <a:spcAft>
                <a:spcPts val="0"/>
              </a:spcAft>
              <a:buClr>
                <a:schemeClr val="lt1"/>
              </a:buClr>
              <a:buSzPts val="1275"/>
              <a:buChar char="–"/>
              <a:defRPr/>
            </a:lvl3pPr>
            <a:lvl4pPr marL="1828800" lvl="3" indent="-309562" algn="l">
              <a:lnSpc>
                <a:spcPct val="95000"/>
              </a:lnSpc>
              <a:spcBef>
                <a:spcPts val="375"/>
              </a:spcBef>
              <a:spcAft>
                <a:spcPts val="0"/>
              </a:spcAft>
              <a:buClr>
                <a:schemeClr val="lt1"/>
              </a:buClr>
              <a:buSzPts val="1275"/>
              <a:buChar char="–"/>
              <a:defRPr/>
            </a:lvl4pPr>
            <a:lvl5pPr marL="2286000" lvl="4" indent="-309562" algn="l">
              <a:lnSpc>
                <a:spcPct val="95000"/>
              </a:lnSpc>
              <a:spcBef>
                <a:spcPts val="375"/>
              </a:spcBef>
              <a:spcAft>
                <a:spcPts val="0"/>
              </a:spcAft>
              <a:buClr>
                <a:schemeClr val="lt1"/>
              </a:buClr>
              <a:buSzPts val="1275"/>
              <a:buChar char="–"/>
              <a:defRPr/>
            </a:lvl5pPr>
            <a:lvl6pPr marL="2743200" lvl="5" indent="-309562" algn="l">
              <a:lnSpc>
                <a:spcPct val="95000"/>
              </a:lnSpc>
              <a:spcBef>
                <a:spcPts val="375"/>
              </a:spcBef>
              <a:spcAft>
                <a:spcPts val="0"/>
              </a:spcAft>
              <a:buClr>
                <a:schemeClr val="lt1"/>
              </a:buClr>
              <a:buSzPts val="1275"/>
              <a:buChar char="–"/>
              <a:defRPr/>
            </a:lvl6pPr>
            <a:lvl7pPr marL="3200400" lvl="6" indent="-309562" algn="l">
              <a:lnSpc>
                <a:spcPct val="95000"/>
              </a:lnSpc>
              <a:spcBef>
                <a:spcPts val="375"/>
              </a:spcBef>
              <a:spcAft>
                <a:spcPts val="0"/>
              </a:spcAft>
              <a:buClr>
                <a:schemeClr val="lt1"/>
              </a:buClr>
              <a:buSzPts val="1275"/>
              <a:buChar char="–"/>
              <a:defRPr/>
            </a:lvl7pPr>
            <a:lvl8pPr marL="3657600" lvl="7" indent="-309562" algn="l">
              <a:lnSpc>
                <a:spcPct val="95000"/>
              </a:lnSpc>
              <a:spcBef>
                <a:spcPts val="375"/>
              </a:spcBef>
              <a:spcAft>
                <a:spcPts val="0"/>
              </a:spcAft>
              <a:buClr>
                <a:schemeClr val="lt1"/>
              </a:buClr>
              <a:buSzPts val="1275"/>
              <a:buChar char="–"/>
              <a:defRPr/>
            </a:lvl8pPr>
            <a:lvl9pPr marL="4114800" lvl="8" indent="-309562" algn="l">
              <a:lnSpc>
                <a:spcPct val="95000"/>
              </a:lnSpc>
              <a:spcBef>
                <a:spcPts val="375"/>
              </a:spcBef>
              <a:spcAft>
                <a:spcPts val="0"/>
              </a:spcAft>
              <a:buClr>
                <a:schemeClr val="lt1"/>
              </a:buClr>
              <a:buSzPts val="1275"/>
              <a:buChar char="–"/>
              <a:defRPr/>
            </a:lvl9pPr>
          </a:lstStyle>
          <a:p>
            <a:endParaRPr/>
          </a:p>
        </p:txBody>
      </p:sp>
      <p:sp>
        <p:nvSpPr>
          <p:cNvPr id="304" name="Google Shape;304;p25"/>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25"/>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306" name="Google Shape;306;p25"/>
          <p:cNvSpPr>
            <a:spLocks noGrp="1"/>
          </p:cNvSpPr>
          <p:nvPr>
            <p:ph type="pic" idx="2"/>
          </p:nvPr>
        </p:nvSpPr>
        <p:spPr>
          <a:xfrm>
            <a:off x="4708528" y="807244"/>
            <a:ext cx="4024311" cy="3821906"/>
          </a:xfrm>
          <a:prstGeom prst="rect">
            <a:avLst/>
          </a:prstGeom>
          <a:solidFill>
            <a:srgbClr val="D5D5D7"/>
          </a:solidFill>
          <a:ln>
            <a:noFill/>
          </a:ln>
        </p:spPr>
      </p:sp>
      <p:sp>
        <p:nvSpPr>
          <p:cNvPr id="307" name="Google Shape;307;p25"/>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sp>
        <p:nvSpPr>
          <p:cNvPr id="308" name="Google Shape;308;p25"/>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pic>
        <p:nvPicPr>
          <p:cNvPr id="309" name="Google Shape;309;p25"/>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 Half Image - White">
  <p:cSld name="Section Header - Half Image - White">
    <p:bg>
      <p:bgPr>
        <a:solidFill>
          <a:schemeClr val="lt1"/>
        </a:solidFill>
        <a:effectLst/>
      </p:bgPr>
    </p:bg>
    <p:spTree>
      <p:nvGrpSpPr>
        <p:cNvPr id="1" name="Shape 310"/>
        <p:cNvGrpSpPr/>
        <p:nvPr/>
      </p:nvGrpSpPr>
      <p:grpSpPr>
        <a:xfrm>
          <a:off x="0" y="0"/>
          <a:ext cx="0" cy="0"/>
          <a:chOff x="0" y="0"/>
          <a:chExt cx="0" cy="0"/>
        </a:xfrm>
      </p:grpSpPr>
      <p:sp>
        <p:nvSpPr>
          <p:cNvPr id="311" name="Google Shape;311;p26"/>
          <p:cNvSpPr txBox="1">
            <a:spLocks noGrp="1"/>
          </p:cNvSpPr>
          <p:nvPr>
            <p:ph type="title"/>
          </p:nvPr>
        </p:nvSpPr>
        <p:spPr>
          <a:xfrm>
            <a:off x="411481" y="308611"/>
            <a:ext cx="4023995" cy="891778"/>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2"/>
              </a:buClr>
              <a:buSzPts val="3000"/>
              <a:buFont typeface="Arial"/>
              <a:buNone/>
              <a:defRPr sz="3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2" name="Google Shape;312;p26"/>
          <p:cNvSpPr txBox="1">
            <a:spLocks noGrp="1"/>
          </p:cNvSpPr>
          <p:nvPr>
            <p:ph type="body" idx="1"/>
          </p:nvPr>
        </p:nvSpPr>
        <p:spPr>
          <a:xfrm>
            <a:off x="411480" y="1611630"/>
            <a:ext cx="4023994" cy="30175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1275"/>
              <a:buFont typeface="Arial"/>
              <a:buNone/>
              <a:defRPr/>
            </a:lvl1pPr>
            <a:lvl2pPr marL="914400" lvl="1" indent="-309562" algn="l">
              <a:lnSpc>
                <a:spcPct val="95000"/>
              </a:lnSpc>
              <a:spcBef>
                <a:spcPts val="750"/>
              </a:spcBef>
              <a:spcAft>
                <a:spcPts val="0"/>
              </a:spcAft>
              <a:buClr>
                <a:schemeClr val="dk1"/>
              </a:buClr>
              <a:buSzPts val="1275"/>
              <a:buFont typeface="Arial"/>
              <a:buChar char="▪"/>
              <a:defRPr/>
            </a:lvl2pPr>
            <a:lvl3pPr marL="1371600" lvl="2" indent="-309562" algn="l">
              <a:lnSpc>
                <a:spcPct val="95000"/>
              </a:lnSpc>
              <a:spcBef>
                <a:spcPts val="375"/>
              </a:spcBef>
              <a:spcAft>
                <a:spcPts val="0"/>
              </a:spcAft>
              <a:buClr>
                <a:schemeClr val="dk1"/>
              </a:buClr>
              <a:buSzPts val="1275"/>
              <a:buChar char="–"/>
              <a:defRPr/>
            </a:lvl3pPr>
            <a:lvl4pPr marL="1828800" lvl="3" indent="-309562" algn="l">
              <a:lnSpc>
                <a:spcPct val="95000"/>
              </a:lnSpc>
              <a:spcBef>
                <a:spcPts val="375"/>
              </a:spcBef>
              <a:spcAft>
                <a:spcPts val="0"/>
              </a:spcAft>
              <a:buClr>
                <a:schemeClr val="dk1"/>
              </a:buClr>
              <a:buSzPts val="1275"/>
              <a:buChar char="–"/>
              <a:defRPr/>
            </a:lvl4pPr>
            <a:lvl5pPr marL="2286000" lvl="4" indent="-309562" algn="l">
              <a:lnSpc>
                <a:spcPct val="95000"/>
              </a:lnSpc>
              <a:spcBef>
                <a:spcPts val="375"/>
              </a:spcBef>
              <a:spcAft>
                <a:spcPts val="0"/>
              </a:spcAft>
              <a:buClr>
                <a:schemeClr val="dk1"/>
              </a:buClr>
              <a:buSzPts val="1275"/>
              <a:buChar char="–"/>
              <a:defRPr/>
            </a:lvl5pPr>
            <a:lvl6pPr marL="2743200" lvl="5" indent="-309562" algn="l">
              <a:lnSpc>
                <a:spcPct val="95000"/>
              </a:lnSpc>
              <a:spcBef>
                <a:spcPts val="375"/>
              </a:spcBef>
              <a:spcAft>
                <a:spcPts val="0"/>
              </a:spcAft>
              <a:buClr>
                <a:schemeClr val="dk1"/>
              </a:buClr>
              <a:buSzPts val="1275"/>
              <a:buChar char="–"/>
              <a:defRPr/>
            </a:lvl6pPr>
            <a:lvl7pPr marL="3200400" lvl="6" indent="-309562" algn="l">
              <a:lnSpc>
                <a:spcPct val="95000"/>
              </a:lnSpc>
              <a:spcBef>
                <a:spcPts val="375"/>
              </a:spcBef>
              <a:spcAft>
                <a:spcPts val="0"/>
              </a:spcAft>
              <a:buClr>
                <a:schemeClr val="dk1"/>
              </a:buClr>
              <a:buSzPts val="1275"/>
              <a:buChar char="–"/>
              <a:defRPr/>
            </a:lvl7pPr>
            <a:lvl8pPr marL="3657600" lvl="7" indent="-309562" algn="l">
              <a:lnSpc>
                <a:spcPct val="95000"/>
              </a:lnSpc>
              <a:spcBef>
                <a:spcPts val="375"/>
              </a:spcBef>
              <a:spcAft>
                <a:spcPts val="0"/>
              </a:spcAft>
              <a:buClr>
                <a:schemeClr val="dk1"/>
              </a:buClr>
              <a:buSzPts val="1275"/>
              <a:buChar char="–"/>
              <a:defRPr/>
            </a:lvl8pPr>
            <a:lvl9pPr marL="4114800" lvl="8" indent="-309562" algn="l">
              <a:lnSpc>
                <a:spcPct val="95000"/>
              </a:lnSpc>
              <a:spcBef>
                <a:spcPts val="375"/>
              </a:spcBef>
              <a:spcAft>
                <a:spcPts val="0"/>
              </a:spcAft>
              <a:buClr>
                <a:schemeClr val="dk1"/>
              </a:buClr>
              <a:buSzPts val="1275"/>
              <a:buChar char="–"/>
              <a:defRPr/>
            </a:lvl9pPr>
          </a:lstStyle>
          <a:p>
            <a:endParaRPr/>
          </a:p>
        </p:txBody>
      </p:sp>
      <p:sp>
        <p:nvSpPr>
          <p:cNvPr id="313" name="Google Shape;313;p26"/>
          <p:cNvSpPr>
            <a:spLocks noGrp="1"/>
          </p:cNvSpPr>
          <p:nvPr>
            <p:ph type="pic" idx="2"/>
          </p:nvPr>
        </p:nvSpPr>
        <p:spPr>
          <a:xfrm>
            <a:off x="4708528" y="807244"/>
            <a:ext cx="4024311" cy="3821906"/>
          </a:xfrm>
          <a:prstGeom prst="rect">
            <a:avLst/>
          </a:prstGeom>
          <a:solidFill>
            <a:srgbClr val="D5D5D7"/>
          </a:solidFill>
          <a:ln>
            <a:noFill/>
          </a:ln>
        </p:spPr>
      </p:sp>
      <p:sp>
        <p:nvSpPr>
          <p:cNvPr id="314" name="Google Shape;314;p26"/>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5" name="Google Shape;315;p26"/>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16"/>
        <p:cNvGrpSpPr/>
        <p:nvPr/>
      </p:nvGrpSpPr>
      <p:grpSpPr>
        <a:xfrm>
          <a:off x="0" y="0"/>
          <a:ext cx="0" cy="0"/>
          <a:chOff x="0" y="0"/>
          <a:chExt cx="0" cy="0"/>
        </a:xfrm>
      </p:grpSpPr>
      <p:sp>
        <p:nvSpPr>
          <p:cNvPr id="317" name="Google Shape;317;p27"/>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8" name="Google Shape;318;p27"/>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9" name="Google Shape;319;p27"/>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matchingName="Title Only - Black">
  <p:cSld name="Title Only - Black">
    <p:bg>
      <p:bgPr>
        <a:solidFill>
          <a:srgbClr val="221F20"/>
        </a:solidFill>
        <a:effectLst/>
      </p:bgPr>
    </p:bg>
    <p:spTree>
      <p:nvGrpSpPr>
        <p:cNvPr id="1" name="Shape 320"/>
        <p:cNvGrpSpPr/>
        <p:nvPr/>
      </p:nvGrpSpPr>
      <p:grpSpPr>
        <a:xfrm>
          <a:off x="0" y="0"/>
          <a:ext cx="0" cy="0"/>
          <a:chOff x="0" y="0"/>
          <a:chExt cx="0" cy="0"/>
        </a:xfrm>
      </p:grpSpPr>
      <p:sp>
        <p:nvSpPr>
          <p:cNvPr id="321" name="Google Shape;321;p28"/>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2" name="Google Shape;322;p28"/>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3" name="Google Shape;323;p28"/>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324" name="Google Shape;324;p28"/>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sp>
        <p:nvSpPr>
          <p:cNvPr id="325" name="Google Shape;325;p28"/>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pic>
        <p:nvPicPr>
          <p:cNvPr id="326" name="Google Shape;326;p28"/>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27"/>
        <p:cNvGrpSpPr/>
        <p:nvPr/>
      </p:nvGrpSpPr>
      <p:grpSpPr>
        <a:xfrm>
          <a:off x="0" y="0"/>
          <a:ext cx="0" cy="0"/>
          <a:chOff x="0" y="0"/>
          <a:chExt cx="0" cy="0"/>
        </a:xfrm>
      </p:grpSpPr>
      <p:sp>
        <p:nvSpPr>
          <p:cNvPr id="328" name="Google Shape;328;p29"/>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9" name="Google Shape;329;p29"/>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matchingName="Blank - Black">
  <p:cSld name="Blank - Black">
    <p:bg>
      <p:bgPr>
        <a:solidFill>
          <a:srgbClr val="221F20"/>
        </a:solidFill>
        <a:effectLst/>
      </p:bgPr>
    </p:bg>
    <p:spTree>
      <p:nvGrpSpPr>
        <p:cNvPr id="1" name="Shape 330"/>
        <p:cNvGrpSpPr/>
        <p:nvPr/>
      </p:nvGrpSpPr>
      <p:grpSpPr>
        <a:xfrm>
          <a:off x="0" y="0"/>
          <a:ext cx="0" cy="0"/>
          <a:chOff x="0" y="0"/>
          <a:chExt cx="0" cy="0"/>
        </a:xfrm>
      </p:grpSpPr>
      <p:sp>
        <p:nvSpPr>
          <p:cNvPr id="331" name="Google Shape;331;p30"/>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30"/>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333" name="Google Shape;333;p30"/>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sp>
        <p:nvSpPr>
          <p:cNvPr id="334" name="Google Shape;334;p30"/>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pic>
        <p:nvPicPr>
          <p:cNvPr id="335" name="Google Shape;335;p30"/>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matchingName="Thank You">
  <p:cSld name="Thank You">
    <p:bg>
      <p:bgPr>
        <a:solidFill>
          <a:srgbClr val="221F20"/>
        </a:solidFill>
        <a:effectLst/>
      </p:bgPr>
    </p:bg>
    <p:spTree>
      <p:nvGrpSpPr>
        <p:cNvPr id="1" name="Shape 336"/>
        <p:cNvGrpSpPr/>
        <p:nvPr/>
      </p:nvGrpSpPr>
      <p:grpSpPr>
        <a:xfrm>
          <a:off x="0" y="0"/>
          <a:ext cx="0" cy="0"/>
          <a:chOff x="0" y="0"/>
          <a:chExt cx="0" cy="0"/>
        </a:xfrm>
      </p:grpSpPr>
      <p:sp>
        <p:nvSpPr>
          <p:cNvPr id="337" name="Google Shape;337;p31"/>
          <p:cNvSpPr txBox="1"/>
          <p:nvPr/>
        </p:nvSpPr>
        <p:spPr>
          <a:xfrm>
            <a:off x="411162" y="1611630"/>
            <a:ext cx="8321040" cy="10287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FFCC01"/>
              </a:buClr>
              <a:buSzPts val="3600"/>
              <a:buFont typeface="Arial"/>
              <a:buNone/>
            </a:pPr>
            <a:r>
              <a:rPr lang="en" sz="3600" b="0" i="0" u="none" strike="noStrike" cap="none">
                <a:solidFill>
                  <a:srgbClr val="FFCC01"/>
                </a:solidFill>
                <a:latin typeface="Arial"/>
                <a:ea typeface="Arial"/>
                <a:cs typeface="Arial"/>
                <a:sym typeface="Arial"/>
              </a:rPr>
              <a:t>THANK YOU.</a:t>
            </a:r>
            <a:endParaRPr/>
          </a:p>
        </p:txBody>
      </p:sp>
      <p:sp>
        <p:nvSpPr>
          <p:cNvPr id="338" name="Google Shape;338;p31"/>
          <p:cNvSpPr txBox="1">
            <a:spLocks noGrp="1"/>
          </p:cNvSpPr>
          <p:nvPr>
            <p:ph type="body" idx="1"/>
          </p:nvPr>
        </p:nvSpPr>
        <p:spPr>
          <a:xfrm>
            <a:off x="411164" y="3614561"/>
            <a:ext cx="4024312" cy="1028699"/>
          </a:xfrm>
          <a:prstGeom prst="rect">
            <a:avLst/>
          </a:prstGeom>
          <a:noFill/>
          <a:ln>
            <a:noFill/>
          </a:ln>
        </p:spPr>
        <p:txBody>
          <a:bodyPr spcFirstLastPara="1" wrap="square" lIns="0" tIns="0" rIns="0" bIns="0" anchor="b" anchorCtr="0">
            <a:noAutofit/>
          </a:bodyPr>
          <a:lstStyle>
            <a:lvl1pPr marL="457200" lvl="0" indent="-228600" algn="l">
              <a:lnSpc>
                <a:spcPct val="95000"/>
              </a:lnSpc>
              <a:spcBef>
                <a:spcPts val="0"/>
              </a:spcBef>
              <a:spcAft>
                <a:spcPts val="0"/>
              </a:spcAft>
              <a:buClr>
                <a:schemeClr val="lt1"/>
              </a:buClr>
              <a:buSzPts val="900"/>
              <a:buFont typeface="Arial"/>
              <a:buNone/>
              <a:defRPr sz="900"/>
            </a:lvl1pPr>
            <a:lvl2pPr marL="914400" lvl="1" indent="-228600" algn="l">
              <a:lnSpc>
                <a:spcPct val="95000"/>
              </a:lnSpc>
              <a:spcBef>
                <a:spcPts val="0"/>
              </a:spcBef>
              <a:spcAft>
                <a:spcPts val="0"/>
              </a:spcAft>
              <a:buClr>
                <a:schemeClr val="lt1"/>
              </a:buClr>
              <a:buSzPts val="900"/>
              <a:buFont typeface="Arial"/>
              <a:buNone/>
              <a:defRPr sz="900"/>
            </a:lvl2pPr>
            <a:lvl3pPr marL="1371600" lvl="2" indent="-228600" algn="l">
              <a:lnSpc>
                <a:spcPct val="95000"/>
              </a:lnSpc>
              <a:spcBef>
                <a:spcPts val="0"/>
              </a:spcBef>
              <a:spcAft>
                <a:spcPts val="0"/>
              </a:spcAft>
              <a:buClr>
                <a:schemeClr val="lt1"/>
              </a:buClr>
              <a:buSzPts val="900"/>
              <a:buFont typeface="Arial"/>
              <a:buNone/>
              <a:defRPr sz="900"/>
            </a:lvl3pPr>
            <a:lvl4pPr marL="1828800" lvl="3" indent="-228600" algn="l">
              <a:lnSpc>
                <a:spcPct val="95000"/>
              </a:lnSpc>
              <a:spcBef>
                <a:spcPts val="0"/>
              </a:spcBef>
              <a:spcAft>
                <a:spcPts val="0"/>
              </a:spcAft>
              <a:buClr>
                <a:schemeClr val="lt1"/>
              </a:buClr>
              <a:buSzPts val="900"/>
              <a:buFont typeface="Arial"/>
              <a:buNone/>
              <a:defRPr sz="900"/>
            </a:lvl4pPr>
            <a:lvl5pPr marL="2286000" lvl="4" indent="-228600" algn="l">
              <a:lnSpc>
                <a:spcPct val="95000"/>
              </a:lnSpc>
              <a:spcBef>
                <a:spcPts val="0"/>
              </a:spcBef>
              <a:spcAft>
                <a:spcPts val="0"/>
              </a:spcAft>
              <a:buClr>
                <a:schemeClr val="lt1"/>
              </a:buClr>
              <a:buSzPts val="900"/>
              <a:buFont typeface="Arial"/>
              <a:buNone/>
              <a:defRPr sz="900"/>
            </a:lvl5pPr>
            <a:lvl6pPr marL="2743200" lvl="5" indent="-228600" algn="l">
              <a:lnSpc>
                <a:spcPct val="95000"/>
              </a:lnSpc>
              <a:spcBef>
                <a:spcPts val="0"/>
              </a:spcBef>
              <a:spcAft>
                <a:spcPts val="0"/>
              </a:spcAft>
              <a:buClr>
                <a:schemeClr val="lt1"/>
              </a:buClr>
              <a:buSzPts val="900"/>
              <a:buFont typeface="Arial"/>
              <a:buNone/>
              <a:defRPr sz="900"/>
            </a:lvl6pPr>
            <a:lvl7pPr marL="3200400" lvl="6" indent="-228600" algn="l">
              <a:lnSpc>
                <a:spcPct val="95000"/>
              </a:lnSpc>
              <a:spcBef>
                <a:spcPts val="0"/>
              </a:spcBef>
              <a:spcAft>
                <a:spcPts val="0"/>
              </a:spcAft>
              <a:buClr>
                <a:schemeClr val="lt1"/>
              </a:buClr>
              <a:buSzPts val="900"/>
              <a:buFont typeface="Arial"/>
              <a:buNone/>
              <a:defRPr sz="900"/>
            </a:lvl7pPr>
            <a:lvl8pPr marL="3657600" lvl="7" indent="-228600" algn="l">
              <a:lnSpc>
                <a:spcPct val="95000"/>
              </a:lnSpc>
              <a:spcBef>
                <a:spcPts val="0"/>
              </a:spcBef>
              <a:spcAft>
                <a:spcPts val="0"/>
              </a:spcAft>
              <a:buClr>
                <a:schemeClr val="lt1"/>
              </a:buClr>
              <a:buSzPts val="900"/>
              <a:buFont typeface="Arial"/>
              <a:buNone/>
              <a:defRPr sz="900"/>
            </a:lvl8pPr>
            <a:lvl9pPr marL="4114800" lvl="8" indent="-228600" algn="l">
              <a:lnSpc>
                <a:spcPct val="95000"/>
              </a:lnSpc>
              <a:spcBef>
                <a:spcPts val="0"/>
              </a:spcBef>
              <a:spcAft>
                <a:spcPts val="0"/>
              </a:spcAft>
              <a:buClr>
                <a:schemeClr val="lt1"/>
              </a:buClr>
              <a:buSzPts val="900"/>
              <a:buFont typeface="Arial"/>
              <a:buNone/>
              <a:defRPr sz="900"/>
            </a:lvl9pPr>
          </a:lstStyle>
          <a:p>
            <a:endParaRPr/>
          </a:p>
        </p:txBody>
      </p:sp>
      <p:sp>
        <p:nvSpPr>
          <p:cNvPr id="339" name="Google Shape;339;p31"/>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0" name="Google Shape;340;p31"/>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pic>
        <p:nvPicPr>
          <p:cNvPr id="341" name="Google Shape;341;p31"/>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matchingName="Logo">
  <p:cSld name="Logo">
    <p:bg>
      <p:bgPr>
        <a:solidFill>
          <a:srgbClr val="221F20"/>
        </a:solidFill>
        <a:effectLst/>
      </p:bgPr>
    </p:bg>
    <p:spTree>
      <p:nvGrpSpPr>
        <p:cNvPr id="1" name="Shape 342"/>
        <p:cNvGrpSpPr/>
        <p:nvPr/>
      </p:nvGrpSpPr>
      <p:grpSpPr>
        <a:xfrm>
          <a:off x="0" y="0"/>
          <a:ext cx="0" cy="0"/>
          <a:chOff x="0" y="0"/>
          <a:chExt cx="0" cy="0"/>
        </a:xfrm>
      </p:grpSpPr>
      <p:pic>
        <p:nvPicPr>
          <p:cNvPr id="343" name="Google Shape;343;p32" descr="U.S. Army"/>
          <p:cNvPicPr preferRelativeResize="0"/>
          <p:nvPr/>
        </p:nvPicPr>
        <p:blipFill rotWithShape="1">
          <a:blip r:embed="rId2">
            <a:alphaModFix/>
          </a:blip>
          <a:srcRect/>
          <a:stretch/>
        </p:blipFill>
        <p:spPr>
          <a:xfrm>
            <a:off x="2120265" y="1645920"/>
            <a:ext cx="4903470" cy="1851660"/>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344"/>
        <p:cNvGrpSpPr/>
        <p:nvPr/>
      </p:nvGrpSpPr>
      <p:grpSpPr>
        <a:xfrm>
          <a:off x="0" y="0"/>
          <a:ext cx="0" cy="0"/>
          <a:chOff x="0" y="0"/>
          <a:chExt cx="0" cy="0"/>
        </a:xfrm>
      </p:grpSpPr>
      <p:sp>
        <p:nvSpPr>
          <p:cNvPr id="345" name="Google Shape;345;p33"/>
          <p:cNvSpPr txBox="1">
            <a:spLocks noGrp="1"/>
          </p:cNvSpPr>
          <p:nvPr>
            <p:ph type="title"/>
          </p:nvPr>
        </p:nvSpPr>
        <p:spPr>
          <a:xfrm>
            <a:off x="311700" y="539725"/>
            <a:ext cx="8520600" cy="1282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dk1"/>
              </a:buClr>
              <a:buSzPts val="3600"/>
              <a:buFont typeface="Arial"/>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346" name="Google Shape;346;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7"/>
        <p:cNvGrpSpPr/>
        <p:nvPr/>
      </p:nvGrpSpPr>
      <p:grpSpPr>
        <a:xfrm>
          <a:off x="0" y="0"/>
          <a:ext cx="0" cy="0"/>
          <a:chOff x="0" y="0"/>
          <a:chExt cx="0" cy="0"/>
        </a:xfrm>
      </p:grpSpPr>
      <p:sp>
        <p:nvSpPr>
          <p:cNvPr id="348" name="Google Shape;348;p34"/>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800"/>
              <a:buFont typeface="Arial"/>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349" name="Google Shape;349;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50"/>
        <p:cNvGrpSpPr/>
        <p:nvPr/>
      </p:nvGrpSpPr>
      <p:grpSpPr>
        <a:xfrm>
          <a:off x="0" y="0"/>
          <a:ext cx="0" cy="0"/>
          <a:chOff x="0" y="0"/>
          <a:chExt cx="0" cy="0"/>
        </a:xfrm>
      </p:grpSpPr>
      <p:sp>
        <p:nvSpPr>
          <p:cNvPr id="351" name="Google Shape;351;p35"/>
          <p:cNvSpPr txBox="1">
            <a:spLocks noGrp="1"/>
          </p:cNvSpPr>
          <p:nvPr>
            <p:ph type="title"/>
          </p:nvPr>
        </p:nvSpPr>
        <p:spPr>
          <a:xfrm>
            <a:off x="311725" y="500925"/>
            <a:ext cx="3706500" cy="2508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800"/>
              <a:buFont typeface="Arial"/>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352" name="Google Shape;352;p35"/>
          <p:cNvSpPr txBox="1">
            <a:spLocks noGrp="1"/>
          </p:cNvSpPr>
          <p:nvPr>
            <p:ph type="body" idx="1"/>
          </p:nvPr>
        </p:nvSpPr>
        <p:spPr>
          <a:xfrm>
            <a:off x="4644675" y="500925"/>
            <a:ext cx="4166400" cy="40986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dk1"/>
              </a:buClr>
              <a:buSzPts val="1300"/>
              <a:buChar char="●"/>
              <a:defRPr/>
            </a:lvl1pPr>
            <a:lvl2pPr marL="914400" lvl="1" indent="-298450" algn="l">
              <a:lnSpc>
                <a:spcPct val="115000"/>
              </a:lnSpc>
              <a:spcBef>
                <a:spcPts val="0"/>
              </a:spcBef>
              <a:spcAft>
                <a:spcPts val="0"/>
              </a:spcAft>
              <a:buClr>
                <a:schemeClr val="dk1"/>
              </a:buClr>
              <a:buSzPts val="1100"/>
              <a:buChar char="○"/>
              <a:defRPr/>
            </a:lvl2pPr>
            <a:lvl3pPr marL="1371600" lvl="2" indent="-298450" algn="l">
              <a:lnSpc>
                <a:spcPct val="115000"/>
              </a:lnSpc>
              <a:spcBef>
                <a:spcPts val="0"/>
              </a:spcBef>
              <a:spcAft>
                <a:spcPts val="0"/>
              </a:spcAft>
              <a:buClr>
                <a:schemeClr val="dk1"/>
              </a:buClr>
              <a:buSzPts val="1100"/>
              <a:buChar char="■"/>
              <a:defRPr/>
            </a:lvl3pPr>
            <a:lvl4pPr marL="1828800" lvl="3" indent="-298450" algn="l">
              <a:lnSpc>
                <a:spcPct val="115000"/>
              </a:lnSpc>
              <a:spcBef>
                <a:spcPts val="0"/>
              </a:spcBef>
              <a:spcAft>
                <a:spcPts val="0"/>
              </a:spcAft>
              <a:buClr>
                <a:schemeClr val="dk1"/>
              </a:buClr>
              <a:buSzPts val="1100"/>
              <a:buChar char="●"/>
              <a:defRPr/>
            </a:lvl4pPr>
            <a:lvl5pPr marL="2286000" lvl="4" indent="-298450" algn="l">
              <a:lnSpc>
                <a:spcPct val="115000"/>
              </a:lnSpc>
              <a:spcBef>
                <a:spcPts val="0"/>
              </a:spcBef>
              <a:spcAft>
                <a:spcPts val="0"/>
              </a:spcAft>
              <a:buClr>
                <a:schemeClr val="dk1"/>
              </a:buClr>
              <a:buSzPts val="1100"/>
              <a:buChar char="○"/>
              <a:defRPr/>
            </a:lvl5pPr>
            <a:lvl6pPr marL="2743200" lvl="5" indent="-298450" algn="l">
              <a:lnSpc>
                <a:spcPct val="115000"/>
              </a:lnSpc>
              <a:spcBef>
                <a:spcPts val="0"/>
              </a:spcBef>
              <a:spcAft>
                <a:spcPts val="0"/>
              </a:spcAft>
              <a:buClr>
                <a:schemeClr val="dk1"/>
              </a:buClr>
              <a:buSzPts val="1100"/>
              <a:buChar char="■"/>
              <a:defRPr/>
            </a:lvl6pPr>
            <a:lvl7pPr marL="3200400" lvl="6" indent="-298450" algn="l">
              <a:lnSpc>
                <a:spcPct val="115000"/>
              </a:lnSpc>
              <a:spcBef>
                <a:spcPts val="0"/>
              </a:spcBef>
              <a:spcAft>
                <a:spcPts val="0"/>
              </a:spcAft>
              <a:buClr>
                <a:schemeClr val="dk1"/>
              </a:buClr>
              <a:buSzPts val="1100"/>
              <a:buChar char="●"/>
              <a:defRPr/>
            </a:lvl7pPr>
            <a:lvl8pPr marL="3657600" lvl="7" indent="-298450" algn="l">
              <a:lnSpc>
                <a:spcPct val="115000"/>
              </a:lnSpc>
              <a:spcBef>
                <a:spcPts val="0"/>
              </a:spcBef>
              <a:spcAft>
                <a:spcPts val="0"/>
              </a:spcAft>
              <a:buClr>
                <a:schemeClr val="dk1"/>
              </a:buClr>
              <a:buSzPts val="1100"/>
              <a:buChar char="○"/>
              <a:defRPr/>
            </a:lvl8pPr>
            <a:lvl9pPr marL="4114800" lvl="8" indent="-298450" algn="l">
              <a:lnSpc>
                <a:spcPct val="115000"/>
              </a:lnSpc>
              <a:spcBef>
                <a:spcPts val="0"/>
              </a:spcBef>
              <a:spcAft>
                <a:spcPts val="0"/>
              </a:spcAft>
              <a:buClr>
                <a:schemeClr val="dk1"/>
              </a:buClr>
              <a:buSzPts val="1100"/>
              <a:buChar char="■"/>
              <a:defRPr/>
            </a:lvl9pPr>
          </a:lstStyle>
          <a:p>
            <a:endParaRPr/>
          </a:p>
        </p:txBody>
      </p:sp>
      <p:sp>
        <p:nvSpPr>
          <p:cNvPr id="353" name="Google Shape;353;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54"/>
        <p:cNvGrpSpPr/>
        <p:nvPr/>
      </p:nvGrpSpPr>
      <p:grpSpPr>
        <a:xfrm>
          <a:off x="0" y="0"/>
          <a:ext cx="0" cy="0"/>
          <a:chOff x="0" y="0"/>
          <a:chExt cx="0" cy="0"/>
        </a:xfrm>
      </p:grpSpPr>
      <p:sp>
        <p:nvSpPr>
          <p:cNvPr id="355" name="Google Shape;355;p3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
          <p:cNvPicPr preferRelativeResize="0"/>
          <p:nvPr/>
        </p:nvPicPr>
        <p:blipFill rotWithShape="1">
          <a:blip r:embed="rId36">
            <a:alphaModFix/>
          </a:blip>
          <a:srcRect l="26274" t="67"/>
          <a:stretch/>
        </p:blipFill>
        <p:spPr>
          <a:xfrm>
            <a:off x="7821386" y="308611"/>
            <a:ext cx="911133" cy="358278"/>
          </a:xfrm>
          <a:prstGeom prst="rect">
            <a:avLst/>
          </a:prstGeom>
          <a:noFill/>
          <a:ln>
            <a:noFill/>
          </a:ln>
        </p:spPr>
      </p:pic>
      <p:sp>
        <p:nvSpPr>
          <p:cNvPr id="7" name="Google Shape;7;p1"/>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1"/>
          <p:cNvSpPr txBox="1">
            <a:spLocks noGrp="1"/>
          </p:cNvSpPr>
          <p:nvPr>
            <p:ph type="body" idx="1"/>
          </p:nvPr>
        </p:nvSpPr>
        <p:spPr>
          <a:xfrm>
            <a:off x="411479" y="1200149"/>
            <a:ext cx="8321040" cy="3429000"/>
          </a:xfrm>
          <a:prstGeom prst="rect">
            <a:avLst/>
          </a:prstGeom>
          <a:noFill/>
          <a:ln>
            <a:noFill/>
          </a:ln>
        </p:spPr>
        <p:txBody>
          <a:bodyPr spcFirstLastPara="1" wrap="square" lIns="0" tIns="0" rIns="0" bIns="0" anchor="t" anchorCtr="0">
            <a:noAutofit/>
          </a:bodyPr>
          <a:lstStyle>
            <a:lvl1pPr marL="457200" marR="0" lvl="0" indent="-309562" algn="l" rtl="0">
              <a:lnSpc>
                <a:spcPct val="95000"/>
              </a:lnSpc>
              <a:spcBef>
                <a:spcPts val="750"/>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1pPr>
            <a:lvl2pPr marL="914400" marR="0" lvl="1"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2pPr>
            <a:lvl3pPr marL="1371600" marR="0" lvl="2"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3pPr>
            <a:lvl4pPr marL="1828800" marR="0" lvl="3"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4pPr>
            <a:lvl5pPr marL="2286000" marR="0" lvl="4"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5pPr>
            <a:lvl6pPr marL="2743200" marR="0" lvl="5"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6pPr>
            <a:lvl7pPr marL="3200400" marR="0" lvl="6"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7pPr>
            <a:lvl8pPr marL="3657600" marR="0" lvl="7"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8pPr>
            <a:lvl9pPr marL="4114800" marR="0" lvl="8"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9pPr>
          </a:lstStyle>
          <a:p>
            <a:endParaRPr/>
          </a:p>
        </p:txBody>
      </p:sp>
      <p:sp>
        <p:nvSpPr>
          <p:cNvPr id="9" name="Google Shape;9;p1"/>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
        <p:nvSpPr>
          <p:cNvPr id="10" name="Google Shape;10;p1"/>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
        <p:nvSpPr>
          <p:cNvPr id="11" name="Google Shape;11;p1"/>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marR="0" lvl="0" algn="l" rtl="0">
              <a:spcBef>
                <a:spcPts val="0"/>
              </a:spcBef>
              <a:spcAft>
                <a:spcPts val="0"/>
              </a:spcAft>
              <a:buSzPts val="1400"/>
              <a:buNone/>
              <a:defRPr sz="525"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marR="0" lvl="0"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1pPr>
            <a:lvl2pPr marL="0" marR="0" lvl="1"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2pPr>
            <a:lvl3pPr marL="0" marR="0" lvl="2"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3pPr>
            <a:lvl4pPr marL="0" marR="0" lvl="3"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4pPr>
            <a:lvl5pPr marL="0" marR="0" lvl="4"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5pPr>
            <a:lvl6pPr marL="0" marR="0" lvl="5"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6pPr>
            <a:lvl7pPr marL="0" marR="0" lvl="6"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7pPr>
            <a:lvl8pPr marL="0" marR="0" lvl="7"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8pPr>
            <a:lvl9pPr marL="0" marR="0" lvl="8"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3" name="Google Shape;13;p1" descr="A picture containing icon&#10;&#10;AI-generated content may be incorrect."/>
          <p:cNvPicPr preferRelativeResize="0"/>
          <p:nvPr/>
        </p:nvPicPr>
        <p:blipFill rotWithShape="1">
          <a:blip r:embed="rId37">
            <a:alphaModFix/>
          </a:blip>
          <a:srcRect/>
          <a:stretch/>
        </p:blipFill>
        <p:spPr>
          <a:xfrm>
            <a:off x="7444515" y="318065"/>
            <a:ext cx="376871" cy="35827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59">
          <p15:clr>
            <a:srgbClr val="F26B43"/>
          </p15:clr>
        </p15:guide>
        <p15:guide id="2" pos="345">
          <p15:clr>
            <a:srgbClr val="F26B43"/>
          </p15:clr>
        </p15:guide>
        <p15:guide id="3" pos="7335">
          <p15:clr>
            <a:srgbClr val="F26B43"/>
          </p15:clr>
        </p15:guide>
        <p15:guide id="4" orient="horz" pos="4061">
          <p15:clr>
            <a:srgbClr val="F26B43"/>
          </p15:clr>
        </p15:guide>
        <p15:guide id="5" pos="1018">
          <p15:clr>
            <a:srgbClr val="A4A3A4"/>
          </p15:clr>
        </p15:guide>
        <p15:guide id="6" pos="1248">
          <p15:clr>
            <a:srgbClr val="A4A3A4"/>
          </p15:clr>
        </p15:guide>
        <p15:guide id="7" pos="2148">
          <p15:clr>
            <a:srgbClr val="A4A3A4"/>
          </p15:clr>
        </p15:guide>
        <p15:guide id="8" pos="3052">
          <p15:clr>
            <a:srgbClr val="A4A3A4"/>
          </p15:clr>
        </p15:guide>
        <p15:guide id="9" pos="3954">
          <p15:clr>
            <a:srgbClr val="A4A3A4"/>
          </p15:clr>
        </p15:guide>
        <p15:guide id="10" pos="3724">
          <p15:clr>
            <a:srgbClr val="A4A3A4"/>
          </p15:clr>
        </p15:guide>
        <p15:guide id="11" pos="4858">
          <p15:clr>
            <a:srgbClr val="A4A3A4"/>
          </p15:clr>
        </p15:guide>
        <p15:guide id="12" pos="5784">
          <p15:clr>
            <a:srgbClr val="A4A3A4"/>
          </p15:clr>
        </p15:guide>
        <p15:guide id="13" pos="6660">
          <p15:clr>
            <a:srgbClr val="A4A3A4"/>
          </p15:clr>
        </p15:guide>
        <p15:guide id="14" pos="1920">
          <p15:clr>
            <a:srgbClr val="A4A3A4"/>
          </p15:clr>
        </p15:guide>
        <p15:guide id="15" pos="2822">
          <p15:clr>
            <a:srgbClr val="A4A3A4"/>
          </p15:clr>
        </p15:guide>
        <p15:guide id="16" pos="4626">
          <p15:clr>
            <a:srgbClr val="A4A3A4"/>
          </p15:clr>
        </p15:guide>
        <p15:guide id="17" pos="5530">
          <p15:clr>
            <a:srgbClr val="A4A3A4"/>
          </p15:clr>
        </p15:guide>
        <p15:guide id="18" pos="6434">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5.xml"/><Relationship Id="rId1" Type="http://schemas.openxmlformats.org/officeDocument/2006/relationships/video" Target="https://www.youtube.com/embed/91FQKciKfHI?feature=oembed"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4" name="Text Placeholder 3">
            <a:extLst>
              <a:ext uri="{FF2B5EF4-FFF2-40B4-BE49-F238E27FC236}">
                <a16:creationId xmlns:a16="http://schemas.microsoft.com/office/drawing/2014/main" id="{3F070E2C-C69B-CF2A-4AFC-23A14A6A0794}"/>
              </a:ext>
            </a:extLst>
          </p:cNvPr>
          <p:cNvSpPr>
            <a:spLocks noGrp="1"/>
          </p:cNvSpPr>
          <p:nvPr>
            <p:ph type="body" idx="1"/>
          </p:nvPr>
        </p:nvSpPr>
        <p:spPr/>
        <p:txBody>
          <a:bodyPr/>
          <a:lstStyle/>
          <a:p>
            <a:endParaRPr lang="en-US"/>
          </a:p>
        </p:txBody>
      </p:sp>
      <p:sp>
        <p:nvSpPr>
          <p:cNvPr id="5" name="Text Placeholder 4">
            <a:extLst>
              <a:ext uri="{FF2B5EF4-FFF2-40B4-BE49-F238E27FC236}">
                <a16:creationId xmlns:a16="http://schemas.microsoft.com/office/drawing/2014/main" id="{6EFD8E2E-8543-A688-763B-E884BB31846B}"/>
              </a:ext>
            </a:extLst>
          </p:cNvPr>
          <p:cNvSpPr>
            <a:spLocks noGrp="1"/>
          </p:cNvSpPr>
          <p:nvPr>
            <p:ph type="body" idx="2"/>
          </p:nvPr>
        </p:nvSpPr>
        <p:spPr/>
        <p:txBody>
          <a:bodyPr/>
          <a:lstStyle/>
          <a:p>
            <a:endParaRPr lang="en-US"/>
          </a:p>
        </p:txBody>
      </p:sp>
      <p:sp>
        <p:nvSpPr>
          <p:cNvPr id="6" name="Text Placeholder 5">
            <a:extLst>
              <a:ext uri="{FF2B5EF4-FFF2-40B4-BE49-F238E27FC236}">
                <a16:creationId xmlns:a16="http://schemas.microsoft.com/office/drawing/2014/main" id="{2230D199-3936-A1F3-B0EB-089330973D56}"/>
              </a:ext>
            </a:extLst>
          </p:cNvPr>
          <p:cNvSpPr>
            <a:spLocks noGrp="1"/>
          </p:cNvSpPr>
          <p:nvPr>
            <p:ph type="body" idx="3"/>
          </p:nvPr>
        </p:nvSpPr>
        <p:spPr/>
        <p:txBody>
          <a:bodyPr/>
          <a:lstStyle/>
          <a:p>
            <a:endParaRPr lang="en-US"/>
          </a:p>
        </p:txBody>
      </p:sp>
      <p:sp>
        <p:nvSpPr>
          <p:cNvPr id="7" name="Text Placeholder 6">
            <a:extLst>
              <a:ext uri="{FF2B5EF4-FFF2-40B4-BE49-F238E27FC236}">
                <a16:creationId xmlns:a16="http://schemas.microsoft.com/office/drawing/2014/main" id="{846C0D10-A9D9-A711-D381-3D00C47E0FBF}"/>
              </a:ext>
            </a:extLst>
          </p:cNvPr>
          <p:cNvSpPr>
            <a:spLocks noGrp="1"/>
          </p:cNvSpPr>
          <p:nvPr>
            <p:ph type="body" idx="4"/>
          </p:nvPr>
        </p:nvSpPr>
        <p:spPr/>
        <p:txBody>
          <a:bodyPr/>
          <a:lstStyle/>
          <a:p>
            <a:endParaRPr lang="en-US"/>
          </a:p>
        </p:txBody>
      </p:sp>
      <p:sp>
        <p:nvSpPr>
          <p:cNvPr id="8" name="Text Placeholder 7">
            <a:extLst>
              <a:ext uri="{FF2B5EF4-FFF2-40B4-BE49-F238E27FC236}">
                <a16:creationId xmlns:a16="http://schemas.microsoft.com/office/drawing/2014/main" id="{48D0B74B-73C2-B2A1-57AF-63998F4A4F49}"/>
              </a:ext>
            </a:extLst>
          </p:cNvPr>
          <p:cNvSpPr>
            <a:spLocks noGrp="1"/>
          </p:cNvSpPr>
          <p:nvPr>
            <p:ph type="body" idx="5"/>
          </p:nvPr>
        </p:nvSpPr>
        <p:spPr/>
        <p:txBody>
          <a:bodyPr/>
          <a:lstStyle/>
          <a:p>
            <a:endParaRPr lang="en-US"/>
          </a:p>
        </p:txBody>
      </p:sp>
      <p:sp>
        <p:nvSpPr>
          <p:cNvPr id="9" name="Text Placeholder 8">
            <a:extLst>
              <a:ext uri="{FF2B5EF4-FFF2-40B4-BE49-F238E27FC236}">
                <a16:creationId xmlns:a16="http://schemas.microsoft.com/office/drawing/2014/main" id="{39903D50-9478-61DD-97EF-868FFEC1A203}"/>
              </a:ext>
            </a:extLst>
          </p:cNvPr>
          <p:cNvSpPr>
            <a:spLocks noGrp="1"/>
          </p:cNvSpPr>
          <p:nvPr>
            <p:ph type="body" idx="6"/>
          </p:nvPr>
        </p:nvSpPr>
        <p:spPr/>
        <p:txBody>
          <a:bodyPr/>
          <a:lstStyle/>
          <a:p>
            <a:endParaRPr lang="en-US"/>
          </a:p>
        </p:txBody>
      </p:sp>
      <p:sp>
        <p:nvSpPr>
          <p:cNvPr id="10" name="Text Placeholder 9">
            <a:extLst>
              <a:ext uri="{FF2B5EF4-FFF2-40B4-BE49-F238E27FC236}">
                <a16:creationId xmlns:a16="http://schemas.microsoft.com/office/drawing/2014/main" id="{AE0195E4-F595-93CB-A46C-7430AD0680AD}"/>
              </a:ext>
            </a:extLst>
          </p:cNvPr>
          <p:cNvSpPr>
            <a:spLocks noGrp="1"/>
          </p:cNvSpPr>
          <p:nvPr>
            <p:ph type="body" idx="7"/>
          </p:nvPr>
        </p:nvSpPr>
        <p:spPr/>
        <p:txBody>
          <a:bodyPr/>
          <a:lstStyle/>
          <a:p>
            <a:endParaRPr lang="en-US"/>
          </a:p>
        </p:txBody>
      </p:sp>
      <p:sp>
        <p:nvSpPr>
          <p:cNvPr id="11" name="Text Placeholder 10">
            <a:extLst>
              <a:ext uri="{FF2B5EF4-FFF2-40B4-BE49-F238E27FC236}">
                <a16:creationId xmlns:a16="http://schemas.microsoft.com/office/drawing/2014/main" id="{5B959FF5-1EE2-7B58-60C8-30418EF2E627}"/>
              </a:ext>
            </a:extLst>
          </p:cNvPr>
          <p:cNvSpPr>
            <a:spLocks noGrp="1"/>
          </p:cNvSpPr>
          <p:nvPr>
            <p:ph type="body" idx="8"/>
          </p:nvPr>
        </p:nvSpPr>
        <p:spPr/>
        <p:txBody>
          <a:bodyPr/>
          <a:lstStyle/>
          <a:p>
            <a:endParaRPr lang="en-US"/>
          </a:p>
        </p:txBody>
      </p:sp>
      <p:sp>
        <p:nvSpPr>
          <p:cNvPr id="12" name="Text Placeholder 11">
            <a:extLst>
              <a:ext uri="{FF2B5EF4-FFF2-40B4-BE49-F238E27FC236}">
                <a16:creationId xmlns:a16="http://schemas.microsoft.com/office/drawing/2014/main" id="{BD2EDCAF-FCD3-27B6-7A7D-482980E30A32}"/>
              </a:ext>
            </a:extLst>
          </p:cNvPr>
          <p:cNvSpPr>
            <a:spLocks noGrp="1"/>
          </p:cNvSpPr>
          <p:nvPr>
            <p:ph type="body" idx="9"/>
          </p:nvPr>
        </p:nvSpPr>
        <p:spPr/>
        <p:txBody>
          <a:bodyPr/>
          <a:lstStyle/>
          <a:p>
            <a:endParaRPr lang="en-US"/>
          </a:p>
        </p:txBody>
      </p:sp>
      <p:sp>
        <p:nvSpPr>
          <p:cNvPr id="13" name="Text Placeholder 12">
            <a:extLst>
              <a:ext uri="{FF2B5EF4-FFF2-40B4-BE49-F238E27FC236}">
                <a16:creationId xmlns:a16="http://schemas.microsoft.com/office/drawing/2014/main" id="{B30A370C-AC35-54DB-180E-CF84A6DE97E5}"/>
              </a:ext>
            </a:extLst>
          </p:cNvPr>
          <p:cNvSpPr>
            <a:spLocks noGrp="1"/>
          </p:cNvSpPr>
          <p:nvPr>
            <p:ph type="body" idx="13"/>
          </p:nvPr>
        </p:nvSpPr>
        <p:spPr/>
        <p:txBody>
          <a:bodyPr/>
          <a:lstStyle/>
          <a:p>
            <a:endParaRPr lang="en-US"/>
          </a:p>
        </p:txBody>
      </p:sp>
      <p:sp>
        <p:nvSpPr>
          <p:cNvPr id="377" name="Google Shape;377;p39"/>
          <p:cNvSpPr txBox="1">
            <a:spLocks noGrp="1"/>
          </p:cNvSpPr>
          <p:nvPr>
            <p:ph type="ctrTitle"/>
          </p:nvPr>
        </p:nvSpPr>
        <p:spPr>
          <a:noFill/>
          <a:ln>
            <a:noFill/>
          </a:ln>
        </p:spPr>
        <p:txBody>
          <a:bodyPr spcFirstLastPara="1" wrap="square" lIns="91425" tIns="91425" rIns="91425" bIns="91425" anchor="t" anchorCtr="0">
            <a:normAutofit/>
          </a:bodyPr>
          <a:lstStyle/>
          <a:p>
            <a:pPr lvl="0"/>
            <a:r>
              <a:rPr lang="en-US" dirty="0">
                <a:solidFill>
                  <a:schemeClr val="bg1"/>
                </a:solidFill>
              </a:rPr>
              <a:t>CONDITIONAL STATEMENTS AND LOOPS</a:t>
            </a:r>
          </a:p>
        </p:txBody>
      </p:sp>
      <p:sp>
        <p:nvSpPr>
          <p:cNvPr id="14" name="Subtitle 13">
            <a:extLst>
              <a:ext uri="{FF2B5EF4-FFF2-40B4-BE49-F238E27FC236}">
                <a16:creationId xmlns:a16="http://schemas.microsoft.com/office/drawing/2014/main" id="{375DF464-1047-E0FE-E481-3664C51B5C5B}"/>
              </a:ext>
            </a:extLst>
          </p:cNvPr>
          <p:cNvSpPr>
            <a:spLocks noGrp="1"/>
          </p:cNvSpPr>
          <p:nvPr>
            <p:ph type="subTitle" idx="14"/>
          </p:nvPr>
        </p:nvSpPr>
        <p:spPr/>
        <p:txBody>
          <a:bodyPr/>
          <a:lstStyle/>
          <a:p>
            <a:endParaRPr lang="en-US" dirty="0"/>
          </a:p>
        </p:txBody>
      </p:sp>
      <p:sp>
        <p:nvSpPr>
          <p:cNvPr id="15" name="Text Placeholder 14">
            <a:extLst>
              <a:ext uri="{FF2B5EF4-FFF2-40B4-BE49-F238E27FC236}">
                <a16:creationId xmlns:a16="http://schemas.microsoft.com/office/drawing/2014/main" id="{ED1E60D9-3A05-7A61-72B6-7F9C21F9F660}"/>
              </a:ext>
            </a:extLst>
          </p:cNvPr>
          <p:cNvSpPr>
            <a:spLocks noGrp="1"/>
          </p:cNvSpPr>
          <p:nvPr>
            <p:ph type="body" idx="15"/>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A39BB-1B0C-D8C8-5B66-BCFFF77CAD71}"/>
            </a:ext>
          </a:extLst>
        </p:cNvPr>
        <p:cNvGrpSpPr/>
        <p:nvPr/>
      </p:nvGrpSpPr>
      <p:grpSpPr>
        <a:xfrm>
          <a:off x="0" y="0"/>
          <a:ext cx="0" cy="0"/>
          <a:chOff x="0" y="0"/>
          <a:chExt cx="0" cy="0"/>
        </a:xfrm>
      </p:grpSpPr>
      <p:pic>
        <p:nvPicPr>
          <p:cNvPr id="3" name="Online Media 2" title="The Gap by Ira Glass">
            <a:hlinkClick r:id="" action="ppaction://media"/>
            <a:extLst>
              <a:ext uri="{FF2B5EF4-FFF2-40B4-BE49-F238E27FC236}">
                <a16:creationId xmlns:a16="http://schemas.microsoft.com/office/drawing/2014/main" id="{5F6AD997-78F5-EFB2-DAB2-D270C11618D7}"/>
              </a:ext>
            </a:extLst>
          </p:cNvPr>
          <p:cNvPicPr>
            <a:picLocks noRot="1" noChangeAspect="1"/>
          </p:cNvPicPr>
          <p:nvPr>
            <a:videoFile r:link="rId1"/>
          </p:nvPr>
        </p:nvPicPr>
        <p:blipFill>
          <a:blip r:embed="rId3"/>
          <a:stretch>
            <a:fillRect/>
          </a:stretch>
        </p:blipFill>
        <p:spPr>
          <a:xfrm>
            <a:off x="624468" y="931773"/>
            <a:ext cx="6744436" cy="3810283"/>
          </a:xfrm>
          <a:prstGeom prst="rect">
            <a:avLst/>
          </a:prstGeom>
        </p:spPr>
      </p:pic>
      <p:sp>
        <p:nvSpPr>
          <p:cNvPr id="5" name="Title 1">
            <a:extLst>
              <a:ext uri="{FF2B5EF4-FFF2-40B4-BE49-F238E27FC236}">
                <a16:creationId xmlns:a16="http://schemas.microsoft.com/office/drawing/2014/main" id="{DD32A508-3EBE-8995-20F4-E2B2ADF812A4}"/>
              </a:ext>
            </a:extLst>
          </p:cNvPr>
          <p:cNvSpPr>
            <a:spLocks noGrp="1"/>
          </p:cNvSpPr>
          <p:nvPr>
            <p:ph type="title"/>
          </p:nvPr>
        </p:nvSpPr>
        <p:spPr>
          <a:xfrm>
            <a:off x="411480" y="308611"/>
            <a:ext cx="6173470" cy="685800"/>
          </a:xfrm>
        </p:spPr>
        <p:txBody>
          <a:bodyPr/>
          <a:lstStyle/>
          <a:p>
            <a:r>
              <a:rPr lang="en-US" dirty="0"/>
              <a:t>The Gap by Ira Glass</a:t>
            </a:r>
          </a:p>
        </p:txBody>
      </p:sp>
    </p:spTree>
    <p:extLst>
      <p:ext uri="{BB962C8B-B14F-4D97-AF65-F5344CB8AC3E}">
        <p14:creationId xmlns:p14="http://schemas.microsoft.com/office/powerpoint/2010/main" val="926154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99EF7-0907-58C5-BCDF-9D7E6F1AF096}"/>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5CBE7D1-FF9F-C4E6-5104-6941DD0593E4}"/>
              </a:ext>
            </a:extLst>
          </p:cNvPr>
          <p:cNvSpPr>
            <a:spLocks noGrp="1"/>
          </p:cNvSpPr>
          <p:nvPr>
            <p:ph type="title"/>
          </p:nvPr>
        </p:nvSpPr>
        <p:spPr>
          <a:xfrm>
            <a:off x="411480" y="308611"/>
            <a:ext cx="6173470" cy="685800"/>
          </a:xfrm>
        </p:spPr>
        <p:txBody>
          <a:bodyPr/>
          <a:lstStyle/>
          <a:p>
            <a:r>
              <a:rPr lang="en-US" dirty="0"/>
              <a:t>Quantity vs. Quality?</a:t>
            </a:r>
          </a:p>
        </p:txBody>
      </p:sp>
      <p:sp>
        <p:nvSpPr>
          <p:cNvPr id="4" name="Text Placeholder 3">
            <a:extLst>
              <a:ext uri="{FF2B5EF4-FFF2-40B4-BE49-F238E27FC236}">
                <a16:creationId xmlns:a16="http://schemas.microsoft.com/office/drawing/2014/main" id="{329DD88E-C667-8CD0-EB38-B74D5878DC13}"/>
              </a:ext>
            </a:extLst>
          </p:cNvPr>
          <p:cNvSpPr>
            <a:spLocks noGrp="1"/>
          </p:cNvSpPr>
          <p:nvPr>
            <p:ph type="body" idx="1"/>
          </p:nvPr>
        </p:nvSpPr>
        <p:spPr>
          <a:xfrm>
            <a:off x="411479" y="1200149"/>
            <a:ext cx="8680481" cy="3429000"/>
          </a:xfrm>
        </p:spPr>
        <p:txBody>
          <a:bodyPr/>
          <a:lstStyle/>
          <a:p>
            <a:pPr marL="114300" indent="0">
              <a:buNone/>
            </a:pPr>
            <a:r>
              <a:rPr lang="en-US" sz="1800" dirty="0"/>
              <a:t>In creative endeavors, quantity beats (and creates) quality</a:t>
            </a:r>
          </a:p>
          <a:p>
            <a:pPr marL="114300" indent="0">
              <a:buNone/>
            </a:pPr>
            <a:endParaRPr lang="en-US" sz="1800" dirty="0"/>
          </a:p>
          <a:p>
            <a:pPr marL="114300" indent="0">
              <a:buNone/>
            </a:pPr>
            <a:r>
              <a:rPr lang="en-US" sz="1800" dirty="0"/>
              <a:t>The pottery anecdote</a:t>
            </a:r>
          </a:p>
          <a:p>
            <a:endParaRPr lang="en-US" dirty="0"/>
          </a:p>
        </p:txBody>
      </p:sp>
    </p:spTree>
    <p:extLst>
      <p:ext uri="{BB962C8B-B14F-4D97-AF65-F5344CB8AC3E}">
        <p14:creationId xmlns:p14="http://schemas.microsoft.com/office/powerpoint/2010/main" val="812644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D87CF-5E92-D709-ADC1-CD5AB2C3F7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EBB9CF-99E0-34C2-13BD-CE711791B329}"/>
              </a:ext>
            </a:extLst>
          </p:cNvPr>
          <p:cNvSpPr>
            <a:spLocks noGrp="1"/>
          </p:cNvSpPr>
          <p:nvPr>
            <p:ph type="title"/>
          </p:nvPr>
        </p:nvSpPr>
        <p:spPr/>
        <p:txBody>
          <a:bodyPr/>
          <a:lstStyle/>
          <a:p>
            <a:br>
              <a:rPr lang="en-US" dirty="0"/>
            </a:br>
            <a:r>
              <a:rPr lang="en-US" dirty="0"/>
              <a:t>Course Schedule</a:t>
            </a:r>
          </a:p>
        </p:txBody>
      </p:sp>
      <p:pic>
        <p:nvPicPr>
          <p:cNvPr id="7" name="Content Placeholder 6">
            <a:extLst>
              <a:ext uri="{FF2B5EF4-FFF2-40B4-BE49-F238E27FC236}">
                <a16:creationId xmlns:a16="http://schemas.microsoft.com/office/drawing/2014/main" id="{D6C03BA8-C242-A7E3-06B9-2FDDD142A3E2}"/>
              </a:ext>
            </a:extLst>
          </p:cNvPr>
          <p:cNvPicPr>
            <a:picLocks noGrp="1" noChangeAspect="1"/>
          </p:cNvPicPr>
          <p:nvPr>
            <p:ph idx="1"/>
          </p:nvPr>
        </p:nvPicPr>
        <p:blipFill>
          <a:blip r:embed="rId3"/>
          <a:stretch>
            <a:fillRect/>
          </a:stretch>
        </p:blipFill>
        <p:spPr>
          <a:xfrm>
            <a:off x="381000" y="989100"/>
            <a:ext cx="8382000" cy="3716356"/>
          </a:xfrm>
          <a:prstGeom prst="rect">
            <a:avLst/>
          </a:prstGeom>
          <a:noFill/>
          <a:ln>
            <a:noFill/>
          </a:ln>
        </p:spPr>
      </p:pic>
      <p:sp>
        <p:nvSpPr>
          <p:cNvPr id="8" name="Rectangle 7">
            <a:extLst>
              <a:ext uri="{FF2B5EF4-FFF2-40B4-BE49-F238E27FC236}">
                <a16:creationId xmlns:a16="http://schemas.microsoft.com/office/drawing/2014/main" id="{0C366FE1-DAFA-E7EC-025F-E1D1E8686851}"/>
              </a:ext>
            </a:extLst>
          </p:cNvPr>
          <p:cNvSpPr/>
          <p:nvPr/>
        </p:nvSpPr>
        <p:spPr>
          <a:xfrm>
            <a:off x="148683" y="1761896"/>
            <a:ext cx="4713249" cy="23045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19185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1B97E-714F-6792-65A3-B51EC15583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B3B741-BA59-3248-C771-0511FF5F8FDB}"/>
              </a:ext>
            </a:extLst>
          </p:cNvPr>
          <p:cNvSpPr>
            <a:spLocks noGrp="1"/>
          </p:cNvSpPr>
          <p:nvPr>
            <p:ph type="title"/>
          </p:nvPr>
        </p:nvSpPr>
        <p:spPr/>
        <p:txBody>
          <a:bodyPr/>
          <a:lstStyle/>
          <a:p>
            <a:r>
              <a:rPr lang="en-US" dirty="0"/>
              <a:t>Review:  What are some different datatypes in Python?</a:t>
            </a:r>
          </a:p>
        </p:txBody>
      </p:sp>
      <p:sp>
        <p:nvSpPr>
          <p:cNvPr id="4" name="Text Placeholder 3">
            <a:extLst>
              <a:ext uri="{FF2B5EF4-FFF2-40B4-BE49-F238E27FC236}">
                <a16:creationId xmlns:a16="http://schemas.microsoft.com/office/drawing/2014/main" id="{6DE3801E-72F0-BC25-F091-8570E7CC859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5829272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1770C-48A1-120B-65AF-040A22F947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1BC43E-49B2-D627-1DA6-CF46FBE1FC34}"/>
              </a:ext>
            </a:extLst>
          </p:cNvPr>
          <p:cNvSpPr>
            <a:spLocks noGrp="1"/>
          </p:cNvSpPr>
          <p:nvPr>
            <p:ph type="title"/>
          </p:nvPr>
        </p:nvSpPr>
        <p:spPr/>
        <p:txBody>
          <a:bodyPr/>
          <a:lstStyle/>
          <a:p>
            <a:r>
              <a:rPr lang="en-US" dirty="0"/>
              <a:t>Review:  What is a Boolean?</a:t>
            </a:r>
          </a:p>
        </p:txBody>
      </p:sp>
      <p:sp>
        <p:nvSpPr>
          <p:cNvPr id="4" name="Text Placeholder 3">
            <a:extLst>
              <a:ext uri="{FF2B5EF4-FFF2-40B4-BE49-F238E27FC236}">
                <a16:creationId xmlns:a16="http://schemas.microsoft.com/office/drawing/2014/main" id="{255FB9D0-1E02-674B-D500-C87624F37A72}"/>
              </a:ext>
            </a:extLst>
          </p:cNvPr>
          <p:cNvSpPr>
            <a:spLocks noGrp="1"/>
          </p:cNvSpPr>
          <p:nvPr>
            <p:ph type="body" idx="1"/>
          </p:nvPr>
        </p:nvSpPr>
        <p:spPr/>
        <p:txBody>
          <a:bodyPr/>
          <a:lstStyle/>
          <a:p>
            <a:pPr marL="114300" indent="0">
              <a:buNone/>
            </a:pPr>
            <a:endParaRPr lang="en-US" dirty="0"/>
          </a:p>
        </p:txBody>
      </p:sp>
    </p:spTree>
    <p:extLst>
      <p:ext uri="{BB962C8B-B14F-4D97-AF65-F5344CB8AC3E}">
        <p14:creationId xmlns:p14="http://schemas.microsoft.com/office/powerpoint/2010/main" val="20598991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00EB0-A53E-5D06-66F5-0172CA3416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65B226-AB07-EDB8-095F-F12F62F983A8}"/>
              </a:ext>
            </a:extLst>
          </p:cNvPr>
          <p:cNvSpPr>
            <a:spLocks noGrp="1"/>
          </p:cNvSpPr>
          <p:nvPr>
            <p:ph type="title"/>
          </p:nvPr>
        </p:nvSpPr>
        <p:spPr/>
        <p:txBody>
          <a:bodyPr/>
          <a:lstStyle/>
          <a:p>
            <a:r>
              <a:rPr lang="en-US" dirty="0"/>
              <a:t>Review:  How can we get information from a user of our program?</a:t>
            </a:r>
          </a:p>
        </p:txBody>
      </p:sp>
      <p:sp>
        <p:nvSpPr>
          <p:cNvPr id="4" name="Text Placeholder 3">
            <a:extLst>
              <a:ext uri="{FF2B5EF4-FFF2-40B4-BE49-F238E27FC236}">
                <a16:creationId xmlns:a16="http://schemas.microsoft.com/office/drawing/2014/main" id="{52BC0CE4-2AC3-D1D3-88ED-D4240E6B61D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35626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ACBE7-F27B-69F7-8AFF-7885D99882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238975-6310-8A59-F9F0-5DB928600943}"/>
              </a:ext>
            </a:extLst>
          </p:cNvPr>
          <p:cNvSpPr>
            <a:spLocks noGrp="1"/>
          </p:cNvSpPr>
          <p:nvPr>
            <p:ph type="title"/>
          </p:nvPr>
        </p:nvSpPr>
        <p:spPr/>
        <p:txBody>
          <a:bodyPr/>
          <a:lstStyle/>
          <a:p>
            <a:r>
              <a:rPr lang="en-US" dirty="0"/>
              <a:t>Review:  What function allows us to display information in our terminal?</a:t>
            </a:r>
          </a:p>
        </p:txBody>
      </p:sp>
      <p:sp>
        <p:nvSpPr>
          <p:cNvPr id="4" name="Text Placeholder 3">
            <a:extLst>
              <a:ext uri="{FF2B5EF4-FFF2-40B4-BE49-F238E27FC236}">
                <a16:creationId xmlns:a16="http://schemas.microsoft.com/office/drawing/2014/main" id="{ED547112-3CFB-A9A8-CF60-B30758ABC7C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113108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CAF5A-D086-8531-5DAD-589AD16238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49D610-1ADB-7C70-4169-33FAAC0CFD5E}"/>
              </a:ext>
            </a:extLst>
          </p:cNvPr>
          <p:cNvSpPr>
            <a:spLocks noGrp="1"/>
          </p:cNvSpPr>
          <p:nvPr>
            <p:ph type="title"/>
          </p:nvPr>
        </p:nvSpPr>
        <p:spPr/>
        <p:txBody>
          <a:bodyPr/>
          <a:lstStyle/>
          <a:p>
            <a:r>
              <a:rPr lang="en-US" dirty="0"/>
              <a:t>Review:  What is type casting, and why is it important?</a:t>
            </a:r>
          </a:p>
        </p:txBody>
      </p:sp>
      <p:sp>
        <p:nvSpPr>
          <p:cNvPr id="4" name="Text Placeholder 3">
            <a:extLst>
              <a:ext uri="{FF2B5EF4-FFF2-40B4-BE49-F238E27FC236}">
                <a16:creationId xmlns:a16="http://schemas.microsoft.com/office/drawing/2014/main" id="{83E50D5F-06FC-A9BF-8425-224692E0142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966877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CFF55-7A93-B809-B415-86211FFC3A17}"/>
              </a:ext>
            </a:extLst>
          </p:cNvPr>
          <p:cNvSpPr>
            <a:spLocks noGrp="1"/>
          </p:cNvSpPr>
          <p:nvPr>
            <p:ph type="title"/>
          </p:nvPr>
        </p:nvSpPr>
        <p:spPr/>
        <p:txBody>
          <a:bodyPr/>
          <a:lstStyle/>
          <a:p>
            <a:r>
              <a:rPr lang="en-US" dirty="0"/>
              <a:t>How do our Python Scripts run…?</a:t>
            </a:r>
          </a:p>
        </p:txBody>
      </p:sp>
      <p:sp>
        <p:nvSpPr>
          <p:cNvPr id="4" name="Text Placeholder 3">
            <a:extLst>
              <a:ext uri="{FF2B5EF4-FFF2-40B4-BE49-F238E27FC236}">
                <a16:creationId xmlns:a16="http://schemas.microsoft.com/office/drawing/2014/main" id="{B0D8F578-8096-8B90-078A-B8A4C5B3AF49}"/>
              </a:ext>
            </a:extLst>
          </p:cNvPr>
          <p:cNvSpPr>
            <a:spLocks noGrp="1"/>
          </p:cNvSpPr>
          <p:nvPr>
            <p:ph type="body" idx="1"/>
          </p:nvPr>
        </p:nvSpPr>
        <p:spPr>
          <a:xfrm>
            <a:off x="411479" y="1200149"/>
            <a:ext cx="5409457" cy="3429000"/>
          </a:xfrm>
        </p:spPr>
        <p:txBody>
          <a:bodyPr/>
          <a:lstStyle/>
          <a:p>
            <a:r>
              <a:rPr lang="en-US" dirty="0"/>
              <a:t>Currently, they run from left to right, top to bottom, just like reading a book…</a:t>
            </a:r>
          </a:p>
          <a:p>
            <a:endParaRPr lang="en-US" dirty="0"/>
          </a:p>
          <a:p>
            <a:endParaRPr lang="en-US" dirty="0"/>
          </a:p>
          <a:p>
            <a:r>
              <a:rPr lang="en-US" dirty="0"/>
              <a:t>But what if we wanted to only run certain sections of code if a condition was met (if the condition was True!).</a:t>
            </a:r>
          </a:p>
          <a:p>
            <a:pPr lvl="1"/>
            <a:r>
              <a:rPr lang="en-US" dirty="0"/>
              <a:t>How could we do this?</a:t>
            </a:r>
          </a:p>
        </p:txBody>
      </p:sp>
    </p:spTree>
    <p:extLst>
      <p:ext uri="{BB962C8B-B14F-4D97-AF65-F5344CB8AC3E}">
        <p14:creationId xmlns:p14="http://schemas.microsoft.com/office/powerpoint/2010/main" val="2018787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41"/>
          <p:cNvSpPr txBox="1">
            <a:spLocks noGrp="1"/>
          </p:cNvSpPr>
          <p:nvPr>
            <p:ph type="title"/>
          </p:nvPr>
        </p:nvSpPr>
        <p:spPr>
          <a:noFill/>
          <a:ln>
            <a:noFill/>
          </a:ln>
        </p:spPr>
        <p:txBody>
          <a:bodyPr spcFirstLastPara="1" wrap="square" lIns="91425" tIns="91425" rIns="91425" bIns="91425" anchor="t" anchorCtr="0">
            <a:normAutofit/>
          </a:bodyPr>
          <a:lstStyle/>
          <a:p>
            <a:pPr lvl="0"/>
            <a:r>
              <a:rPr lang="en-US"/>
              <a:t>CONDITIONAL STATEMENTS</a:t>
            </a:r>
          </a:p>
        </p:txBody>
      </p:sp>
      <p:sp>
        <p:nvSpPr>
          <p:cNvPr id="4" name="Text Placeholder 3">
            <a:extLst>
              <a:ext uri="{FF2B5EF4-FFF2-40B4-BE49-F238E27FC236}">
                <a16:creationId xmlns:a16="http://schemas.microsoft.com/office/drawing/2014/main" id="{34679F32-1E61-7397-F13C-41965F970DC7}"/>
              </a:ext>
            </a:extLst>
          </p:cNvPr>
          <p:cNvSpPr>
            <a:spLocks noGrp="1"/>
          </p:cNvSpPr>
          <p:nvPr>
            <p:ph type="body" idx="1"/>
          </p:nvPr>
        </p:nvSpPr>
        <p:spPr/>
        <p:txBody>
          <a:bodyPr/>
          <a:lstStyle/>
          <a:p>
            <a:r>
              <a:rPr lang="en-US" dirty="0"/>
              <a:t>Conditions are expressions that evaluate to a Boolean value</a:t>
            </a:r>
          </a:p>
          <a:p>
            <a:endParaRPr lang="en-US" dirty="0"/>
          </a:p>
          <a:p>
            <a:r>
              <a:rPr lang="en-US" dirty="0"/>
              <a:t>They often involve comparison operators (&lt;, &gt;, ==, !=, &lt;=, &gt;=) and logical operators (and, or, not)</a:t>
            </a:r>
          </a:p>
          <a:p>
            <a:endParaRPr lang="en-US" dirty="0"/>
          </a:p>
          <a:p>
            <a:r>
              <a:rPr lang="en-US" dirty="0"/>
              <a:t>Python relies on indentation (whitespace at the beginning of a line) to define code blocks</a:t>
            </a:r>
          </a:p>
          <a:p>
            <a:endParaRPr lang="en-US" dirty="0"/>
          </a:p>
          <a:p>
            <a:r>
              <a:rPr lang="en-US" dirty="0"/>
              <a:t>Incorrect indentation will lead to errors.</a:t>
            </a:r>
          </a:p>
          <a:p>
            <a:endParaRPr lang="en-US" dirty="0"/>
          </a:p>
          <a:p>
            <a:r>
              <a:rPr lang="en-US" dirty="0"/>
              <a:t>You can create Nested Conditional Statements to control the flow of code</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86">
          <a:extLst>
            <a:ext uri="{FF2B5EF4-FFF2-40B4-BE49-F238E27FC236}">
              <a16:creationId xmlns:a16="http://schemas.microsoft.com/office/drawing/2014/main" id="{23016A67-CE54-4A5A-9271-07F997421D4A}"/>
            </a:ext>
          </a:extLst>
        </p:cNvPr>
        <p:cNvGrpSpPr/>
        <p:nvPr/>
      </p:nvGrpSpPr>
      <p:grpSpPr>
        <a:xfrm>
          <a:off x="0" y="0"/>
          <a:ext cx="0" cy="0"/>
          <a:chOff x="0" y="0"/>
          <a:chExt cx="0" cy="0"/>
        </a:xfrm>
      </p:grpSpPr>
      <p:sp>
        <p:nvSpPr>
          <p:cNvPr id="387" name="Google Shape;387;p41">
            <a:extLst>
              <a:ext uri="{FF2B5EF4-FFF2-40B4-BE49-F238E27FC236}">
                <a16:creationId xmlns:a16="http://schemas.microsoft.com/office/drawing/2014/main" id="{FE3AF8F9-539A-FE87-5F54-FF3F38E3CE1F}"/>
              </a:ext>
            </a:extLst>
          </p:cNvPr>
          <p:cNvSpPr txBox="1">
            <a:spLocks noGrp="1"/>
          </p:cNvSpPr>
          <p:nvPr>
            <p:ph type="title"/>
          </p:nvPr>
        </p:nvSpPr>
        <p:spPr>
          <a:noFill/>
          <a:ln>
            <a:noFill/>
          </a:ln>
        </p:spPr>
        <p:txBody>
          <a:bodyPr spcFirstLastPara="1" wrap="square" lIns="91425" tIns="91425" rIns="91425" bIns="91425" anchor="t" anchorCtr="0">
            <a:normAutofit/>
          </a:bodyPr>
          <a:lstStyle/>
          <a:p>
            <a:pPr lvl="0"/>
            <a:r>
              <a:rPr lang="en-US" dirty="0"/>
              <a:t>IN CLASS EXERCISE</a:t>
            </a:r>
          </a:p>
        </p:txBody>
      </p:sp>
      <p:sp>
        <p:nvSpPr>
          <p:cNvPr id="3" name="TextBox 2">
            <a:extLst>
              <a:ext uri="{FF2B5EF4-FFF2-40B4-BE49-F238E27FC236}">
                <a16:creationId xmlns:a16="http://schemas.microsoft.com/office/drawing/2014/main" id="{5752E8AB-9D8C-EBED-9070-20503EFFDB7C}"/>
              </a:ext>
            </a:extLst>
          </p:cNvPr>
          <p:cNvSpPr txBox="1"/>
          <p:nvPr/>
        </p:nvSpPr>
        <p:spPr>
          <a:xfrm>
            <a:off x="411480" y="823775"/>
            <a:ext cx="4572000" cy="1384995"/>
          </a:xfrm>
          <a:prstGeom prst="rect">
            <a:avLst/>
          </a:prstGeom>
          <a:noFill/>
        </p:spPr>
        <p:txBody>
          <a:bodyPr wrap="square">
            <a:spAutoFit/>
          </a:bodyPr>
          <a:lstStyle/>
          <a:p>
            <a:r>
              <a:rPr lang="en-US" dirty="0"/>
              <a:t>Given:</a:t>
            </a:r>
          </a:p>
          <a:p>
            <a:endParaRPr lang="en-US" dirty="0"/>
          </a:p>
          <a:p>
            <a:r>
              <a:rPr lang="en-US" dirty="0"/>
              <a:t>x = 14      </a:t>
            </a:r>
          </a:p>
          <a:p>
            <a:r>
              <a:rPr lang="en-US" dirty="0"/>
              <a:t>y = 15</a:t>
            </a:r>
          </a:p>
          <a:p>
            <a:endParaRPr lang="en-US" dirty="0"/>
          </a:p>
          <a:p>
            <a:r>
              <a:rPr lang="en-US" dirty="0"/>
              <a:t>Evaluate the following conditional statements</a:t>
            </a:r>
          </a:p>
        </p:txBody>
      </p:sp>
      <p:graphicFrame>
        <p:nvGraphicFramePr>
          <p:cNvPr id="5" name="Table 4">
            <a:extLst>
              <a:ext uri="{FF2B5EF4-FFF2-40B4-BE49-F238E27FC236}">
                <a16:creationId xmlns:a16="http://schemas.microsoft.com/office/drawing/2014/main" id="{809ADA77-DBA2-F43E-34E6-F5EABCB78A70}"/>
              </a:ext>
            </a:extLst>
          </p:cNvPr>
          <p:cNvGraphicFramePr>
            <a:graphicFrameLocks noGrp="1"/>
          </p:cNvGraphicFramePr>
          <p:nvPr>
            <p:extLst>
              <p:ext uri="{D42A27DB-BD31-4B8C-83A1-F6EECF244321}">
                <p14:modId xmlns:p14="http://schemas.microsoft.com/office/powerpoint/2010/main" val="1031313255"/>
              </p:ext>
            </p:extLst>
          </p:nvPr>
        </p:nvGraphicFramePr>
        <p:xfrm>
          <a:off x="1524000" y="2357088"/>
          <a:ext cx="6173470" cy="2400768"/>
        </p:xfrm>
        <a:graphic>
          <a:graphicData uri="http://schemas.openxmlformats.org/drawingml/2006/table">
            <a:tbl>
              <a:tblPr firstRow="1" bandRow="1">
                <a:tableStyleId>{5B9063A8-BC75-44AB-A561-BE0A82F3F6A3}</a:tableStyleId>
              </a:tblPr>
              <a:tblGrid>
                <a:gridCol w="3086735">
                  <a:extLst>
                    <a:ext uri="{9D8B030D-6E8A-4147-A177-3AD203B41FA5}">
                      <a16:colId xmlns:a16="http://schemas.microsoft.com/office/drawing/2014/main" val="1632592424"/>
                    </a:ext>
                  </a:extLst>
                </a:gridCol>
                <a:gridCol w="3086735">
                  <a:extLst>
                    <a:ext uri="{9D8B030D-6E8A-4147-A177-3AD203B41FA5}">
                      <a16:colId xmlns:a16="http://schemas.microsoft.com/office/drawing/2014/main" val="3711103980"/>
                    </a:ext>
                  </a:extLst>
                </a:gridCol>
              </a:tblGrid>
              <a:tr h="400128">
                <a:tc>
                  <a:txBody>
                    <a:bodyPr/>
                    <a:lstStyle/>
                    <a:p>
                      <a:r>
                        <a:rPr lang="en-US" dirty="0"/>
                        <a:t>Condition</a:t>
                      </a:r>
                    </a:p>
                  </a:txBody>
                  <a:tcPr/>
                </a:tc>
                <a:tc>
                  <a:txBody>
                    <a:bodyPr/>
                    <a:lstStyle/>
                    <a:p>
                      <a:r>
                        <a:rPr lang="en-US" dirty="0"/>
                        <a:t>True/ False</a:t>
                      </a:r>
                    </a:p>
                  </a:txBody>
                  <a:tcPr/>
                </a:tc>
                <a:extLst>
                  <a:ext uri="{0D108BD9-81ED-4DB2-BD59-A6C34878D82A}">
                    <a16:rowId xmlns:a16="http://schemas.microsoft.com/office/drawing/2014/main" val="3429259818"/>
                  </a:ext>
                </a:extLst>
              </a:tr>
              <a:tr h="400128">
                <a:tc>
                  <a:txBody>
                    <a:bodyPr/>
                    <a:lstStyle/>
                    <a:p>
                      <a:r>
                        <a:rPr lang="en-US" dirty="0"/>
                        <a:t>x == 14</a:t>
                      </a:r>
                    </a:p>
                  </a:txBody>
                  <a:tcPr/>
                </a:tc>
                <a:tc>
                  <a:txBody>
                    <a:bodyPr/>
                    <a:lstStyle/>
                    <a:p>
                      <a:endParaRPr lang="en-US" b="1" dirty="0">
                        <a:solidFill>
                          <a:srgbClr val="00B050"/>
                        </a:solidFill>
                      </a:endParaRPr>
                    </a:p>
                  </a:txBody>
                  <a:tcPr/>
                </a:tc>
                <a:extLst>
                  <a:ext uri="{0D108BD9-81ED-4DB2-BD59-A6C34878D82A}">
                    <a16:rowId xmlns:a16="http://schemas.microsoft.com/office/drawing/2014/main" val="525507400"/>
                  </a:ext>
                </a:extLst>
              </a:tr>
              <a:tr h="400128">
                <a:tc>
                  <a:txBody>
                    <a:bodyPr/>
                    <a:lstStyle/>
                    <a:p>
                      <a:r>
                        <a:rPr lang="en-US" dirty="0"/>
                        <a:t>x &gt; 14</a:t>
                      </a:r>
                    </a:p>
                  </a:txBody>
                  <a:tcPr/>
                </a:tc>
                <a:tc>
                  <a:txBody>
                    <a:bodyPr/>
                    <a:lstStyle/>
                    <a:p>
                      <a:endParaRPr lang="en-US" b="1" dirty="0">
                        <a:solidFill>
                          <a:srgbClr val="00B050"/>
                        </a:solidFill>
                      </a:endParaRPr>
                    </a:p>
                  </a:txBody>
                  <a:tcPr/>
                </a:tc>
                <a:extLst>
                  <a:ext uri="{0D108BD9-81ED-4DB2-BD59-A6C34878D82A}">
                    <a16:rowId xmlns:a16="http://schemas.microsoft.com/office/drawing/2014/main" val="2458389076"/>
                  </a:ext>
                </a:extLst>
              </a:tr>
              <a:tr h="400128">
                <a:tc>
                  <a:txBody>
                    <a:bodyPr/>
                    <a:lstStyle/>
                    <a:p>
                      <a:r>
                        <a:rPr lang="en-US" dirty="0"/>
                        <a:t>y &lt;= 15</a:t>
                      </a:r>
                    </a:p>
                  </a:txBody>
                  <a:tcPr/>
                </a:tc>
                <a:tc>
                  <a:txBody>
                    <a:bodyPr/>
                    <a:lstStyle/>
                    <a:p>
                      <a:endParaRPr lang="en-US" b="1" dirty="0">
                        <a:solidFill>
                          <a:srgbClr val="00B050"/>
                        </a:solidFill>
                      </a:endParaRPr>
                    </a:p>
                  </a:txBody>
                  <a:tcPr/>
                </a:tc>
                <a:extLst>
                  <a:ext uri="{0D108BD9-81ED-4DB2-BD59-A6C34878D82A}">
                    <a16:rowId xmlns:a16="http://schemas.microsoft.com/office/drawing/2014/main" val="4160969190"/>
                  </a:ext>
                </a:extLst>
              </a:tr>
              <a:tr h="400128">
                <a:tc>
                  <a:txBody>
                    <a:bodyPr/>
                    <a:lstStyle/>
                    <a:p>
                      <a:r>
                        <a:rPr lang="en-US" dirty="0"/>
                        <a:t>y &gt; x</a:t>
                      </a:r>
                    </a:p>
                  </a:txBody>
                  <a:tcPr/>
                </a:tc>
                <a:tc>
                  <a:txBody>
                    <a:bodyPr/>
                    <a:lstStyle/>
                    <a:p>
                      <a:endParaRPr lang="en-US" b="1" dirty="0">
                        <a:solidFill>
                          <a:srgbClr val="00B050"/>
                        </a:solidFill>
                      </a:endParaRPr>
                    </a:p>
                  </a:txBody>
                  <a:tcPr/>
                </a:tc>
                <a:extLst>
                  <a:ext uri="{0D108BD9-81ED-4DB2-BD59-A6C34878D82A}">
                    <a16:rowId xmlns:a16="http://schemas.microsoft.com/office/drawing/2014/main" val="2317573731"/>
                  </a:ext>
                </a:extLst>
              </a:tr>
              <a:tr h="400128">
                <a:tc>
                  <a:txBody>
                    <a:bodyPr/>
                    <a:lstStyle/>
                    <a:p>
                      <a:r>
                        <a:rPr lang="en-US" dirty="0"/>
                        <a:t>not(x &lt; 100)</a:t>
                      </a:r>
                    </a:p>
                  </a:txBody>
                  <a:tcPr/>
                </a:tc>
                <a:tc>
                  <a:txBody>
                    <a:bodyPr/>
                    <a:lstStyle/>
                    <a:p>
                      <a:endParaRPr lang="en-US" b="1" dirty="0">
                        <a:solidFill>
                          <a:srgbClr val="00B050"/>
                        </a:solidFill>
                      </a:endParaRPr>
                    </a:p>
                  </a:txBody>
                  <a:tcPr/>
                </a:tc>
                <a:extLst>
                  <a:ext uri="{0D108BD9-81ED-4DB2-BD59-A6C34878D82A}">
                    <a16:rowId xmlns:a16="http://schemas.microsoft.com/office/drawing/2014/main" val="466904657"/>
                  </a:ext>
                </a:extLst>
              </a:tr>
            </a:tbl>
          </a:graphicData>
        </a:graphic>
      </p:graphicFrame>
      <p:sp>
        <p:nvSpPr>
          <p:cNvPr id="7" name="TextBox 6">
            <a:extLst>
              <a:ext uri="{FF2B5EF4-FFF2-40B4-BE49-F238E27FC236}">
                <a16:creationId xmlns:a16="http://schemas.microsoft.com/office/drawing/2014/main" id="{B9058F73-824C-3E96-5F6D-D2481A389E0C}"/>
              </a:ext>
            </a:extLst>
          </p:cNvPr>
          <p:cNvSpPr txBox="1"/>
          <p:nvPr/>
        </p:nvSpPr>
        <p:spPr>
          <a:xfrm>
            <a:off x="4572000" y="2723934"/>
            <a:ext cx="641522" cy="2462213"/>
          </a:xfrm>
          <a:prstGeom prst="rect">
            <a:avLst/>
          </a:prstGeom>
          <a:noFill/>
        </p:spPr>
        <p:txBody>
          <a:bodyPr wrap="none" rtlCol="0">
            <a:spAutoFit/>
          </a:bodyPr>
          <a:lstStyle/>
          <a:p>
            <a:r>
              <a:rPr lang="en-US" b="1" dirty="0">
                <a:solidFill>
                  <a:srgbClr val="00B050"/>
                </a:solidFill>
              </a:rPr>
              <a:t>True</a:t>
            </a:r>
          </a:p>
          <a:p>
            <a:endParaRPr lang="en-US" b="1" dirty="0">
              <a:solidFill>
                <a:srgbClr val="00B050"/>
              </a:solidFill>
            </a:endParaRPr>
          </a:p>
          <a:p>
            <a:r>
              <a:rPr lang="en-US" b="1" dirty="0">
                <a:solidFill>
                  <a:srgbClr val="00B050"/>
                </a:solidFill>
              </a:rPr>
              <a:t>False</a:t>
            </a:r>
          </a:p>
          <a:p>
            <a:endParaRPr lang="en-US" b="1" dirty="0">
              <a:solidFill>
                <a:srgbClr val="00B050"/>
              </a:solidFill>
            </a:endParaRPr>
          </a:p>
          <a:p>
            <a:r>
              <a:rPr lang="en-US" b="1" dirty="0">
                <a:solidFill>
                  <a:srgbClr val="00B050"/>
                </a:solidFill>
              </a:rPr>
              <a:t>True</a:t>
            </a:r>
          </a:p>
          <a:p>
            <a:endParaRPr lang="en-US" b="1" dirty="0">
              <a:solidFill>
                <a:srgbClr val="00B050"/>
              </a:solidFill>
            </a:endParaRPr>
          </a:p>
          <a:p>
            <a:r>
              <a:rPr lang="en-US" b="1" dirty="0">
                <a:solidFill>
                  <a:srgbClr val="00B050"/>
                </a:solidFill>
              </a:rPr>
              <a:t>True</a:t>
            </a:r>
          </a:p>
          <a:p>
            <a:endParaRPr lang="en-US" b="1" dirty="0">
              <a:solidFill>
                <a:srgbClr val="00B050"/>
              </a:solidFill>
            </a:endParaRPr>
          </a:p>
          <a:p>
            <a:r>
              <a:rPr lang="en-US" b="1" dirty="0">
                <a:solidFill>
                  <a:srgbClr val="00B050"/>
                </a:solidFill>
              </a:rPr>
              <a:t>False</a:t>
            </a:r>
          </a:p>
          <a:p>
            <a:endParaRPr lang="en-US" dirty="0"/>
          </a:p>
          <a:p>
            <a:endParaRPr lang="en-US" dirty="0"/>
          </a:p>
        </p:txBody>
      </p:sp>
    </p:spTree>
    <p:extLst>
      <p:ext uri="{BB962C8B-B14F-4D97-AF65-F5344CB8AC3E}">
        <p14:creationId xmlns:p14="http://schemas.microsoft.com/office/powerpoint/2010/main" val="2592057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86">
          <a:extLst>
            <a:ext uri="{FF2B5EF4-FFF2-40B4-BE49-F238E27FC236}">
              <a16:creationId xmlns:a16="http://schemas.microsoft.com/office/drawing/2014/main" id="{A2AB4A04-76B0-B696-2A42-52A5432D5927}"/>
            </a:ext>
          </a:extLst>
        </p:cNvPr>
        <p:cNvGrpSpPr/>
        <p:nvPr/>
      </p:nvGrpSpPr>
      <p:grpSpPr>
        <a:xfrm>
          <a:off x="0" y="0"/>
          <a:ext cx="0" cy="0"/>
          <a:chOff x="0" y="0"/>
          <a:chExt cx="0" cy="0"/>
        </a:xfrm>
      </p:grpSpPr>
      <p:sp>
        <p:nvSpPr>
          <p:cNvPr id="387" name="Google Shape;387;p41">
            <a:extLst>
              <a:ext uri="{FF2B5EF4-FFF2-40B4-BE49-F238E27FC236}">
                <a16:creationId xmlns:a16="http://schemas.microsoft.com/office/drawing/2014/main" id="{710FA098-58D4-9EF5-1D79-64A8246ED36E}"/>
              </a:ext>
            </a:extLst>
          </p:cNvPr>
          <p:cNvSpPr txBox="1">
            <a:spLocks noGrp="1"/>
          </p:cNvSpPr>
          <p:nvPr>
            <p:ph type="title"/>
          </p:nvPr>
        </p:nvSpPr>
        <p:spPr>
          <a:noFill/>
          <a:ln>
            <a:noFill/>
          </a:ln>
        </p:spPr>
        <p:txBody>
          <a:bodyPr spcFirstLastPara="1" wrap="square" lIns="91425" tIns="91425" rIns="91425" bIns="91425" anchor="t" anchorCtr="0">
            <a:normAutofit/>
          </a:bodyPr>
          <a:lstStyle/>
          <a:p>
            <a:pPr lvl="0"/>
            <a:r>
              <a:rPr lang="en-US" dirty="0"/>
              <a:t>IN CLASS EXERCISE</a:t>
            </a:r>
          </a:p>
        </p:txBody>
      </p:sp>
      <p:sp>
        <p:nvSpPr>
          <p:cNvPr id="3" name="TextBox 2">
            <a:extLst>
              <a:ext uri="{FF2B5EF4-FFF2-40B4-BE49-F238E27FC236}">
                <a16:creationId xmlns:a16="http://schemas.microsoft.com/office/drawing/2014/main" id="{F36BCC88-B5D6-78AF-4644-1CBFD4CAFD49}"/>
              </a:ext>
            </a:extLst>
          </p:cNvPr>
          <p:cNvSpPr txBox="1"/>
          <p:nvPr/>
        </p:nvSpPr>
        <p:spPr>
          <a:xfrm>
            <a:off x="411480" y="823775"/>
            <a:ext cx="4572000" cy="1815882"/>
          </a:xfrm>
          <a:prstGeom prst="rect">
            <a:avLst/>
          </a:prstGeom>
          <a:noFill/>
        </p:spPr>
        <p:txBody>
          <a:bodyPr wrap="square">
            <a:spAutoFit/>
          </a:bodyPr>
          <a:lstStyle/>
          <a:p>
            <a:r>
              <a:rPr lang="en-US" dirty="0"/>
              <a:t>Given:</a:t>
            </a:r>
          </a:p>
          <a:p>
            <a:endParaRPr lang="en-US" dirty="0"/>
          </a:p>
          <a:p>
            <a:r>
              <a:rPr lang="en-US" dirty="0"/>
              <a:t>age = 20      </a:t>
            </a:r>
          </a:p>
          <a:p>
            <a:r>
              <a:rPr lang="en-US" dirty="0"/>
              <a:t>money = 100</a:t>
            </a:r>
          </a:p>
          <a:p>
            <a:r>
              <a:rPr lang="en-US" dirty="0" err="1"/>
              <a:t>isMilitary</a:t>
            </a:r>
            <a:r>
              <a:rPr lang="en-US" dirty="0"/>
              <a:t> = True</a:t>
            </a:r>
          </a:p>
          <a:p>
            <a:r>
              <a:rPr lang="en-US" dirty="0" err="1"/>
              <a:t>isOnPermanentProfile</a:t>
            </a:r>
            <a:r>
              <a:rPr lang="en-US" dirty="0"/>
              <a:t> = False</a:t>
            </a:r>
          </a:p>
          <a:p>
            <a:endParaRPr lang="en-US" dirty="0"/>
          </a:p>
          <a:p>
            <a:r>
              <a:rPr lang="en-US" dirty="0"/>
              <a:t>Evaluate the following conditional statements</a:t>
            </a:r>
          </a:p>
        </p:txBody>
      </p:sp>
      <p:graphicFrame>
        <p:nvGraphicFramePr>
          <p:cNvPr id="5" name="Table 4">
            <a:extLst>
              <a:ext uri="{FF2B5EF4-FFF2-40B4-BE49-F238E27FC236}">
                <a16:creationId xmlns:a16="http://schemas.microsoft.com/office/drawing/2014/main" id="{347F9B61-AD98-F6D6-D5FD-7D8A39F93A95}"/>
              </a:ext>
            </a:extLst>
          </p:cNvPr>
          <p:cNvGraphicFramePr>
            <a:graphicFrameLocks noGrp="1"/>
          </p:cNvGraphicFramePr>
          <p:nvPr>
            <p:extLst>
              <p:ext uri="{D42A27DB-BD31-4B8C-83A1-F6EECF244321}">
                <p14:modId xmlns:p14="http://schemas.microsoft.com/office/powerpoint/2010/main" val="2892998560"/>
              </p:ext>
            </p:extLst>
          </p:nvPr>
        </p:nvGraphicFramePr>
        <p:xfrm>
          <a:off x="411480" y="2639657"/>
          <a:ext cx="8550537" cy="2000640"/>
        </p:xfrm>
        <a:graphic>
          <a:graphicData uri="http://schemas.openxmlformats.org/drawingml/2006/table">
            <a:tbl>
              <a:tblPr firstRow="1" bandRow="1">
                <a:tableStyleId>{5B9063A8-BC75-44AB-A561-BE0A82F3F6A3}</a:tableStyleId>
              </a:tblPr>
              <a:tblGrid>
                <a:gridCol w="4680910">
                  <a:extLst>
                    <a:ext uri="{9D8B030D-6E8A-4147-A177-3AD203B41FA5}">
                      <a16:colId xmlns:a16="http://schemas.microsoft.com/office/drawing/2014/main" val="1632592424"/>
                    </a:ext>
                  </a:extLst>
                </a:gridCol>
                <a:gridCol w="3869627">
                  <a:extLst>
                    <a:ext uri="{9D8B030D-6E8A-4147-A177-3AD203B41FA5}">
                      <a16:colId xmlns:a16="http://schemas.microsoft.com/office/drawing/2014/main" val="3711103980"/>
                    </a:ext>
                  </a:extLst>
                </a:gridCol>
              </a:tblGrid>
              <a:tr h="400128">
                <a:tc>
                  <a:txBody>
                    <a:bodyPr/>
                    <a:lstStyle/>
                    <a:p>
                      <a:r>
                        <a:rPr lang="en-US" dirty="0"/>
                        <a:t>Condition</a:t>
                      </a:r>
                    </a:p>
                  </a:txBody>
                  <a:tcPr/>
                </a:tc>
                <a:tc>
                  <a:txBody>
                    <a:bodyPr/>
                    <a:lstStyle/>
                    <a:p>
                      <a:r>
                        <a:rPr lang="en-US" dirty="0"/>
                        <a:t>True/ False</a:t>
                      </a:r>
                    </a:p>
                  </a:txBody>
                  <a:tcPr/>
                </a:tc>
                <a:extLst>
                  <a:ext uri="{0D108BD9-81ED-4DB2-BD59-A6C34878D82A}">
                    <a16:rowId xmlns:a16="http://schemas.microsoft.com/office/drawing/2014/main" val="3429259818"/>
                  </a:ext>
                </a:extLst>
              </a:tr>
              <a:tr h="400128">
                <a:tc>
                  <a:txBody>
                    <a:bodyPr/>
                    <a:lstStyle/>
                    <a:p>
                      <a:r>
                        <a:rPr lang="en-US" dirty="0"/>
                        <a:t>age &gt; 21 and money &gt; 10</a:t>
                      </a:r>
                    </a:p>
                  </a:txBody>
                  <a:tcPr/>
                </a:tc>
                <a:tc>
                  <a:txBody>
                    <a:bodyPr/>
                    <a:lstStyle/>
                    <a:p>
                      <a:endParaRPr lang="en-US" b="1" dirty="0">
                        <a:solidFill>
                          <a:srgbClr val="00B050"/>
                        </a:solidFill>
                      </a:endParaRPr>
                    </a:p>
                  </a:txBody>
                  <a:tcPr/>
                </a:tc>
                <a:extLst>
                  <a:ext uri="{0D108BD9-81ED-4DB2-BD59-A6C34878D82A}">
                    <a16:rowId xmlns:a16="http://schemas.microsoft.com/office/drawing/2014/main" val="525507400"/>
                  </a:ext>
                </a:extLst>
              </a:tr>
              <a:tr h="400128">
                <a:tc>
                  <a:txBody>
                    <a:bodyPr/>
                    <a:lstStyle/>
                    <a:p>
                      <a:r>
                        <a:rPr lang="en-US" dirty="0"/>
                        <a:t>age &gt; 18 and money &gt; 0 </a:t>
                      </a:r>
                    </a:p>
                  </a:txBody>
                  <a:tcPr/>
                </a:tc>
                <a:tc>
                  <a:txBody>
                    <a:bodyPr/>
                    <a:lstStyle/>
                    <a:p>
                      <a:endParaRPr lang="en-US" b="1" dirty="0">
                        <a:solidFill>
                          <a:srgbClr val="00B050"/>
                        </a:solidFill>
                      </a:endParaRPr>
                    </a:p>
                  </a:txBody>
                  <a:tcPr/>
                </a:tc>
                <a:extLst>
                  <a:ext uri="{0D108BD9-81ED-4DB2-BD59-A6C34878D82A}">
                    <a16:rowId xmlns:a16="http://schemas.microsoft.com/office/drawing/2014/main" val="2458389076"/>
                  </a:ext>
                </a:extLst>
              </a:tr>
              <a:tr h="400128">
                <a:tc>
                  <a:txBody>
                    <a:bodyPr/>
                    <a:lstStyle/>
                    <a:p>
                      <a:r>
                        <a:rPr lang="en-US" dirty="0"/>
                        <a:t>age &gt; 60 or </a:t>
                      </a:r>
                      <a:r>
                        <a:rPr lang="en-US" dirty="0" err="1"/>
                        <a:t>isMilitary</a:t>
                      </a:r>
                      <a:endParaRPr lang="en-US" dirty="0"/>
                    </a:p>
                  </a:txBody>
                  <a:tcPr/>
                </a:tc>
                <a:tc>
                  <a:txBody>
                    <a:bodyPr/>
                    <a:lstStyle/>
                    <a:p>
                      <a:endParaRPr lang="en-US" b="1" dirty="0">
                        <a:solidFill>
                          <a:srgbClr val="00B050"/>
                        </a:solidFill>
                      </a:endParaRPr>
                    </a:p>
                  </a:txBody>
                  <a:tcPr/>
                </a:tc>
                <a:extLst>
                  <a:ext uri="{0D108BD9-81ED-4DB2-BD59-A6C34878D82A}">
                    <a16:rowId xmlns:a16="http://schemas.microsoft.com/office/drawing/2014/main" val="4160969190"/>
                  </a:ext>
                </a:extLst>
              </a:tr>
              <a:tr h="400128">
                <a:tc>
                  <a:txBody>
                    <a:bodyPr/>
                    <a:lstStyle/>
                    <a:p>
                      <a:r>
                        <a:rPr lang="en-US" dirty="0"/>
                        <a:t>age &gt; 18 and </a:t>
                      </a:r>
                      <a:r>
                        <a:rPr lang="en-US" dirty="0" err="1"/>
                        <a:t>isMilitary</a:t>
                      </a:r>
                      <a:r>
                        <a:rPr lang="en-US" dirty="0"/>
                        <a:t> and not(</a:t>
                      </a:r>
                      <a:r>
                        <a:rPr lang="en-US" dirty="0" err="1"/>
                        <a:t>isOnPermanentProfile</a:t>
                      </a:r>
                      <a:r>
                        <a:rPr lang="en-US" dirty="0"/>
                        <a:t>)</a:t>
                      </a:r>
                    </a:p>
                  </a:txBody>
                  <a:tcPr/>
                </a:tc>
                <a:tc>
                  <a:txBody>
                    <a:bodyPr/>
                    <a:lstStyle/>
                    <a:p>
                      <a:endParaRPr lang="en-US" b="1" dirty="0">
                        <a:solidFill>
                          <a:srgbClr val="00B050"/>
                        </a:solidFill>
                      </a:endParaRPr>
                    </a:p>
                  </a:txBody>
                  <a:tcPr/>
                </a:tc>
                <a:extLst>
                  <a:ext uri="{0D108BD9-81ED-4DB2-BD59-A6C34878D82A}">
                    <a16:rowId xmlns:a16="http://schemas.microsoft.com/office/drawing/2014/main" val="2317573731"/>
                  </a:ext>
                </a:extLst>
              </a:tr>
            </a:tbl>
          </a:graphicData>
        </a:graphic>
      </p:graphicFrame>
      <p:sp>
        <p:nvSpPr>
          <p:cNvPr id="7" name="TextBox 6">
            <a:extLst>
              <a:ext uri="{FF2B5EF4-FFF2-40B4-BE49-F238E27FC236}">
                <a16:creationId xmlns:a16="http://schemas.microsoft.com/office/drawing/2014/main" id="{B30A3136-87D0-1369-68B0-81034D9F3ABB}"/>
              </a:ext>
            </a:extLst>
          </p:cNvPr>
          <p:cNvSpPr txBox="1"/>
          <p:nvPr/>
        </p:nvSpPr>
        <p:spPr>
          <a:xfrm>
            <a:off x="5034339" y="3038928"/>
            <a:ext cx="3927678" cy="2246769"/>
          </a:xfrm>
          <a:prstGeom prst="rect">
            <a:avLst/>
          </a:prstGeom>
          <a:noFill/>
        </p:spPr>
        <p:txBody>
          <a:bodyPr wrap="none" rtlCol="0">
            <a:spAutoFit/>
          </a:bodyPr>
          <a:lstStyle/>
          <a:p>
            <a:r>
              <a:rPr lang="en-US" b="1" dirty="0">
                <a:solidFill>
                  <a:srgbClr val="00B050"/>
                </a:solidFill>
              </a:rPr>
              <a:t>False    (You cannot buy an adult beverage!)</a:t>
            </a:r>
          </a:p>
          <a:p>
            <a:endParaRPr lang="en-US" b="1" dirty="0">
              <a:solidFill>
                <a:srgbClr val="00B050"/>
              </a:solidFill>
            </a:endParaRPr>
          </a:p>
          <a:p>
            <a:r>
              <a:rPr lang="en-US" b="1" dirty="0">
                <a:solidFill>
                  <a:srgbClr val="00B050"/>
                </a:solidFill>
              </a:rPr>
              <a:t>True   (You can vote!)</a:t>
            </a:r>
          </a:p>
          <a:p>
            <a:endParaRPr lang="en-US" b="1" dirty="0">
              <a:solidFill>
                <a:srgbClr val="00B050"/>
              </a:solidFill>
            </a:endParaRPr>
          </a:p>
          <a:p>
            <a:r>
              <a:rPr lang="en-US" b="1" dirty="0">
                <a:solidFill>
                  <a:srgbClr val="00B050"/>
                </a:solidFill>
              </a:rPr>
              <a:t>True   (You can get a discount!)</a:t>
            </a:r>
          </a:p>
          <a:p>
            <a:endParaRPr lang="en-US" b="1" dirty="0">
              <a:solidFill>
                <a:srgbClr val="00B050"/>
              </a:solidFill>
            </a:endParaRPr>
          </a:p>
          <a:p>
            <a:r>
              <a:rPr lang="en-US" b="1" dirty="0">
                <a:solidFill>
                  <a:srgbClr val="00B050"/>
                </a:solidFill>
              </a:rPr>
              <a:t>True (You’re going to war!)</a:t>
            </a:r>
          </a:p>
          <a:p>
            <a:endParaRPr lang="en-US" b="1" dirty="0">
              <a:solidFill>
                <a:srgbClr val="00B050"/>
              </a:solidFill>
            </a:endParaRPr>
          </a:p>
          <a:p>
            <a:endParaRPr lang="en-US" dirty="0"/>
          </a:p>
          <a:p>
            <a:endParaRPr lang="en-US" dirty="0"/>
          </a:p>
        </p:txBody>
      </p:sp>
    </p:spTree>
    <p:extLst>
      <p:ext uri="{BB962C8B-B14F-4D97-AF65-F5344CB8AC3E}">
        <p14:creationId xmlns:p14="http://schemas.microsoft.com/office/powerpoint/2010/main" val="3972155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noFill/>
          <a:ln>
            <a:noFill/>
          </a:ln>
        </p:spPr>
        <p:txBody>
          <a:bodyPr spcFirstLastPara="1" wrap="square" lIns="91425" tIns="91425" rIns="91425" bIns="91425" anchor="t" anchorCtr="0">
            <a:normAutofit/>
          </a:bodyPr>
          <a:lstStyle/>
          <a:p>
            <a:pPr lvl="0"/>
            <a:r>
              <a:rPr lang="en-US"/>
              <a:t>THE "IF" STATEMENT</a:t>
            </a:r>
          </a:p>
        </p:txBody>
      </p:sp>
      <p:sp>
        <p:nvSpPr>
          <p:cNvPr id="394" name="Google Shape;394;p42"/>
          <p:cNvSpPr txBox="1">
            <a:spLocks noGrp="1"/>
          </p:cNvSpPr>
          <p:nvPr>
            <p:ph type="body" idx="1"/>
          </p:nvPr>
        </p:nvSpPr>
        <p:spPr>
          <a:noFill/>
          <a:ln>
            <a:noFill/>
          </a:ln>
        </p:spPr>
        <p:txBody>
          <a:bodyPr spcFirstLastPara="1" wrap="square" lIns="91425" tIns="91425" rIns="91425" bIns="91425" anchor="t" anchorCtr="0">
            <a:normAutofit/>
          </a:bodyPr>
          <a:lstStyle/>
          <a:p>
            <a:pPr lvl="0"/>
            <a:r>
              <a:rPr lang="en-US" dirty="0"/>
              <a:t>Executes a block of code only if a given condition evaluates to True</a:t>
            </a:r>
          </a:p>
          <a:p>
            <a:pPr lvl="0"/>
            <a:endParaRPr lang="en-US" dirty="0"/>
          </a:p>
          <a:p>
            <a:pPr lvl="0"/>
            <a:r>
              <a:rPr lang="en-US" dirty="0"/>
              <a:t>Syntax:</a:t>
            </a:r>
          </a:p>
          <a:p>
            <a:pPr lvl="1">
              <a:buSzPct val="100000"/>
              <a:buFont typeface="+mj-lt"/>
              <a:buAutoNum type="arabicPeriod"/>
            </a:pPr>
            <a:r>
              <a:rPr lang="en-US" sz="900" dirty="0">
                <a:latin typeface="Courier New" panose="02070309020205020404" pitchFamily="49" charset="0"/>
                <a:cs typeface="Courier New" panose="02070309020205020404" pitchFamily="49" charset="0"/>
                <a:sym typeface="Consolas"/>
              </a:rPr>
              <a:t>if condition:</a:t>
            </a:r>
          </a:p>
          <a:p>
            <a:pPr lvl="1">
              <a:buSzPct val="100000"/>
              <a:buFont typeface="+mj-lt"/>
              <a:buAutoNum type="arabicPeriod"/>
            </a:pPr>
            <a:r>
              <a:rPr lang="en-US" sz="900" dirty="0">
                <a:latin typeface="Courier New" panose="02070309020205020404" pitchFamily="49" charset="0"/>
                <a:cs typeface="Courier New" panose="02070309020205020404" pitchFamily="49" charset="0"/>
                <a:sym typeface="Consolas"/>
              </a:rPr>
              <a:t>   # code</a:t>
            </a:r>
          </a:p>
          <a:p>
            <a:pPr lvl="1"/>
            <a:endParaRPr lang="en-US" dirty="0">
              <a:sym typeface="Consolas"/>
            </a:endParaRPr>
          </a:p>
          <a:p>
            <a:pPr lvl="0"/>
            <a:r>
              <a:rPr lang="en-US" dirty="0"/>
              <a:t>Example:</a:t>
            </a:r>
          </a:p>
          <a:p>
            <a:pPr lvl="1">
              <a:buSzPct val="100000"/>
              <a:buFont typeface="+mj-lt"/>
              <a:buAutoNum type="arabicPeriod"/>
            </a:pPr>
            <a:r>
              <a:rPr lang="en-US" sz="900" dirty="0">
                <a:latin typeface="Courier New" panose="02070309020205020404" pitchFamily="49" charset="0"/>
                <a:cs typeface="Courier New" panose="02070309020205020404" pitchFamily="49" charset="0"/>
                <a:sym typeface="Consolas"/>
              </a:rPr>
              <a:t>age = 20</a:t>
            </a:r>
          </a:p>
          <a:p>
            <a:pPr lvl="1">
              <a:buSzPct val="100000"/>
              <a:buFont typeface="+mj-lt"/>
              <a:buAutoNum type="arabicPeriod"/>
            </a:pPr>
            <a:r>
              <a:rPr lang="en-US" sz="900" dirty="0">
                <a:latin typeface="Courier New" panose="02070309020205020404" pitchFamily="49" charset="0"/>
                <a:cs typeface="Courier New" panose="02070309020205020404" pitchFamily="49" charset="0"/>
                <a:sym typeface="Consolas"/>
              </a:rPr>
              <a:t>if age &gt;= 18:</a:t>
            </a:r>
          </a:p>
          <a:p>
            <a:pPr lvl="1">
              <a:buSzPct val="100000"/>
              <a:buFont typeface="+mj-lt"/>
              <a:buAutoNum type="arabicPeriod"/>
            </a:pPr>
            <a:r>
              <a:rPr lang="en-US" sz="900" dirty="0">
                <a:latin typeface="Courier New" panose="02070309020205020404" pitchFamily="49" charset="0"/>
                <a:cs typeface="Courier New" panose="02070309020205020404" pitchFamily="49" charset="0"/>
                <a:sym typeface="Consolas"/>
              </a:rPr>
              <a:t>    print(“You are eligible to vote.”)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43"/>
          <p:cNvSpPr txBox="1">
            <a:spLocks noGrp="1"/>
          </p:cNvSpPr>
          <p:nvPr>
            <p:ph type="title"/>
          </p:nvPr>
        </p:nvSpPr>
        <p:spPr>
          <a:noFill/>
          <a:ln>
            <a:noFill/>
          </a:ln>
        </p:spPr>
        <p:txBody>
          <a:bodyPr spcFirstLastPara="1" wrap="square" lIns="91425" tIns="91425" rIns="91425" bIns="91425" anchor="t" anchorCtr="0">
            <a:normAutofit/>
          </a:bodyPr>
          <a:lstStyle/>
          <a:p>
            <a:pPr lvl="0"/>
            <a:r>
              <a:rPr lang="en-US"/>
              <a:t>THE “ELSE” STATEMENT</a:t>
            </a:r>
          </a:p>
        </p:txBody>
      </p:sp>
      <p:sp>
        <p:nvSpPr>
          <p:cNvPr id="400" name="Google Shape;400;p43"/>
          <p:cNvSpPr txBox="1">
            <a:spLocks noGrp="1"/>
          </p:cNvSpPr>
          <p:nvPr>
            <p:ph type="body" idx="1"/>
          </p:nvPr>
        </p:nvSpPr>
        <p:spPr>
          <a:xfrm>
            <a:off x="411480" y="864524"/>
            <a:ext cx="5096352" cy="3764625"/>
          </a:xfrm>
          <a:noFill/>
          <a:ln>
            <a:noFill/>
          </a:ln>
        </p:spPr>
        <p:txBody>
          <a:bodyPr spcFirstLastPara="1" wrap="square" lIns="91425" tIns="91425" rIns="91425" bIns="91425" anchor="t" anchorCtr="0">
            <a:normAutofit/>
          </a:bodyPr>
          <a:lstStyle/>
          <a:p>
            <a:pPr lvl="0"/>
            <a:r>
              <a:rPr lang="en-US" dirty="0"/>
              <a:t>“Else” is used in conjunction with “if” </a:t>
            </a:r>
          </a:p>
          <a:p>
            <a:pPr lvl="0"/>
            <a:r>
              <a:rPr lang="en-US" dirty="0"/>
              <a:t>Provides an alternate block of code to execute if the “if” condition evaluates to false</a:t>
            </a:r>
          </a:p>
          <a:p>
            <a:pPr lvl="0"/>
            <a:endParaRPr lang="en-US" dirty="0"/>
          </a:p>
          <a:p>
            <a:pPr lvl="0"/>
            <a:r>
              <a:rPr lang="en-US" dirty="0"/>
              <a:t>Syntax:</a:t>
            </a:r>
          </a:p>
          <a:p>
            <a:pPr lvl="1">
              <a:buSzPct val="100000"/>
              <a:buFont typeface="+mj-lt"/>
              <a:buAutoNum type="arabicPeriod"/>
            </a:pPr>
            <a:r>
              <a:rPr lang="en-US" sz="900" dirty="0">
                <a:latin typeface="Courier New" panose="02070309020205020404" pitchFamily="49" charset="0"/>
                <a:cs typeface="Courier New" panose="02070309020205020404" pitchFamily="49" charset="0"/>
                <a:sym typeface="Consolas"/>
              </a:rPr>
              <a:t>if condition:</a:t>
            </a:r>
            <a:endParaRPr lang="en-US" sz="900" dirty="0">
              <a:latin typeface="Courier New" panose="02070309020205020404" pitchFamily="49" charset="0"/>
              <a:cs typeface="Courier New" panose="02070309020205020404" pitchFamily="49" charset="0"/>
            </a:endParaRPr>
          </a:p>
          <a:p>
            <a:pPr lvl="1">
              <a:buSzPct val="100000"/>
              <a:buFont typeface="+mj-lt"/>
              <a:buAutoNum type="arabicPeriod"/>
            </a:pPr>
            <a:r>
              <a:rPr lang="en-US" sz="900" dirty="0">
                <a:latin typeface="Courier New" panose="02070309020205020404" pitchFamily="49" charset="0"/>
                <a:cs typeface="Courier New" panose="02070309020205020404" pitchFamily="49" charset="0"/>
                <a:sym typeface="Consolas"/>
              </a:rPr>
              <a:t>    # code</a:t>
            </a:r>
          </a:p>
          <a:p>
            <a:pPr lvl="1">
              <a:buSzPct val="100000"/>
              <a:buFont typeface="+mj-lt"/>
              <a:buAutoNum type="arabicPeriod"/>
            </a:pPr>
            <a:r>
              <a:rPr lang="en-US" sz="900" dirty="0">
                <a:latin typeface="Courier New" panose="02070309020205020404" pitchFamily="49" charset="0"/>
                <a:cs typeface="Courier New" panose="02070309020205020404" pitchFamily="49" charset="0"/>
                <a:sym typeface="Consolas"/>
              </a:rPr>
              <a:t>else condition:</a:t>
            </a:r>
          </a:p>
          <a:p>
            <a:pPr lvl="1">
              <a:buSzPct val="100000"/>
              <a:buFont typeface="+mj-lt"/>
              <a:buAutoNum type="arabicPeriod"/>
            </a:pPr>
            <a:r>
              <a:rPr lang="en-US" sz="900" dirty="0">
                <a:latin typeface="Courier New" panose="02070309020205020404" pitchFamily="49" charset="0"/>
                <a:cs typeface="Courier New" panose="02070309020205020404" pitchFamily="49" charset="0"/>
                <a:sym typeface="Consolas"/>
              </a:rPr>
              <a:t>    # code</a:t>
            </a:r>
          </a:p>
          <a:p>
            <a:pPr lvl="1"/>
            <a:endParaRPr lang="en-US" dirty="0">
              <a:sym typeface="Consolas"/>
            </a:endParaRPr>
          </a:p>
          <a:p>
            <a:pPr lvl="0"/>
            <a:r>
              <a:rPr lang="en-US" dirty="0"/>
              <a:t>Example:</a:t>
            </a:r>
          </a:p>
          <a:p>
            <a:pPr lvl="1">
              <a:buSzPct val="100000"/>
              <a:buFont typeface="+mj-lt"/>
              <a:buAutoNum type="arabicPeriod"/>
            </a:pPr>
            <a:r>
              <a:rPr lang="en-US" sz="900" dirty="0">
                <a:latin typeface="Courier New" panose="02070309020205020404" pitchFamily="49" charset="0"/>
                <a:cs typeface="Courier New" panose="02070309020205020404" pitchFamily="49" charset="0"/>
                <a:sym typeface="Consolas"/>
              </a:rPr>
              <a:t>temperature = 78</a:t>
            </a:r>
          </a:p>
          <a:p>
            <a:pPr lvl="1">
              <a:buSzPct val="100000"/>
              <a:buFont typeface="+mj-lt"/>
              <a:buAutoNum type="arabicPeriod"/>
            </a:pPr>
            <a:r>
              <a:rPr lang="en-US" sz="900" dirty="0">
                <a:latin typeface="Courier New" panose="02070309020205020404" pitchFamily="49" charset="0"/>
                <a:cs typeface="Courier New" panose="02070309020205020404" pitchFamily="49" charset="0"/>
                <a:sym typeface="Consolas"/>
              </a:rPr>
              <a:t>if temperature &gt; 85:</a:t>
            </a:r>
          </a:p>
          <a:p>
            <a:pPr lvl="1">
              <a:buSzPct val="100000"/>
              <a:buFont typeface="+mj-lt"/>
              <a:buAutoNum type="arabicPeriod"/>
            </a:pPr>
            <a:r>
              <a:rPr lang="en-US" sz="900" dirty="0">
                <a:latin typeface="Courier New" panose="02070309020205020404" pitchFamily="49" charset="0"/>
                <a:cs typeface="Courier New" panose="02070309020205020404" pitchFamily="49" charset="0"/>
                <a:sym typeface="Consolas"/>
              </a:rPr>
              <a:t>    print(“It’s hot out today!”)</a:t>
            </a:r>
          </a:p>
          <a:p>
            <a:pPr lvl="1">
              <a:buSzPct val="100000"/>
              <a:buFont typeface="+mj-lt"/>
              <a:buAutoNum type="arabicPeriod"/>
            </a:pPr>
            <a:r>
              <a:rPr lang="en-US" sz="900" dirty="0">
                <a:latin typeface="Courier New" panose="02070309020205020404" pitchFamily="49" charset="0"/>
                <a:cs typeface="Courier New" panose="02070309020205020404" pitchFamily="49" charset="0"/>
                <a:sym typeface="Consolas"/>
              </a:rPr>
              <a:t>else:</a:t>
            </a:r>
          </a:p>
          <a:p>
            <a:pPr lvl="1">
              <a:buSzPct val="100000"/>
              <a:buFont typeface="+mj-lt"/>
              <a:buAutoNum type="arabicPeriod"/>
            </a:pPr>
            <a:r>
              <a:rPr lang="en-US" sz="900" dirty="0">
                <a:latin typeface="Courier New" panose="02070309020205020404" pitchFamily="49" charset="0"/>
                <a:cs typeface="Courier New" panose="02070309020205020404" pitchFamily="49" charset="0"/>
                <a:sym typeface="Consolas"/>
              </a:rPr>
              <a:t>    print(“It’s not too hot.”)</a:t>
            </a:r>
          </a:p>
          <a:p>
            <a:pPr lvl="0"/>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44"/>
          <p:cNvSpPr txBox="1">
            <a:spLocks noGrp="1"/>
          </p:cNvSpPr>
          <p:nvPr>
            <p:ph type="title"/>
          </p:nvPr>
        </p:nvSpPr>
        <p:spPr>
          <a:noFill/>
          <a:ln>
            <a:noFill/>
          </a:ln>
        </p:spPr>
        <p:txBody>
          <a:bodyPr spcFirstLastPara="1" wrap="square" lIns="91425" tIns="91425" rIns="91425" bIns="91425" anchor="t" anchorCtr="0">
            <a:normAutofit/>
          </a:bodyPr>
          <a:lstStyle/>
          <a:p>
            <a:pPr lvl="0"/>
            <a:r>
              <a:rPr lang="en-US"/>
              <a:t>THE “ELIF” STATEMENT</a:t>
            </a:r>
          </a:p>
        </p:txBody>
      </p:sp>
      <p:sp>
        <p:nvSpPr>
          <p:cNvPr id="406" name="Google Shape;406;p44"/>
          <p:cNvSpPr txBox="1">
            <a:spLocks noGrp="1"/>
          </p:cNvSpPr>
          <p:nvPr>
            <p:ph type="body" idx="1"/>
          </p:nvPr>
        </p:nvSpPr>
        <p:spPr>
          <a:xfrm>
            <a:off x="411480" y="931025"/>
            <a:ext cx="5096352" cy="3903864"/>
          </a:xfrm>
          <a:noFill/>
          <a:ln>
            <a:noFill/>
          </a:ln>
        </p:spPr>
        <p:txBody>
          <a:bodyPr spcFirstLastPara="1" wrap="square" lIns="91425" tIns="91425" rIns="91425" bIns="91425" anchor="t" anchorCtr="0">
            <a:normAutofit/>
          </a:bodyPr>
          <a:lstStyle/>
          <a:p>
            <a:pPr lvl="0"/>
            <a:r>
              <a:rPr lang="en-US" dirty="0"/>
              <a:t>“</a:t>
            </a:r>
            <a:r>
              <a:rPr lang="en-US" dirty="0" err="1"/>
              <a:t>elif</a:t>
            </a:r>
            <a:r>
              <a:rPr lang="en-US" dirty="0"/>
              <a:t>” is short for else-if</a:t>
            </a:r>
          </a:p>
          <a:p>
            <a:pPr lvl="0"/>
            <a:r>
              <a:rPr lang="en-US" dirty="0"/>
              <a:t>It allows for checking multiple conditions sequentially</a:t>
            </a:r>
          </a:p>
          <a:p>
            <a:pPr lvl="0"/>
            <a:r>
              <a:rPr lang="en-US" dirty="0"/>
              <a:t>If the “if” condition evaluates to false, the “</a:t>
            </a:r>
            <a:r>
              <a:rPr lang="en-US" dirty="0" err="1"/>
              <a:t>elif</a:t>
            </a:r>
            <a:r>
              <a:rPr lang="en-US" dirty="0"/>
              <a:t>” statements are evaluated in order until one evaluates to True</a:t>
            </a:r>
          </a:p>
          <a:p>
            <a:pPr lvl="0"/>
            <a:r>
              <a:rPr lang="en-US" dirty="0"/>
              <a:t>Syntax:</a:t>
            </a:r>
          </a:p>
          <a:p>
            <a:pPr lvl="1">
              <a:buSzPct val="100000"/>
              <a:buFont typeface="+mj-lt"/>
              <a:buAutoNum type="arabicPeriod"/>
            </a:pPr>
            <a:r>
              <a:rPr lang="en-US" dirty="0">
                <a:latin typeface="Courier New" panose="02070309020205020404" pitchFamily="49" charset="0"/>
                <a:cs typeface="Courier New" panose="02070309020205020404" pitchFamily="49" charset="0"/>
                <a:sym typeface="Consolas"/>
              </a:rPr>
              <a:t>if condition:</a:t>
            </a:r>
            <a:endParaRPr lang="en-US" dirty="0">
              <a:latin typeface="Courier New" panose="02070309020205020404" pitchFamily="49" charset="0"/>
              <a:cs typeface="Courier New" panose="02070309020205020404" pitchFamily="49" charset="0"/>
            </a:endParaRPr>
          </a:p>
          <a:p>
            <a:pPr lvl="1">
              <a:buSzPct val="100000"/>
              <a:buFont typeface="+mj-lt"/>
              <a:buAutoNum type="arabicPeriod"/>
            </a:pPr>
            <a:r>
              <a:rPr lang="en-US" dirty="0">
                <a:latin typeface="Courier New" panose="02070309020205020404" pitchFamily="49" charset="0"/>
                <a:cs typeface="Courier New" panose="02070309020205020404" pitchFamily="49" charset="0"/>
                <a:sym typeface="Consolas"/>
              </a:rPr>
              <a:t>    # code</a:t>
            </a:r>
          </a:p>
          <a:p>
            <a:pPr lvl="1">
              <a:buSzPct val="100000"/>
              <a:buFont typeface="+mj-lt"/>
              <a:buAutoNum type="arabicPeriod"/>
            </a:pPr>
            <a:r>
              <a:rPr lang="en-US" dirty="0" err="1">
                <a:latin typeface="Courier New" panose="02070309020205020404" pitchFamily="49" charset="0"/>
                <a:cs typeface="Courier New" panose="02070309020205020404" pitchFamily="49" charset="0"/>
                <a:sym typeface="Consolas"/>
              </a:rPr>
              <a:t>elif</a:t>
            </a:r>
            <a:r>
              <a:rPr lang="en-US" dirty="0">
                <a:latin typeface="Courier New" panose="02070309020205020404" pitchFamily="49" charset="0"/>
                <a:cs typeface="Courier New" panose="02070309020205020404" pitchFamily="49" charset="0"/>
                <a:sym typeface="Consolas"/>
              </a:rPr>
              <a:t> condition:</a:t>
            </a:r>
          </a:p>
          <a:p>
            <a:pPr lvl="1">
              <a:buSzPct val="100000"/>
              <a:buFont typeface="+mj-lt"/>
              <a:buAutoNum type="arabicPeriod"/>
            </a:pPr>
            <a:r>
              <a:rPr lang="en-US" dirty="0">
                <a:latin typeface="Courier New" panose="02070309020205020404" pitchFamily="49" charset="0"/>
                <a:cs typeface="Courier New" panose="02070309020205020404" pitchFamily="49" charset="0"/>
                <a:sym typeface="Consolas"/>
              </a:rPr>
              <a:t>    # code</a:t>
            </a:r>
          </a:p>
          <a:p>
            <a:pPr lvl="1">
              <a:buSzPct val="100000"/>
              <a:buFont typeface="+mj-lt"/>
              <a:buAutoNum type="arabicPeriod"/>
            </a:pPr>
            <a:r>
              <a:rPr lang="en-US" dirty="0">
                <a:latin typeface="Courier New" panose="02070309020205020404" pitchFamily="49" charset="0"/>
                <a:cs typeface="Courier New" panose="02070309020205020404" pitchFamily="49" charset="0"/>
                <a:sym typeface="Consolas"/>
              </a:rPr>
              <a:t>else condition:</a:t>
            </a:r>
          </a:p>
          <a:p>
            <a:pPr lvl="1">
              <a:buSzPct val="100000"/>
              <a:buFont typeface="+mj-lt"/>
              <a:buAutoNum type="arabicPeriod"/>
            </a:pPr>
            <a:r>
              <a:rPr lang="en-US" dirty="0">
                <a:latin typeface="Courier New" panose="02070309020205020404" pitchFamily="49" charset="0"/>
                <a:cs typeface="Courier New" panose="02070309020205020404" pitchFamily="49" charset="0"/>
                <a:sym typeface="Consolas"/>
              </a:rPr>
              <a:t>    # code</a:t>
            </a:r>
          </a:p>
          <a:p>
            <a:pPr lvl="1"/>
            <a:endParaRPr lang="en-US" dirty="0">
              <a:sym typeface="Consola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04">
          <a:extLst>
            <a:ext uri="{FF2B5EF4-FFF2-40B4-BE49-F238E27FC236}">
              <a16:creationId xmlns:a16="http://schemas.microsoft.com/office/drawing/2014/main" id="{95485907-6110-0750-D030-B158D4C703F8}"/>
            </a:ext>
          </a:extLst>
        </p:cNvPr>
        <p:cNvGrpSpPr/>
        <p:nvPr/>
      </p:nvGrpSpPr>
      <p:grpSpPr>
        <a:xfrm>
          <a:off x="0" y="0"/>
          <a:ext cx="0" cy="0"/>
          <a:chOff x="0" y="0"/>
          <a:chExt cx="0" cy="0"/>
        </a:xfrm>
      </p:grpSpPr>
      <p:sp>
        <p:nvSpPr>
          <p:cNvPr id="405" name="Google Shape;405;p44">
            <a:extLst>
              <a:ext uri="{FF2B5EF4-FFF2-40B4-BE49-F238E27FC236}">
                <a16:creationId xmlns:a16="http://schemas.microsoft.com/office/drawing/2014/main" id="{A19338BF-074C-AE55-FBFB-322320BB025F}"/>
              </a:ext>
            </a:extLst>
          </p:cNvPr>
          <p:cNvSpPr txBox="1">
            <a:spLocks noGrp="1"/>
          </p:cNvSpPr>
          <p:nvPr>
            <p:ph type="title"/>
          </p:nvPr>
        </p:nvSpPr>
        <p:spPr>
          <a:noFill/>
          <a:ln>
            <a:noFill/>
          </a:ln>
        </p:spPr>
        <p:txBody>
          <a:bodyPr spcFirstLastPara="1" wrap="square" lIns="91425" tIns="91425" rIns="91425" bIns="91425" anchor="t" anchorCtr="0">
            <a:normAutofit/>
          </a:bodyPr>
          <a:lstStyle/>
          <a:p>
            <a:pPr lvl="0"/>
            <a:r>
              <a:rPr lang="en-US"/>
              <a:t>THE “ELIF” STATEMENT</a:t>
            </a:r>
          </a:p>
        </p:txBody>
      </p:sp>
      <p:sp>
        <p:nvSpPr>
          <p:cNvPr id="5" name="TextBox 4">
            <a:extLst>
              <a:ext uri="{FF2B5EF4-FFF2-40B4-BE49-F238E27FC236}">
                <a16:creationId xmlns:a16="http://schemas.microsoft.com/office/drawing/2014/main" id="{A5FD8DCC-6447-2B60-A662-7983E600FC63}"/>
              </a:ext>
            </a:extLst>
          </p:cNvPr>
          <p:cNvSpPr txBox="1"/>
          <p:nvPr/>
        </p:nvSpPr>
        <p:spPr>
          <a:xfrm>
            <a:off x="724830" y="1231776"/>
            <a:ext cx="4572000" cy="2893100"/>
          </a:xfrm>
          <a:prstGeom prst="rect">
            <a:avLst/>
          </a:prstGeom>
          <a:noFill/>
        </p:spPr>
        <p:txBody>
          <a:bodyPr wrap="square">
            <a:spAutoFit/>
          </a:bodyPr>
          <a:lstStyle/>
          <a:p>
            <a:pPr lvl="0"/>
            <a:r>
              <a:rPr lang="en-US" dirty="0"/>
              <a:t>Example 1:</a:t>
            </a:r>
          </a:p>
          <a:p>
            <a:pPr lvl="1">
              <a:buSzPct val="100000"/>
            </a:pPr>
            <a:r>
              <a:rPr lang="en-US" dirty="0">
                <a:latin typeface="Courier New" panose="02070309020205020404" pitchFamily="49" charset="0"/>
                <a:cs typeface="Courier New" panose="02070309020205020404" pitchFamily="49" charset="0"/>
                <a:sym typeface="Consolas"/>
              </a:rPr>
              <a:t>score = 89</a:t>
            </a:r>
          </a:p>
          <a:p>
            <a:pPr lvl="1">
              <a:buSzPct val="100000"/>
            </a:pPr>
            <a:r>
              <a:rPr lang="en-US" dirty="0">
                <a:latin typeface="Courier New" panose="02070309020205020404" pitchFamily="49" charset="0"/>
                <a:cs typeface="Courier New" panose="02070309020205020404" pitchFamily="49" charset="0"/>
                <a:sym typeface="Consolas"/>
              </a:rPr>
              <a:t>if score &gt;= 90:</a:t>
            </a:r>
          </a:p>
          <a:p>
            <a:pPr lvl="1">
              <a:buSzPct val="100000"/>
            </a:pPr>
            <a:r>
              <a:rPr lang="en-US" dirty="0">
                <a:latin typeface="Courier New" panose="02070309020205020404" pitchFamily="49" charset="0"/>
                <a:cs typeface="Courier New" panose="02070309020205020404" pitchFamily="49" charset="0"/>
                <a:sym typeface="Consolas"/>
              </a:rPr>
              <a:t>    print(“Grade: A”)</a:t>
            </a:r>
          </a:p>
          <a:p>
            <a:pPr lvl="1">
              <a:buSzPct val="100000"/>
            </a:pPr>
            <a:r>
              <a:rPr lang="en-US" dirty="0" err="1">
                <a:latin typeface="Courier New" panose="02070309020205020404" pitchFamily="49" charset="0"/>
                <a:cs typeface="Courier New" panose="02070309020205020404" pitchFamily="49" charset="0"/>
                <a:sym typeface="Consolas"/>
              </a:rPr>
              <a:t>elif</a:t>
            </a:r>
            <a:r>
              <a:rPr lang="en-US" dirty="0">
                <a:latin typeface="Courier New" panose="02070309020205020404" pitchFamily="49" charset="0"/>
                <a:cs typeface="Courier New" panose="02070309020205020404" pitchFamily="49" charset="0"/>
                <a:sym typeface="Consolas"/>
              </a:rPr>
              <a:t> score &gt;= 80:</a:t>
            </a:r>
          </a:p>
          <a:p>
            <a:pPr lvl="1">
              <a:buSzPct val="100000"/>
            </a:pPr>
            <a:r>
              <a:rPr lang="en-US" dirty="0">
                <a:latin typeface="Courier New" panose="02070309020205020404" pitchFamily="49" charset="0"/>
                <a:cs typeface="Courier New" panose="02070309020205020404" pitchFamily="49" charset="0"/>
                <a:sym typeface="Consolas"/>
              </a:rPr>
              <a:t>    print(“Grade: B”)</a:t>
            </a:r>
          </a:p>
          <a:p>
            <a:pPr lvl="1">
              <a:buSzPct val="100000"/>
            </a:pPr>
            <a:r>
              <a:rPr lang="en-US" dirty="0" err="1">
                <a:latin typeface="Courier New" panose="02070309020205020404" pitchFamily="49" charset="0"/>
                <a:cs typeface="Courier New" panose="02070309020205020404" pitchFamily="49" charset="0"/>
                <a:sym typeface="Consolas"/>
              </a:rPr>
              <a:t>elif</a:t>
            </a:r>
            <a:r>
              <a:rPr lang="en-US" dirty="0">
                <a:latin typeface="Courier New" panose="02070309020205020404" pitchFamily="49" charset="0"/>
                <a:cs typeface="Courier New" panose="02070309020205020404" pitchFamily="49" charset="0"/>
                <a:sym typeface="Consolas"/>
              </a:rPr>
              <a:t> score &gt;= 70:</a:t>
            </a:r>
          </a:p>
          <a:p>
            <a:pPr lvl="1">
              <a:buSzPct val="100000"/>
            </a:pPr>
            <a:r>
              <a:rPr lang="en-US" dirty="0">
                <a:latin typeface="Courier New" panose="02070309020205020404" pitchFamily="49" charset="0"/>
                <a:cs typeface="Courier New" panose="02070309020205020404" pitchFamily="49" charset="0"/>
                <a:sym typeface="Consolas"/>
              </a:rPr>
              <a:t>    print(“Grade: C”)</a:t>
            </a:r>
          </a:p>
          <a:p>
            <a:pPr lvl="1">
              <a:buSzPct val="100000"/>
            </a:pPr>
            <a:r>
              <a:rPr lang="en-US" dirty="0" err="1">
                <a:latin typeface="Courier New" panose="02070309020205020404" pitchFamily="49" charset="0"/>
                <a:cs typeface="Courier New" panose="02070309020205020404" pitchFamily="49" charset="0"/>
                <a:sym typeface="Consolas"/>
              </a:rPr>
              <a:t>elif</a:t>
            </a:r>
            <a:r>
              <a:rPr lang="en-US" dirty="0">
                <a:latin typeface="Courier New" panose="02070309020205020404" pitchFamily="49" charset="0"/>
                <a:cs typeface="Courier New" panose="02070309020205020404" pitchFamily="49" charset="0"/>
                <a:sym typeface="Consolas"/>
              </a:rPr>
              <a:t> score &gt;= 60:</a:t>
            </a:r>
          </a:p>
          <a:p>
            <a:pPr lvl="1">
              <a:buSzPct val="100000"/>
            </a:pPr>
            <a:r>
              <a:rPr lang="en-US" dirty="0">
                <a:latin typeface="Courier New" panose="02070309020205020404" pitchFamily="49" charset="0"/>
                <a:cs typeface="Courier New" panose="02070309020205020404" pitchFamily="49" charset="0"/>
                <a:sym typeface="Consolas"/>
              </a:rPr>
              <a:t>    print(“Grade: D”)</a:t>
            </a:r>
          </a:p>
          <a:p>
            <a:pPr lvl="1">
              <a:buSzPct val="100000"/>
            </a:pPr>
            <a:r>
              <a:rPr lang="en-US" dirty="0">
                <a:latin typeface="Courier New" panose="02070309020205020404" pitchFamily="49" charset="0"/>
                <a:cs typeface="Courier New" panose="02070309020205020404" pitchFamily="49" charset="0"/>
                <a:sym typeface="Consolas"/>
              </a:rPr>
              <a:t>else:</a:t>
            </a:r>
          </a:p>
          <a:p>
            <a:pPr lvl="1">
              <a:buSzPct val="100000"/>
            </a:pPr>
            <a:r>
              <a:rPr lang="en-US" dirty="0">
                <a:latin typeface="Courier New" panose="02070309020205020404" pitchFamily="49" charset="0"/>
                <a:cs typeface="Courier New" panose="02070309020205020404" pitchFamily="49" charset="0"/>
                <a:sym typeface="Consolas"/>
              </a:rPr>
              <a:t>    print(“Grade: F”)</a:t>
            </a:r>
          </a:p>
          <a:p>
            <a:pPr lvl="1">
              <a:buSzPct val="100000"/>
              <a:buFont typeface="+mj-lt"/>
              <a:buAutoNum type="arabicPeriod"/>
            </a:pPr>
            <a:endParaRPr lang="en-US" dirty="0">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211A2E5D-8F12-A9C6-0DA5-17AF408863D1}"/>
              </a:ext>
            </a:extLst>
          </p:cNvPr>
          <p:cNvSpPr txBox="1"/>
          <p:nvPr/>
        </p:nvSpPr>
        <p:spPr>
          <a:xfrm>
            <a:off x="5058936" y="1231776"/>
            <a:ext cx="4572000" cy="2677656"/>
          </a:xfrm>
          <a:prstGeom prst="rect">
            <a:avLst/>
          </a:prstGeom>
          <a:noFill/>
        </p:spPr>
        <p:txBody>
          <a:bodyPr wrap="square">
            <a:spAutoFit/>
          </a:bodyPr>
          <a:lstStyle/>
          <a:p>
            <a:pPr lvl="0"/>
            <a:r>
              <a:rPr lang="en-US" dirty="0"/>
              <a:t>Example 2:</a:t>
            </a:r>
          </a:p>
          <a:p>
            <a:pPr lvl="1">
              <a:buSzPct val="100000"/>
            </a:pPr>
            <a:r>
              <a:rPr lang="en-US" dirty="0">
                <a:latin typeface="Courier New" panose="02070309020205020404" pitchFamily="49" charset="0"/>
                <a:cs typeface="Courier New" panose="02070309020205020404" pitchFamily="49" charset="0"/>
                <a:sym typeface="Consolas"/>
              </a:rPr>
              <a:t>score = 89</a:t>
            </a:r>
          </a:p>
          <a:p>
            <a:pPr lvl="1">
              <a:buSzPct val="100000"/>
            </a:pPr>
            <a:r>
              <a:rPr lang="en-US" dirty="0">
                <a:latin typeface="Courier New" panose="02070309020205020404" pitchFamily="49" charset="0"/>
                <a:cs typeface="Courier New" panose="02070309020205020404" pitchFamily="49" charset="0"/>
                <a:sym typeface="Consolas"/>
              </a:rPr>
              <a:t>if score &gt;= 90:</a:t>
            </a:r>
          </a:p>
          <a:p>
            <a:pPr lvl="1">
              <a:buSzPct val="100000"/>
            </a:pPr>
            <a:r>
              <a:rPr lang="en-US" dirty="0">
                <a:latin typeface="Courier New" panose="02070309020205020404" pitchFamily="49" charset="0"/>
                <a:cs typeface="Courier New" panose="02070309020205020404" pitchFamily="49" charset="0"/>
                <a:sym typeface="Consolas"/>
              </a:rPr>
              <a:t>    print(“Grade: A”)</a:t>
            </a:r>
          </a:p>
          <a:p>
            <a:pPr lvl="1">
              <a:buSzPct val="100000"/>
            </a:pPr>
            <a:r>
              <a:rPr lang="en-US" dirty="0">
                <a:latin typeface="Courier New" panose="02070309020205020404" pitchFamily="49" charset="0"/>
                <a:cs typeface="Courier New" panose="02070309020205020404" pitchFamily="49" charset="0"/>
                <a:sym typeface="Consolas"/>
              </a:rPr>
              <a:t>if score &gt;= 80:</a:t>
            </a:r>
          </a:p>
          <a:p>
            <a:pPr lvl="1">
              <a:buSzPct val="100000"/>
            </a:pPr>
            <a:r>
              <a:rPr lang="en-US" dirty="0">
                <a:latin typeface="Courier New" panose="02070309020205020404" pitchFamily="49" charset="0"/>
                <a:cs typeface="Courier New" panose="02070309020205020404" pitchFamily="49" charset="0"/>
                <a:sym typeface="Consolas"/>
              </a:rPr>
              <a:t>    print(“Grade: B”)</a:t>
            </a:r>
          </a:p>
          <a:p>
            <a:pPr lvl="1">
              <a:buSzPct val="100000"/>
            </a:pPr>
            <a:r>
              <a:rPr lang="en-US" dirty="0">
                <a:latin typeface="Courier New" panose="02070309020205020404" pitchFamily="49" charset="0"/>
                <a:cs typeface="Courier New" panose="02070309020205020404" pitchFamily="49" charset="0"/>
                <a:sym typeface="Consolas"/>
              </a:rPr>
              <a:t>if score &gt;= 70:</a:t>
            </a:r>
          </a:p>
          <a:p>
            <a:pPr lvl="1">
              <a:buSzPct val="100000"/>
            </a:pPr>
            <a:r>
              <a:rPr lang="en-US" dirty="0">
                <a:latin typeface="Courier New" panose="02070309020205020404" pitchFamily="49" charset="0"/>
                <a:cs typeface="Courier New" panose="02070309020205020404" pitchFamily="49" charset="0"/>
                <a:sym typeface="Consolas"/>
              </a:rPr>
              <a:t>    print(“Grade: C”)</a:t>
            </a:r>
          </a:p>
          <a:p>
            <a:pPr lvl="1">
              <a:buSzPct val="100000"/>
            </a:pPr>
            <a:r>
              <a:rPr lang="en-US" dirty="0">
                <a:latin typeface="Courier New" panose="02070309020205020404" pitchFamily="49" charset="0"/>
                <a:cs typeface="Courier New" panose="02070309020205020404" pitchFamily="49" charset="0"/>
                <a:sym typeface="Consolas"/>
              </a:rPr>
              <a:t>if score &gt;= 60:</a:t>
            </a:r>
          </a:p>
          <a:p>
            <a:pPr lvl="1">
              <a:buSzPct val="100000"/>
            </a:pPr>
            <a:r>
              <a:rPr lang="en-US" dirty="0">
                <a:latin typeface="Courier New" panose="02070309020205020404" pitchFamily="49" charset="0"/>
                <a:cs typeface="Courier New" panose="02070309020205020404" pitchFamily="49" charset="0"/>
                <a:sym typeface="Consolas"/>
              </a:rPr>
              <a:t>    print(“Grade: D”)</a:t>
            </a:r>
          </a:p>
          <a:p>
            <a:pPr lvl="1">
              <a:buSzPct val="100000"/>
            </a:pPr>
            <a:r>
              <a:rPr lang="en-US" dirty="0">
                <a:latin typeface="Courier New" panose="02070309020205020404" pitchFamily="49" charset="0"/>
                <a:cs typeface="Courier New" panose="02070309020205020404" pitchFamily="49" charset="0"/>
                <a:sym typeface="Consolas"/>
              </a:rPr>
              <a:t>else:</a:t>
            </a:r>
          </a:p>
          <a:p>
            <a:pPr lvl="1">
              <a:buSzPct val="100000"/>
            </a:pPr>
            <a:r>
              <a:rPr lang="en-US" dirty="0">
                <a:latin typeface="Courier New" panose="02070309020205020404" pitchFamily="49" charset="0"/>
                <a:cs typeface="Courier New" panose="02070309020205020404" pitchFamily="49" charset="0"/>
                <a:sym typeface="Consolas"/>
              </a:rPr>
              <a:t>    print(“Grade: F”)</a:t>
            </a: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140048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0" end="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
                                            <p:txEl>
                                              <p:pRg st="2" end="2"/>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
                                            <p:txEl>
                                              <p:pRg st="3" end="3"/>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
                                            <p:txEl>
                                              <p:pRg st="4" end="4"/>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
                                            <p:txEl>
                                              <p:pRg st="5" end="5"/>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
                                            <p:txEl>
                                              <p:pRg st="6" end="6"/>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
                                            <p:txEl>
                                              <p:pRg st="7" end="7"/>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6">
                                            <p:txEl>
                                              <p:pRg st="8" end="8"/>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
                                            <p:txEl>
                                              <p:pRg st="9" end="9"/>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6">
                                            <p:txEl>
                                              <p:pRg st="10" end="10"/>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86">
          <a:extLst>
            <a:ext uri="{FF2B5EF4-FFF2-40B4-BE49-F238E27FC236}">
              <a16:creationId xmlns:a16="http://schemas.microsoft.com/office/drawing/2014/main" id="{D8D2A161-A6BF-830D-71A2-B05A26FF04A8}"/>
            </a:ext>
          </a:extLst>
        </p:cNvPr>
        <p:cNvGrpSpPr/>
        <p:nvPr/>
      </p:nvGrpSpPr>
      <p:grpSpPr>
        <a:xfrm>
          <a:off x="0" y="0"/>
          <a:ext cx="0" cy="0"/>
          <a:chOff x="0" y="0"/>
          <a:chExt cx="0" cy="0"/>
        </a:xfrm>
      </p:grpSpPr>
      <p:sp>
        <p:nvSpPr>
          <p:cNvPr id="387" name="Google Shape;387;p41">
            <a:extLst>
              <a:ext uri="{FF2B5EF4-FFF2-40B4-BE49-F238E27FC236}">
                <a16:creationId xmlns:a16="http://schemas.microsoft.com/office/drawing/2014/main" id="{7A636E1A-8CD3-EA81-C50A-7EEA2FC3B7E9}"/>
              </a:ext>
            </a:extLst>
          </p:cNvPr>
          <p:cNvSpPr txBox="1">
            <a:spLocks noGrp="1"/>
          </p:cNvSpPr>
          <p:nvPr>
            <p:ph type="title"/>
          </p:nvPr>
        </p:nvSpPr>
        <p:spPr>
          <a:noFill/>
          <a:ln>
            <a:noFill/>
          </a:ln>
        </p:spPr>
        <p:txBody>
          <a:bodyPr spcFirstLastPara="1" wrap="square" lIns="91425" tIns="91425" rIns="91425" bIns="91425" anchor="t" anchorCtr="0">
            <a:normAutofit/>
          </a:bodyPr>
          <a:lstStyle/>
          <a:p>
            <a:pPr lvl="0"/>
            <a:r>
              <a:rPr lang="en-US" dirty="0"/>
              <a:t>CONDITIONAL STATEMENTS (CONT.)</a:t>
            </a:r>
          </a:p>
        </p:txBody>
      </p:sp>
      <p:sp>
        <p:nvSpPr>
          <p:cNvPr id="4" name="Text Placeholder 3">
            <a:extLst>
              <a:ext uri="{FF2B5EF4-FFF2-40B4-BE49-F238E27FC236}">
                <a16:creationId xmlns:a16="http://schemas.microsoft.com/office/drawing/2014/main" id="{65470882-9747-1D8B-DCF4-FE40743C6167}"/>
              </a:ext>
            </a:extLst>
          </p:cNvPr>
          <p:cNvSpPr>
            <a:spLocks noGrp="1"/>
          </p:cNvSpPr>
          <p:nvPr>
            <p:ph type="body" idx="1"/>
          </p:nvPr>
        </p:nvSpPr>
        <p:spPr>
          <a:xfrm>
            <a:off x="411480" y="1200149"/>
            <a:ext cx="7394374" cy="3429000"/>
          </a:xfrm>
        </p:spPr>
        <p:txBody>
          <a:bodyPr/>
          <a:lstStyle/>
          <a:p>
            <a:r>
              <a:rPr lang="en-US" dirty="0"/>
              <a:t>Conditional statements are expressions that evaluate to a Boolean value</a:t>
            </a:r>
          </a:p>
          <a:p>
            <a:endParaRPr lang="en-US" dirty="0"/>
          </a:p>
          <a:p>
            <a:r>
              <a:rPr lang="en-US" dirty="0"/>
              <a:t>They involve comparison operators (&lt;, &gt;, ==, !=, &lt;=, &gt;=) and logical operators (and, or, not)</a:t>
            </a:r>
          </a:p>
          <a:p>
            <a:endParaRPr lang="en-US" dirty="0"/>
          </a:p>
          <a:p>
            <a:r>
              <a:rPr lang="en-US" dirty="0"/>
              <a:t>Python relies on indentation (whitespace at the beginning of a line) to define code blocks</a:t>
            </a:r>
          </a:p>
          <a:p>
            <a:endParaRPr lang="en-US" dirty="0"/>
          </a:p>
          <a:p>
            <a:r>
              <a:rPr lang="en-US" dirty="0"/>
              <a:t>Incorrect indentation will lead to errors.</a:t>
            </a:r>
          </a:p>
          <a:p>
            <a:endParaRPr lang="en-US" dirty="0"/>
          </a:p>
          <a:p>
            <a:r>
              <a:rPr lang="en-US" dirty="0"/>
              <a:t>You can create Nested Conditional Statements to control the flow of code</a:t>
            </a:r>
          </a:p>
          <a:p>
            <a:endParaRPr lang="en-US" dirty="0"/>
          </a:p>
        </p:txBody>
      </p:sp>
    </p:spTree>
    <p:extLst>
      <p:ext uri="{BB962C8B-B14F-4D97-AF65-F5344CB8AC3E}">
        <p14:creationId xmlns:p14="http://schemas.microsoft.com/office/powerpoint/2010/main" val="31119647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45"/>
          <p:cNvSpPr txBox="1">
            <a:spLocks noGrp="1"/>
          </p:cNvSpPr>
          <p:nvPr>
            <p:ph type="title"/>
          </p:nvPr>
        </p:nvSpPr>
        <p:spPr>
          <a:noFill/>
          <a:ln>
            <a:noFill/>
          </a:ln>
        </p:spPr>
        <p:txBody>
          <a:bodyPr spcFirstLastPara="1" wrap="square" lIns="91425" tIns="91425" rIns="91425" bIns="91425" anchor="t" anchorCtr="0">
            <a:normAutofit fontScale="90000"/>
          </a:bodyPr>
          <a:lstStyle/>
          <a:p>
            <a:pPr lvl="0"/>
            <a:r>
              <a:rPr lang="en-US"/>
              <a:t>NESTED CONDITIONAL STATEMENTS	</a:t>
            </a:r>
          </a:p>
        </p:txBody>
      </p:sp>
      <p:sp>
        <p:nvSpPr>
          <p:cNvPr id="412" name="Google Shape;412;p45"/>
          <p:cNvSpPr txBox="1">
            <a:spLocks noGrp="1"/>
          </p:cNvSpPr>
          <p:nvPr>
            <p:ph type="body" idx="1"/>
          </p:nvPr>
        </p:nvSpPr>
        <p:spPr>
          <a:xfrm>
            <a:off x="411479" y="1200149"/>
            <a:ext cx="7248699" cy="3675266"/>
          </a:xfrm>
          <a:noFill/>
          <a:ln>
            <a:noFill/>
          </a:ln>
        </p:spPr>
        <p:txBody>
          <a:bodyPr spcFirstLastPara="1" wrap="square" lIns="91425" tIns="91425" rIns="91425" bIns="91425" anchor="t" anchorCtr="0">
            <a:normAutofit lnSpcReduction="10000"/>
          </a:bodyPr>
          <a:lstStyle/>
          <a:p>
            <a:pPr lvl="0"/>
            <a:r>
              <a:rPr lang="en-US" dirty="0"/>
              <a:t>You can place “if” or “if...else” statements inside other “if” or “else” blocks to create more complex decision structures.</a:t>
            </a:r>
          </a:p>
          <a:p>
            <a:pPr lvl="1"/>
            <a:endParaRPr lang="en-US" dirty="0">
              <a:sym typeface="Consolas"/>
            </a:endParaRPr>
          </a:p>
          <a:p>
            <a:pPr lvl="0"/>
            <a:r>
              <a:rPr lang="en-US" dirty="0"/>
              <a:t>Example:</a:t>
            </a:r>
          </a:p>
          <a:p>
            <a:pPr lvl="0"/>
            <a:endParaRPr lang="en-US" dirty="0">
              <a:sym typeface="Consolas"/>
            </a:endParaRP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weather = "rainy“</a:t>
            </a:r>
            <a:endParaRPr lang="en-US" sz="1100" dirty="0">
              <a:latin typeface="Courier New" panose="02070309020205020404" pitchFamily="49" charset="0"/>
              <a:cs typeface="Courier New" panose="02070309020205020404" pitchFamily="49" charset="0"/>
            </a:endParaRP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temperature = 45</a:t>
            </a:r>
            <a:endParaRPr lang="en-US" sz="1100" dirty="0">
              <a:latin typeface="Courier New" panose="02070309020205020404" pitchFamily="49" charset="0"/>
              <a:cs typeface="Courier New" panose="02070309020205020404" pitchFamily="49" charset="0"/>
            </a:endParaRPr>
          </a:p>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if weather == "rainy":</a:t>
            </a: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   if temperature &lt; 50:</a:t>
            </a: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      print("It's cold and rainy. Wear a jacket and bring an umbrella.")</a:t>
            </a: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   else:</a:t>
            </a:r>
            <a:endParaRPr lang="en-US" sz="1100" dirty="0">
              <a:latin typeface="Courier New" panose="02070309020205020404" pitchFamily="49" charset="0"/>
              <a:cs typeface="Courier New" panose="02070309020205020404" pitchFamily="49" charset="0"/>
            </a:endParaRP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      print("It's rainy but warm. Just bring an umbrella.")</a:t>
            </a:r>
          </a:p>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else:</a:t>
            </a:r>
            <a:endParaRPr lang="en-US" sz="1100" dirty="0">
              <a:latin typeface="Courier New" panose="02070309020205020404" pitchFamily="49" charset="0"/>
              <a:cs typeface="Courier New" panose="02070309020205020404" pitchFamily="49" charset="0"/>
            </a:endParaRP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   print("No rain today. Enjoy the weather!")</a:t>
            </a:r>
          </a:p>
          <a:p>
            <a:pPr lvl="0"/>
            <a:endParaRPr lang="en-US" dirty="0">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2">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12">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12">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12">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12">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12">
                                            <p:txEl>
                                              <p:pRg st="11" end="1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2">
                                            <p:txEl>
                                              <p:pRg st="13" end="1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12">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47"/>
          <p:cNvSpPr txBox="1">
            <a:spLocks noGrp="1"/>
          </p:cNvSpPr>
          <p:nvPr>
            <p:ph type="title"/>
          </p:nvPr>
        </p:nvSpPr>
        <p:spPr>
          <a:noFill/>
          <a:ln>
            <a:noFill/>
          </a:ln>
        </p:spPr>
        <p:txBody>
          <a:bodyPr spcFirstLastPara="1" wrap="square" lIns="91425" tIns="91425" rIns="91425" bIns="91425" anchor="t" anchorCtr="0">
            <a:normAutofit fontScale="90000"/>
          </a:bodyPr>
          <a:lstStyle/>
          <a:p>
            <a:pPr lvl="0"/>
            <a:r>
              <a:rPr lang="en-US"/>
              <a:t>EXERCISE - CONDITIONAL STATEMENTS</a:t>
            </a:r>
          </a:p>
        </p:txBody>
      </p:sp>
      <p:sp>
        <p:nvSpPr>
          <p:cNvPr id="424" name="Google Shape;424;p47"/>
          <p:cNvSpPr txBox="1">
            <a:spLocks noGrp="1"/>
          </p:cNvSpPr>
          <p:nvPr>
            <p:ph type="body" idx="1"/>
          </p:nvPr>
        </p:nvSpPr>
        <p:spPr>
          <a:xfrm>
            <a:off x="411479" y="1200149"/>
            <a:ext cx="6338725" cy="3429000"/>
          </a:xfrm>
          <a:noFill/>
          <a:ln>
            <a:noFill/>
          </a:ln>
        </p:spPr>
        <p:txBody>
          <a:bodyPr spcFirstLastPara="1" wrap="square" lIns="91425" tIns="91425" rIns="91425" bIns="91425" anchor="t" anchorCtr="0">
            <a:normAutofit/>
          </a:bodyPr>
          <a:lstStyle/>
          <a:p>
            <a:pPr lvl="0"/>
            <a:r>
              <a:rPr lang="en-US" dirty="0"/>
              <a:t>5 minutes</a:t>
            </a:r>
          </a:p>
          <a:p>
            <a:pPr lvl="0"/>
            <a:endParaRPr lang="en-US" dirty="0"/>
          </a:p>
          <a:p>
            <a:pPr lvl="0"/>
            <a:r>
              <a:rPr lang="en-US" dirty="0"/>
              <a:t>Write a script that asks a user for a number.  The script then checks the number and prints “positive,” “zero,” or “negative”</a:t>
            </a:r>
          </a:p>
          <a:p>
            <a:pPr lvl="0"/>
            <a:endParaRPr lang="en-US" dirty="0"/>
          </a:p>
          <a:p>
            <a:pPr lvl="0"/>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FE11D-DB1D-30FC-45A7-682F3F1599B6}"/>
              </a:ext>
            </a:extLst>
          </p:cNvPr>
          <p:cNvSpPr>
            <a:spLocks noGrp="1"/>
          </p:cNvSpPr>
          <p:nvPr>
            <p:ph type="title"/>
          </p:nvPr>
        </p:nvSpPr>
        <p:spPr/>
        <p:txBody>
          <a:bodyPr/>
          <a:lstStyle/>
          <a:p>
            <a:r>
              <a:rPr lang="en-US" dirty="0"/>
              <a:t>Hands-On #1</a:t>
            </a:r>
          </a:p>
        </p:txBody>
      </p:sp>
      <p:sp>
        <p:nvSpPr>
          <p:cNvPr id="3" name="Text Placeholder 2">
            <a:extLst>
              <a:ext uri="{FF2B5EF4-FFF2-40B4-BE49-F238E27FC236}">
                <a16:creationId xmlns:a16="http://schemas.microsoft.com/office/drawing/2014/main" id="{98D4B51C-BE99-A72D-2F4F-B1C88170B065}"/>
              </a:ext>
            </a:extLst>
          </p:cNvPr>
          <p:cNvSpPr>
            <a:spLocks noGrp="1"/>
          </p:cNvSpPr>
          <p:nvPr>
            <p:ph type="body" idx="1"/>
          </p:nvPr>
        </p:nvSpPr>
        <p:spPr/>
        <p:txBody>
          <a:bodyPr/>
          <a:lstStyle/>
          <a:p>
            <a:r>
              <a:rPr lang="en-US" dirty="0"/>
              <a:t>Take 30 minutes to work through Hands-On #1</a:t>
            </a:r>
          </a:p>
        </p:txBody>
      </p:sp>
    </p:spTree>
    <p:extLst>
      <p:ext uri="{BB962C8B-B14F-4D97-AF65-F5344CB8AC3E}">
        <p14:creationId xmlns:p14="http://schemas.microsoft.com/office/powerpoint/2010/main" val="39214720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22">
          <a:extLst>
            <a:ext uri="{FF2B5EF4-FFF2-40B4-BE49-F238E27FC236}">
              <a16:creationId xmlns:a16="http://schemas.microsoft.com/office/drawing/2014/main" id="{27686264-9F0F-C53B-35D0-337A26761C77}"/>
            </a:ext>
          </a:extLst>
        </p:cNvPr>
        <p:cNvGrpSpPr/>
        <p:nvPr/>
      </p:nvGrpSpPr>
      <p:grpSpPr>
        <a:xfrm>
          <a:off x="0" y="0"/>
          <a:ext cx="0" cy="0"/>
          <a:chOff x="0" y="0"/>
          <a:chExt cx="0" cy="0"/>
        </a:xfrm>
      </p:grpSpPr>
      <p:sp>
        <p:nvSpPr>
          <p:cNvPr id="423" name="Google Shape;423;p47">
            <a:extLst>
              <a:ext uri="{FF2B5EF4-FFF2-40B4-BE49-F238E27FC236}">
                <a16:creationId xmlns:a16="http://schemas.microsoft.com/office/drawing/2014/main" id="{62AE9FF2-B4A7-E576-6F31-AA2C75EBB183}"/>
              </a:ext>
            </a:extLst>
          </p:cNvPr>
          <p:cNvSpPr txBox="1">
            <a:spLocks noGrp="1"/>
          </p:cNvSpPr>
          <p:nvPr>
            <p:ph type="title"/>
          </p:nvPr>
        </p:nvSpPr>
        <p:spPr>
          <a:xfrm>
            <a:off x="2671461" y="2293528"/>
            <a:ext cx="6173470" cy="685800"/>
          </a:xfrm>
          <a:noFill/>
          <a:ln>
            <a:noFill/>
          </a:ln>
        </p:spPr>
        <p:txBody>
          <a:bodyPr spcFirstLastPara="1" wrap="square" lIns="91425" tIns="91425" rIns="91425" bIns="91425" anchor="t" anchorCtr="0">
            <a:normAutofit/>
          </a:bodyPr>
          <a:lstStyle/>
          <a:p>
            <a:pPr lvl="0"/>
            <a:r>
              <a:rPr lang="en-US" dirty="0"/>
              <a:t>Take a 5 minute break</a:t>
            </a:r>
          </a:p>
        </p:txBody>
      </p:sp>
      <p:sp>
        <p:nvSpPr>
          <p:cNvPr id="424" name="Google Shape;424;p47">
            <a:extLst>
              <a:ext uri="{FF2B5EF4-FFF2-40B4-BE49-F238E27FC236}">
                <a16:creationId xmlns:a16="http://schemas.microsoft.com/office/drawing/2014/main" id="{B3759608-47D9-7357-83B3-580B310BA918}"/>
              </a:ext>
            </a:extLst>
          </p:cNvPr>
          <p:cNvSpPr txBox="1">
            <a:spLocks noGrp="1"/>
          </p:cNvSpPr>
          <p:nvPr>
            <p:ph type="body" idx="1"/>
          </p:nvPr>
        </p:nvSpPr>
        <p:spPr>
          <a:xfrm>
            <a:off x="411479" y="1200149"/>
            <a:ext cx="6338725" cy="3429000"/>
          </a:xfrm>
          <a:noFill/>
          <a:ln>
            <a:noFill/>
          </a:ln>
        </p:spPr>
        <p:txBody>
          <a:bodyPr spcFirstLastPara="1" wrap="square" lIns="91425" tIns="91425" rIns="91425" bIns="91425" anchor="t" anchorCtr="0">
            <a:normAutofit/>
          </a:bodyPr>
          <a:lstStyle/>
          <a:p>
            <a:pPr lvl="0"/>
            <a:endParaRPr lang="en-US" dirty="0"/>
          </a:p>
          <a:p>
            <a:pPr lvl="0"/>
            <a:endParaRPr lang="en-US" dirty="0"/>
          </a:p>
        </p:txBody>
      </p:sp>
    </p:spTree>
    <p:extLst>
      <p:ext uri="{BB962C8B-B14F-4D97-AF65-F5344CB8AC3E}">
        <p14:creationId xmlns:p14="http://schemas.microsoft.com/office/powerpoint/2010/main" val="1674376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2B517-BAE6-0520-187A-58FB7CE5E4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1B0779-45B1-6615-2A89-4BD9ABFE7B98}"/>
              </a:ext>
            </a:extLst>
          </p:cNvPr>
          <p:cNvSpPr>
            <a:spLocks noGrp="1"/>
          </p:cNvSpPr>
          <p:nvPr>
            <p:ph type="title"/>
          </p:nvPr>
        </p:nvSpPr>
        <p:spPr/>
        <p:txBody>
          <a:bodyPr/>
          <a:lstStyle/>
          <a:p>
            <a:r>
              <a:rPr lang="en-US" dirty="0"/>
              <a:t>How do our Python Scripts run…?</a:t>
            </a:r>
          </a:p>
        </p:txBody>
      </p:sp>
      <p:sp>
        <p:nvSpPr>
          <p:cNvPr id="4" name="Text Placeholder 3">
            <a:extLst>
              <a:ext uri="{FF2B5EF4-FFF2-40B4-BE49-F238E27FC236}">
                <a16:creationId xmlns:a16="http://schemas.microsoft.com/office/drawing/2014/main" id="{17D25DE2-2282-355D-AF5E-B7D1D7C5989A}"/>
              </a:ext>
            </a:extLst>
          </p:cNvPr>
          <p:cNvSpPr>
            <a:spLocks noGrp="1"/>
          </p:cNvSpPr>
          <p:nvPr>
            <p:ph type="body" idx="1"/>
          </p:nvPr>
        </p:nvSpPr>
        <p:spPr>
          <a:xfrm>
            <a:off x="411479" y="1200149"/>
            <a:ext cx="7825555" cy="3429000"/>
          </a:xfrm>
        </p:spPr>
        <p:txBody>
          <a:bodyPr/>
          <a:lstStyle/>
          <a:p>
            <a:r>
              <a:rPr lang="en-US" dirty="0"/>
              <a:t>Currently, they run from left to right, top to bottom, just like reading a book…</a:t>
            </a:r>
          </a:p>
          <a:p>
            <a:endParaRPr lang="en-US" dirty="0"/>
          </a:p>
          <a:p>
            <a:r>
              <a:rPr lang="en-US" dirty="0"/>
              <a:t>We also know how to make certain sections of code to run if a condition is met (if it is True!)</a:t>
            </a:r>
          </a:p>
          <a:p>
            <a:endParaRPr lang="en-US" dirty="0"/>
          </a:p>
          <a:p>
            <a:r>
              <a:rPr lang="en-US" dirty="0"/>
              <a:t>What if we want to run certain sections of code over and over again…</a:t>
            </a:r>
          </a:p>
          <a:p>
            <a:pPr lvl="1"/>
            <a:r>
              <a:rPr lang="en-US" dirty="0"/>
              <a:t>For a defined number of iterations (definitive loop --- FOR LOOP)</a:t>
            </a:r>
          </a:p>
          <a:p>
            <a:pPr lvl="1"/>
            <a:r>
              <a:rPr lang="en-US" dirty="0"/>
              <a:t>For an undefined number of iterations, until a condition is met (indefinite loop – WHILE LOOP)</a:t>
            </a:r>
          </a:p>
        </p:txBody>
      </p:sp>
    </p:spTree>
    <p:extLst>
      <p:ext uri="{BB962C8B-B14F-4D97-AF65-F5344CB8AC3E}">
        <p14:creationId xmlns:p14="http://schemas.microsoft.com/office/powerpoint/2010/main" val="2157618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FDDEC-3978-51CD-BD22-ED3E9C0306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5DC306-A650-C233-DDAF-5B928EF558B1}"/>
              </a:ext>
            </a:extLst>
          </p:cNvPr>
          <p:cNvSpPr>
            <a:spLocks noGrp="1"/>
          </p:cNvSpPr>
          <p:nvPr>
            <p:ph type="title"/>
          </p:nvPr>
        </p:nvSpPr>
        <p:spPr/>
        <p:txBody>
          <a:bodyPr/>
          <a:lstStyle/>
          <a:p>
            <a:r>
              <a:rPr lang="en-US" dirty="0"/>
              <a:t>LOOPS!!!</a:t>
            </a:r>
          </a:p>
        </p:txBody>
      </p:sp>
    </p:spTree>
    <p:extLst>
      <p:ext uri="{BB962C8B-B14F-4D97-AF65-F5344CB8AC3E}">
        <p14:creationId xmlns:p14="http://schemas.microsoft.com/office/powerpoint/2010/main" val="18831846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BF115-6D7B-D748-EB43-E78AD2048477}"/>
              </a:ext>
            </a:extLst>
          </p:cNvPr>
          <p:cNvSpPr>
            <a:spLocks noGrp="1"/>
          </p:cNvSpPr>
          <p:nvPr>
            <p:ph type="title"/>
          </p:nvPr>
        </p:nvSpPr>
        <p:spPr/>
        <p:txBody>
          <a:bodyPr/>
          <a:lstStyle/>
          <a:p>
            <a:r>
              <a:rPr lang="en-US" dirty="0"/>
              <a:t>But first, a new datatype!</a:t>
            </a:r>
          </a:p>
        </p:txBody>
      </p:sp>
      <p:sp>
        <p:nvSpPr>
          <p:cNvPr id="6" name="Text Placeholder 5">
            <a:extLst>
              <a:ext uri="{FF2B5EF4-FFF2-40B4-BE49-F238E27FC236}">
                <a16:creationId xmlns:a16="http://schemas.microsoft.com/office/drawing/2014/main" id="{7240E535-D273-A5E5-DBFF-53228CE32AFF}"/>
              </a:ext>
            </a:extLst>
          </p:cNvPr>
          <p:cNvSpPr>
            <a:spLocks noGrp="1"/>
          </p:cNvSpPr>
          <p:nvPr>
            <p:ph type="body" idx="1"/>
          </p:nvPr>
        </p:nvSpPr>
        <p:spPr>
          <a:xfrm>
            <a:off x="411479" y="1200150"/>
            <a:ext cx="5625048" cy="3429000"/>
          </a:xfrm>
        </p:spPr>
        <p:txBody>
          <a:bodyPr/>
          <a:lstStyle/>
          <a:p>
            <a:pPr marL="114300" indent="0">
              <a:buNone/>
            </a:pPr>
            <a:r>
              <a:rPr lang="en-US" sz="1800" dirty="0" err="1"/>
              <a:t>an_example_list</a:t>
            </a:r>
            <a:r>
              <a:rPr lang="en-US" sz="1800" dirty="0"/>
              <a:t> = [1, 2, 3, “Hello”, “Goodbye”, 6.0]</a:t>
            </a:r>
          </a:p>
        </p:txBody>
      </p:sp>
    </p:spTree>
    <p:extLst>
      <p:ext uri="{BB962C8B-B14F-4D97-AF65-F5344CB8AC3E}">
        <p14:creationId xmlns:p14="http://schemas.microsoft.com/office/powerpoint/2010/main" val="1365455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D5543-07C4-334B-6185-CC9DC50A8D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B91A54-D569-1977-A274-58FF58DA3B37}"/>
              </a:ext>
            </a:extLst>
          </p:cNvPr>
          <p:cNvSpPr>
            <a:spLocks noGrp="1"/>
          </p:cNvSpPr>
          <p:nvPr>
            <p:ph type="title"/>
          </p:nvPr>
        </p:nvSpPr>
        <p:spPr/>
        <p:txBody>
          <a:bodyPr/>
          <a:lstStyle/>
          <a:p>
            <a:r>
              <a:rPr lang="en-US" dirty="0"/>
              <a:t>The List [ ]</a:t>
            </a:r>
          </a:p>
        </p:txBody>
      </p:sp>
      <p:sp>
        <p:nvSpPr>
          <p:cNvPr id="4" name="Text Placeholder 3">
            <a:extLst>
              <a:ext uri="{FF2B5EF4-FFF2-40B4-BE49-F238E27FC236}">
                <a16:creationId xmlns:a16="http://schemas.microsoft.com/office/drawing/2014/main" id="{E0568267-EE26-8BBB-B8C0-5CBC15FE65B7}"/>
              </a:ext>
            </a:extLst>
          </p:cNvPr>
          <p:cNvSpPr>
            <a:spLocks noGrp="1"/>
          </p:cNvSpPr>
          <p:nvPr>
            <p:ph type="body" idx="1"/>
          </p:nvPr>
        </p:nvSpPr>
        <p:spPr/>
        <p:txBody>
          <a:bodyPr/>
          <a:lstStyle/>
          <a:p>
            <a:r>
              <a:rPr lang="en-US" dirty="0"/>
              <a:t>The humble list</a:t>
            </a:r>
          </a:p>
          <a:p>
            <a:pPr lvl="0"/>
            <a:r>
              <a:rPr lang="en-US" dirty="0"/>
              <a:t>Example:</a:t>
            </a:r>
            <a:endParaRPr lang="en-US" dirty="0">
              <a:sym typeface="Consolas"/>
            </a:endParaRPr>
          </a:p>
          <a:p>
            <a:pPr lvl="1">
              <a:buSzPct val="100000"/>
              <a:buFont typeface="+mj-lt"/>
              <a:buAutoNum type="arabicPeriod"/>
            </a:pPr>
            <a:r>
              <a:rPr lang="en-US" sz="1100" dirty="0" err="1">
                <a:latin typeface="Courier New" panose="02070309020205020404" pitchFamily="49" charset="0"/>
                <a:cs typeface="Courier New" panose="02070309020205020404" pitchFamily="49" charset="0"/>
                <a:sym typeface="Consolas"/>
              </a:rPr>
              <a:t>my_list</a:t>
            </a:r>
            <a:r>
              <a:rPr lang="en-US" sz="1100" dirty="0">
                <a:latin typeface="Courier New" panose="02070309020205020404" pitchFamily="49" charset="0"/>
                <a:cs typeface="Courier New" panose="02070309020205020404" pitchFamily="49" charset="0"/>
                <a:sym typeface="Consolas"/>
              </a:rPr>
              <a:t> = ['hello’]</a:t>
            </a:r>
          </a:p>
          <a:p>
            <a:pPr lvl="1">
              <a:buSzPct val="100000"/>
              <a:buFont typeface="+mj-lt"/>
              <a:buAutoNum type="arabicPeriod"/>
            </a:pPr>
            <a:endParaRPr lang="en-US" sz="1100" dirty="0">
              <a:latin typeface="Courier New" panose="02070309020205020404" pitchFamily="49" charset="0"/>
              <a:cs typeface="Courier New" panose="02070309020205020404" pitchFamily="49" charset="0"/>
              <a:sym typeface="Consolas"/>
            </a:endParaRPr>
          </a:p>
          <a:p>
            <a:pPr lvl="1">
              <a:buSzPct val="100000"/>
              <a:buFont typeface="+mj-lt"/>
              <a:buAutoNum type="arabicPeriod"/>
            </a:pPr>
            <a:r>
              <a:rPr lang="en-US" sz="1100" dirty="0" err="1">
                <a:latin typeface="Courier New" panose="02070309020205020404" pitchFamily="49" charset="0"/>
                <a:cs typeface="Courier New" panose="02070309020205020404" pitchFamily="49" charset="0"/>
                <a:sym typeface="Consolas"/>
              </a:rPr>
              <a:t>my_list.append</a:t>
            </a:r>
            <a:r>
              <a:rPr lang="en-US" sz="1100" dirty="0">
                <a:latin typeface="Courier New" panose="02070309020205020404" pitchFamily="49" charset="0"/>
                <a:cs typeface="Courier New" panose="02070309020205020404" pitchFamily="49" charset="0"/>
                <a:sym typeface="Consolas"/>
              </a:rPr>
              <a:t>('goodbye’)</a:t>
            </a:r>
          </a:p>
          <a:p>
            <a:pPr lvl="1">
              <a:buSzPct val="100000"/>
              <a:buFont typeface="+mj-lt"/>
              <a:buAutoNum type="arabicPeriod"/>
            </a:pPr>
            <a:endParaRPr lang="en-US" sz="1100" dirty="0">
              <a:latin typeface="Courier New" panose="02070309020205020404" pitchFamily="49" charset="0"/>
              <a:cs typeface="Courier New" panose="02070309020205020404" pitchFamily="49" charset="0"/>
              <a:sym typeface="Consolas"/>
            </a:endParaRPr>
          </a:p>
          <a:p>
            <a:pPr lvl="1">
              <a:buSzPct val="100000"/>
              <a:buFont typeface="+mj-lt"/>
              <a:buAutoNum type="arabicPeriod"/>
            </a:pPr>
            <a:r>
              <a:rPr lang="en-US" sz="1100" dirty="0" err="1">
                <a:latin typeface="Courier New" panose="02070309020205020404" pitchFamily="49" charset="0"/>
                <a:cs typeface="Courier New" panose="02070309020205020404" pitchFamily="49" charset="0"/>
                <a:sym typeface="Consolas"/>
              </a:rPr>
              <a:t>my_list.append</a:t>
            </a:r>
            <a:r>
              <a:rPr lang="en-US" sz="1100" dirty="0">
                <a:latin typeface="Courier New" panose="02070309020205020404" pitchFamily="49" charset="0"/>
                <a:cs typeface="Courier New" panose="02070309020205020404" pitchFamily="49" charset="0"/>
                <a:sym typeface="Consolas"/>
              </a:rPr>
              <a:t>(5)</a:t>
            </a:r>
          </a:p>
          <a:p>
            <a:pPr lvl="1">
              <a:buSzPct val="100000"/>
              <a:buFont typeface="+mj-lt"/>
              <a:buAutoNum type="arabicPeriod"/>
            </a:pPr>
            <a:endParaRPr lang="en-US" sz="1100" dirty="0">
              <a:latin typeface="Courier New" panose="02070309020205020404" pitchFamily="49" charset="0"/>
              <a:cs typeface="Courier New" panose="02070309020205020404" pitchFamily="49" charset="0"/>
              <a:sym typeface="Consolas"/>
            </a:endParaRPr>
          </a:p>
          <a:p>
            <a:pPr lvl="1">
              <a:buSzPct val="100000"/>
              <a:buFont typeface="+mj-lt"/>
              <a:buAutoNum type="arabicPeriod"/>
            </a:pPr>
            <a:r>
              <a:rPr lang="en-US" sz="1100" dirty="0" err="1">
                <a:latin typeface="Courier New" panose="02070309020205020404" pitchFamily="49" charset="0"/>
                <a:cs typeface="Courier New" panose="02070309020205020404" pitchFamily="49" charset="0"/>
                <a:sym typeface="Consolas"/>
              </a:rPr>
              <a:t>my_list.append</a:t>
            </a:r>
            <a:r>
              <a:rPr lang="en-US" sz="1100" dirty="0">
                <a:latin typeface="Courier New" panose="02070309020205020404" pitchFamily="49" charset="0"/>
                <a:cs typeface="Courier New" panose="02070309020205020404" pitchFamily="49" charset="0"/>
                <a:sym typeface="Consolas"/>
              </a:rPr>
              <a:t>(True)</a:t>
            </a:r>
          </a:p>
          <a:p>
            <a:pPr lvl="1">
              <a:buSzPct val="100000"/>
              <a:buFont typeface="+mj-lt"/>
              <a:buAutoNum type="arabicPeriod"/>
            </a:pPr>
            <a:endParaRPr lang="en-US" sz="1100" dirty="0">
              <a:latin typeface="Courier New" panose="02070309020205020404" pitchFamily="49" charset="0"/>
              <a:cs typeface="Courier New" panose="02070309020205020404" pitchFamily="49" charset="0"/>
              <a:sym typeface="Consolas"/>
            </a:endParaRPr>
          </a:p>
          <a:p>
            <a:pPr lvl="1">
              <a:buSzPct val="100000"/>
              <a:buFont typeface="+mj-lt"/>
              <a:buAutoNum type="arabicPeriod"/>
            </a:pPr>
            <a:r>
              <a:rPr lang="en-US" sz="1100" dirty="0">
                <a:latin typeface="Courier New" panose="02070309020205020404" pitchFamily="49" charset="0"/>
                <a:cs typeface="Courier New" panose="02070309020205020404" pitchFamily="49" charset="0"/>
                <a:sym typeface="Consolas"/>
              </a:rPr>
              <a:t>print(</a:t>
            </a:r>
            <a:r>
              <a:rPr lang="en-US" sz="1100" dirty="0" err="1">
                <a:latin typeface="Courier New" panose="02070309020205020404" pitchFamily="49" charset="0"/>
                <a:cs typeface="Courier New" panose="02070309020205020404" pitchFamily="49" charset="0"/>
                <a:sym typeface="Consolas"/>
              </a:rPr>
              <a:t>my_list</a:t>
            </a:r>
            <a:r>
              <a:rPr lang="en-US" sz="1100" dirty="0">
                <a:latin typeface="Courier New" panose="02070309020205020404" pitchFamily="49" charset="0"/>
                <a:cs typeface="Courier New" panose="02070309020205020404" pitchFamily="49" charset="0"/>
                <a:sym typeface="Consolas"/>
              </a:rPr>
              <a:t>)</a:t>
            </a: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['hello', 'goodbye', 5, True]</a:t>
            </a:r>
          </a:p>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pPr lvl="1">
              <a:buSzPct val="100000"/>
              <a:buFont typeface="+mj-lt"/>
              <a:buAutoNum type="arabicPeriod" startAt="6"/>
            </a:pPr>
            <a:r>
              <a:rPr lang="en-US" sz="1100" dirty="0">
                <a:latin typeface="Courier New" panose="02070309020205020404" pitchFamily="49" charset="0"/>
                <a:cs typeface="Courier New" panose="02070309020205020404" pitchFamily="49" charset="0"/>
                <a:sym typeface="Consolas"/>
              </a:rPr>
              <a:t>print(</a:t>
            </a:r>
            <a:r>
              <a:rPr lang="en-US" sz="1100" dirty="0" err="1">
                <a:latin typeface="Courier New" panose="02070309020205020404" pitchFamily="49" charset="0"/>
                <a:cs typeface="Courier New" panose="02070309020205020404" pitchFamily="49" charset="0"/>
                <a:sym typeface="Consolas"/>
              </a:rPr>
              <a:t>len</a:t>
            </a:r>
            <a:r>
              <a:rPr lang="en-US" sz="1100" dirty="0">
                <a:latin typeface="Courier New" panose="02070309020205020404" pitchFamily="49" charset="0"/>
                <a:cs typeface="Courier New" panose="02070309020205020404" pitchFamily="49" charset="0"/>
                <a:sym typeface="Consolas"/>
              </a:rPr>
              <a:t>(</a:t>
            </a:r>
            <a:r>
              <a:rPr lang="en-US" sz="1100" dirty="0" err="1">
                <a:latin typeface="Courier New" panose="02070309020205020404" pitchFamily="49" charset="0"/>
                <a:cs typeface="Courier New" panose="02070309020205020404" pitchFamily="49" charset="0"/>
                <a:sym typeface="Consolas"/>
              </a:rPr>
              <a:t>my_list</a:t>
            </a:r>
            <a:r>
              <a:rPr lang="en-US" sz="1100" dirty="0">
                <a:latin typeface="Courier New" panose="02070309020205020404" pitchFamily="49" charset="0"/>
                <a:cs typeface="Courier New" panose="02070309020205020404" pitchFamily="49" charset="0"/>
                <a:sym typeface="Consolas"/>
              </a:rPr>
              <a:t>))</a:t>
            </a: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4</a:t>
            </a:r>
          </a:p>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endParaRPr lang="en-US" dirty="0"/>
          </a:p>
        </p:txBody>
      </p:sp>
    </p:spTree>
    <p:extLst>
      <p:ext uri="{BB962C8B-B14F-4D97-AF65-F5344CB8AC3E}">
        <p14:creationId xmlns:p14="http://schemas.microsoft.com/office/powerpoint/2010/main" val="2236221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F8648-1086-4262-71FC-46A374A0C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421833-BDBF-57C2-597B-7BE5091DB64A}"/>
              </a:ext>
            </a:extLst>
          </p:cNvPr>
          <p:cNvSpPr>
            <a:spLocks noGrp="1"/>
          </p:cNvSpPr>
          <p:nvPr>
            <p:ph type="title"/>
          </p:nvPr>
        </p:nvSpPr>
        <p:spPr/>
        <p:txBody>
          <a:bodyPr/>
          <a:lstStyle/>
          <a:p>
            <a:r>
              <a:rPr lang="en-US" dirty="0"/>
              <a:t>List Indexing</a:t>
            </a:r>
          </a:p>
        </p:txBody>
      </p:sp>
      <p:sp>
        <p:nvSpPr>
          <p:cNvPr id="3" name="Text Placeholder 3">
            <a:extLst>
              <a:ext uri="{FF2B5EF4-FFF2-40B4-BE49-F238E27FC236}">
                <a16:creationId xmlns:a16="http://schemas.microsoft.com/office/drawing/2014/main" id="{36FBED2A-1496-7B50-48B5-7D3423794175}"/>
              </a:ext>
            </a:extLst>
          </p:cNvPr>
          <p:cNvSpPr>
            <a:spLocks noGrp="1"/>
          </p:cNvSpPr>
          <p:nvPr>
            <p:ph type="body" idx="1"/>
          </p:nvPr>
        </p:nvSpPr>
        <p:spPr>
          <a:xfrm>
            <a:off x="411478" y="1200150"/>
            <a:ext cx="6606355" cy="3429000"/>
          </a:xfrm>
        </p:spPr>
        <p:txBody>
          <a:bodyPr/>
          <a:lstStyle/>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pPr marL="571500" lvl="1" indent="0">
              <a:buSzPct val="100000"/>
              <a:buNone/>
            </a:pPr>
            <a:r>
              <a:rPr lang="en-US" sz="1100" dirty="0" err="1">
                <a:latin typeface="Courier New" panose="02070309020205020404" pitchFamily="49" charset="0"/>
                <a:cs typeface="Courier New" panose="02070309020205020404" pitchFamily="49" charset="0"/>
                <a:sym typeface="Consolas"/>
              </a:rPr>
              <a:t>my_list</a:t>
            </a:r>
            <a:r>
              <a:rPr lang="en-US" sz="1100" dirty="0">
                <a:latin typeface="Courier New" panose="02070309020205020404" pitchFamily="49" charset="0"/>
                <a:cs typeface="Courier New" panose="02070309020205020404" pitchFamily="49" charset="0"/>
                <a:sym typeface="Consolas"/>
              </a:rPr>
              <a:t> = [“Python”, “is”, “oh”, “so”, “fun”]</a:t>
            </a:r>
          </a:p>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Index	0       1     2     3     4</a:t>
            </a: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              -5      -4    -3    -2    -1</a:t>
            </a:r>
          </a:p>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pPr marL="571500" lvl="1" indent="0">
              <a:buSzPct val="100000"/>
              <a:buNone/>
            </a:pPr>
            <a:r>
              <a:rPr lang="en-US" sz="1100" dirty="0" err="1">
                <a:latin typeface="Courier New" panose="02070309020205020404" pitchFamily="49" charset="0"/>
                <a:cs typeface="Courier New" panose="02070309020205020404" pitchFamily="49" charset="0"/>
                <a:sym typeface="Consolas"/>
              </a:rPr>
              <a:t>my_list</a:t>
            </a:r>
            <a:r>
              <a:rPr lang="en-US" sz="1100" dirty="0">
                <a:latin typeface="Courier New" panose="02070309020205020404" pitchFamily="49" charset="0"/>
                <a:cs typeface="Courier New" panose="02070309020205020404" pitchFamily="49" charset="0"/>
                <a:sym typeface="Consolas"/>
              </a:rPr>
              <a:t>[0] = ?</a:t>
            </a:r>
          </a:p>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pPr marL="571500" lvl="1" indent="0">
              <a:buSzPct val="100000"/>
              <a:buNone/>
            </a:pPr>
            <a:r>
              <a:rPr lang="en-US" sz="1100" dirty="0" err="1">
                <a:latin typeface="Courier New" panose="02070309020205020404" pitchFamily="49" charset="0"/>
                <a:cs typeface="Courier New" panose="02070309020205020404" pitchFamily="49" charset="0"/>
                <a:sym typeface="Consolas"/>
              </a:rPr>
              <a:t>my_list</a:t>
            </a:r>
            <a:r>
              <a:rPr lang="en-US" sz="1100" dirty="0">
                <a:latin typeface="Courier New" panose="02070309020205020404" pitchFamily="49" charset="0"/>
                <a:cs typeface="Courier New" panose="02070309020205020404" pitchFamily="49" charset="0"/>
                <a:sym typeface="Consolas"/>
              </a:rPr>
              <a:t>[4] = ?</a:t>
            </a:r>
          </a:p>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pPr marL="571500" lvl="1" indent="0">
              <a:buSzPct val="100000"/>
              <a:buNone/>
            </a:pPr>
            <a:r>
              <a:rPr lang="en-US" sz="1100" dirty="0" err="1">
                <a:latin typeface="Courier New" panose="02070309020205020404" pitchFamily="49" charset="0"/>
                <a:cs typeface="Courier New" panose="02070309020205020404" pitchFamily="49" charset="0"/>
                <a:sym typeface="Consolas"/>
              </a:rPr>
              <a:t>my_list</a:t>
            </a:r>
            <a:r>
              <a:rPr lang="en-US" sz="1100" dirty="0">
                <a:latin typeface="Courier New" panose="02070309020205020404" pitchFamily="49" charset="0"/>
                <a:cs typeface="Courier New" panose="02070309020205020404" pitchFamily="49" charset="0"/>
                <a:sym typeface="Consolas"/>
              </a:rPr>
              <a:t>[-1] = ?</a:t>
            </a:r>
          </a:p>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pPr marL="571500" lvl="1" indent="0">
              <a:buSzPct val="100000"/>
              <a:buNone/>
            </a:pPr>
            <a:r>
              <a:rPr lang="en-US" sz="1100" dirty="0" err="1">
                <a:latin typeface="Courier New" panose="02070309020205020404" pitchFamily="49" charset="0"/>
                <a:cs typeface="Courier New" panose="02070309020205020404" pitchFamily="49" charset="0"/>
                <a:sym typeface="Consolas"/>
              </a:rPr>
              <a:t>my_list</a:t>
            </a:r>
            <a:r>
              <a:rPr lang="en-US" sz="1100" dirty="0">
                <a:latin typeface="Courier New" panose="02070309020205020404" pitchFamily="49" charset="0"/>
                <a:cs typeface="Courier New" panose="02070309020205020404" pitchFamily="49" charset="0"/>
                <a:sym typeface="Consolas"/>
              </a:rPr>
              <a:t>[5] = ?</a:t>
            </a:r>
          </a:p>
          <a:p>
            <a:endParaRPr lang="en-US" dirty="0"/>
          </a:p>
        </p:txBody>
      </p:sp>
      <p:sp>
        <p:nvSpPr>
          <p:cNvPr id="5" name="TextBox 4">
            <a:extLst>
              <a:ext uri="{FF2B5EF4-FFF2-40B4-BE49-F238E27FC236}">
                <a16:creationId xmlns:a16="http://schemas.microsoft.com/office/drawing/2014/main" id="{79CCF94A-ED45-315D-5A28-8486A6688A70}"/>
              </a:ext>
            </a:extLst>
          </p:cNvPr>
          <p:cNvSpPr txBox="1"/>
          <p:nvPr/>
        </p:nvSpPr>
        <p:spPr>
          <a:xfrm>
            <a:off x="2698594" y="2631688"/>
            <a:ext cx="4423318" cy="2246769"/>
          </a:xfrm>
          <a:prstGeom prst="rect">
            <a:avLst/>
          </a:prstGeom>
          <a:noFill/>
        </p:spPr>
        <p:txBody>
          <a:bodyPr wrap="square" rtlCol="0">
            <a:spAutoFit/>
          </a:bodyPr>
          <a:lstStyle/>
          <a:p>
            <a:r>
              <a:rPr lang="en-US" dirty="0"/>
              <a:t>Python</a:t>
            </a:r>
          </a:p>
          <a:p>
            <a:endParaRPr lang="en-US" dirty="0"/>
          </a:p>
          <a:p>
            <a:r>
              <a:rPr lang="en-US" dirty="0"/>
              <a:t>fun</a:t>
            </a:r>
          </a:p>
          <a:p>
            <a:endParaRPr lang="en-US" dirty="0"/>
          </a:p>
          <a:p>
            <a:r>
              <a:rPr lang="en-US" dirty="0"/>
              <a:t>fun</a:t>
            </a:r>
          </a:p>
          <a:p>
            <a:endParaRPr lang="en-US" dirty="0"/>
          </a:p>
          <a:p>
            <a:r>
              <a:rPr lang="en-US" dirty="0" err="1"/>
              <a:t>indexError</a:t>
            </a:r>
            <a:endParaRPr lang="en-US" dirty="0"/>
          </a:p>
          <a:p>
            <a:endParaRPr lang="en-US" dirty="0"/>
          </a:p>
          <a:p>
            <a:r>
              <a:rPr lang="en-US" dirty="0"/>
              <a:t>Let’s launch the Python interpreter and verify this!  Instructor Note:  Demonstrate some list methods!</a:t>
            </a:r>
          </a:p>
        </p:txBody>
      </p:sp>
    </p:spTree>
    <p:extLst>
      <p:ext uri="{BB962C8B-B14F-4D97-AF65-F5344CB8AC3E}">
        <p14:creationId xmlns:p14="http://schemas.microsoft.com/office/powerpoint/2010/main" val="9943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9EFB2-F7FC-7E25-F9D1-F4C6AFE5EE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884A9B-3974-F439-BC12-89181A66BF33}"/>
              </a:ext>
            </a:extLst>
          </p:cNvPr>
          <p:cNvSpPr>
            <a:spLocks noGrp="1"/>
          </p:cNvSpPr>
          <p:nvPr>
            <p:ph type="title"/>
          </p:nvPr>
        </p:nvSpPr>
        <p:spPr/>
        <p:txBody>
          <a:bodyPr/>
          <a:lstStyle/>
          <a:p>
            <a:r>
              <a:rPr lang="en-US" dirty="0"/>
              <a:t>List Methods</a:t>
            </a:r>
          </a:p>
        </p:txBody>
      </p:sp>
      <p:pic>
        <p:nvPicPr>
          <p:cNvPr id="7" name="Picture 6">
            <a:extLst>
              <a:ext uri="{FF2B5EF4-FFF2-40B4-BE49-F238E27FC236}">
                <a16:creationId xmlns:a16="http://schemas.microsoft.com/office/drawing/2014/main" id="{E23D8DE7-DCAA-5695-4AA6-AF219C606D62}"/>
              </a:ext>
            </a:extLst>
          </p:cNvPr>
          <p:cNvPicPr>
            <a:picLocks noChangeAspect="1"/>
          </p:cNvPicPr>
          <p:nvPr/>
        </p:nvPicPr>
        <p:blipFill>
          <a:blip r:embed="rId2"/>
          <a:stretch>
            <a:fillRect/>
          </a:stretch>
        </p:blipFill>
        <p:spPr>
          <a:xfrm>
            <a:off x="2772936" y="820078"/>
            <a:ext cx="3371698" cy="3892444"/>
          </a:xfrm>
          <a:prstGeom prst="rect">
            <a:avLst/>
          </a:prstGeom>
        </p:spPr>
      </p:pic>
    </p:spTree>
    <p:extLst>
      <p:ext uri="{BB962C8B-B14F-4D97-AF65-F5344CB8AC3E}">
        <p14:creationId xmlns:p14="http://schemas.microsoft.com/office/powerpoint/2010/main" val="22553200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6F3848A5-FA93-5EAB-CDEF-E81F4F83D376}"/>
            </a:ext>
          </a:extLst>
        </p:cNvPr>
        <p:cNvGrpSpPr/>
        <p:nvPr/>
      </p:nvGrpSpPr>
      <p:grpSpPr>
        <a:xfrm>
          <a:off x="0" y="0"/>
          <a:ext cx="0" cy="0"/>
          <a:chOff x="0" y="0"/>
          <a:chExt cx="0" cy="0"/>
        </a:xfrm>
      </p:grpSpPr>
      <p:sp>
        <p:nvSpPr>
          <p:cNvPr id="435" name="Google Shape;435;p49">
            <a:extLst>
              <a:ext uri="{FF2B5EF4-FFF2-40B4-BE49-F238E27FC236}">
                <a16:creationId xmlns:a16="http://schemas.microsoft.com/office/drawing/2014/main" id="{5A5465B4-05D9-5E2A-8D07-30902D268BCD}"/>
              </a:ext>
            </a:extLst>
          </p:cNvPr>
          <p:cNvSpPr txBox="1">
            <a:spLocks noGrp="1"/>
          </p:cNvSpPr>
          <p:nvPr>
            <p:ph type="title"/>
          </p:nvPr>
        </p:nvSpPr>
        <p:spPr>
          <a:noFill/>
          <a:ln>
            <a:noFill/>
          </a:ln>
        </p:spPr>
        <p:txBody>
          <a:bodyPr spcFirstLastPara="1" wrap="square" lIns="91425" tIns="91425" rIns="91425" bIns="91425" anchor="t" anchorCtr="0">
            <a:normAutofit/>
          </a:bodyPr>
          <a:lstStyle/>
          <a:p>
            <a:pPr lvl="0"/>
            <a:r>
              <a:rPr lang="en-US"/>
              <a:t>RANGE() FUNCTION</a:t>
            </a:r>
          </a:p>
          <a:p>
            <a:pPr lvl="0"/>
            <a:endParaRPr lang="en-US"/>
          </a:p>
        </p:txBody>
      </p:sp>
      <p:sp>
        <p:nvSpPr>
          <p:cNvPr id="436" name="Google Shape;436;p49">
            <a:extLst>
              <a:ext uri="{FF2B5EF4-FFF2-40B4-BE49-F238E27FC236}">
                <a16:creationId xmlns:a16="http://schemas.microsoft.com/office/drawing/2014/main" id="{FF09CF47-E4D0-A9A6-70A7-C9F3998978AF}"/>
              </a:ext>
            </a:extLst>
          </p:cNvPr>
          <p:cNvSpPr txBox="1">
            <a:spLocks noGrp="1"/>
          </p:cNvSpPr>
          <p:nvPr>
            <p:ph type="body" idx="1"/>
          </p:nvPr>
        </p:nvSpPr>
        <p:spPr>
          <a:noFill/>
          <a:ln>
            <a:noFill/>
          </a:ln>
        </p:spPr>
        <p:txBody>
          <a:bodyPr spcFirstLastPara="1" wrap="square" lIns="91425" tIns="91425" rIns="91425" bIns="91425" anchor="t" anchorCtr="0">
            <a:normAutofit/>
          </a:bodyPr>
          <a:lstStyle/>
          <a:p>
            <a:pPr>
              <a:buSzPct val="100000"/>
            </a:pPr>
            <a:r>
              <a:rPr lang="en-US" dirty="0"/>
              <a:t>A built-in Python function</a:t>
            </a:r>
          </a:p>
          <a:p>
            <a:pPr>
              <a:buSzPct val="100000"/>
            </a:pPr>
            <a:endParaRPr lang="en-US" dirty="0"/>
          </a:p>
          <a:p>
            <a:pPr>
              <a:buSzPct val="100000"/>
            </a:pPr>
            <a:r>
              <a:rPr lang="en-US" dirty="0"/>
              <a:t>Output is a “range object,” which is an immutable sequence type and memory efficient compared to a list</a:t>
            </a:r>
          </a:p>
        </p:txBody>
      </p:sp>
    </p:spTree>
    <p:extLst>
      <p:ext uri="{BB962C8B-B14F-4D97-AF65-F5344CB8AC3E}">
        <p14:creationId xmlns:p14="http://schemas.microsoft.com/office/powerpoint/2010/main" val="18257680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BDDFC08D-9AE7-5F3E-C21A-80367002FD44}"/>
            </a:ext>
          </a:extLst>
        </p:cNvPr>
        <p:cNvGrpSpPr/>
        <p:nvPr/>
      </p:nvGrpSpPr>
      <p:grpSpPr>
        <a:xfrm>
          <a:off x="0" y="0"/>
          <a:ext cx="0" cy="0"/>
          <a:chOff x="0" y="0"/>
          <a:chExt cx="0" cy="0"/>
        </a:xfrm>
      </p:grpSpPr>
      <p:sp>
        <p:nvSpPr>
          <p:cNvPr id="435" name="Google Shape;435;p49">
            <a:extLst>
              <a:ext uri="{FF2B5EF4-FFF2-40B4-BE49-F238E27FC236}">
                <a16:creationId xmlns:a16="http://schemas.microsoft.com/office/drawing/2014/main" id="{8E04A33D-241C-A68B-FB3F-0C426EB5D382}"/>
              </a:ext>
            </a:extLst>
          </p:cNvPr>
          <p:cNvSpPr txBox="1">
            <a:spLocks noGrp="1"/>
          </p:cNvSpPr>
          <p:nvPr>
            <p:ph type="title"/>
          </p:nvPr>
        </p:nvSpPr>
        <p:spPr>
          <a:noFill/>
          <a:ln>
            <a:noFill/>
          </a:ln>
        </p:spPr>
        <p:txBody>
          <a:bodyPr spcFirstLastPara="1" wrap="square" lIns="91425" tIns="91425" rIns="91425" bIns="91425" anchor="t" anchorCtr="0">
            <a:normAutofit/>
          </a:bodyPr>
          <a:lstStyle/>
          <a:p>
            <a:pPr lvl="0"/>
            <a:r>
              <a:rPr lang="en-US"/>
              <a:t>RANGE() FUNCTION</a:t>
            </a:r>
          </a:p>
          <a:p>
            <a:pPr lvl="0"/>
            <a:endParaRPr lang="en-US"/>
          </a:p>
        </p:txBody>
      </p:sp>
      <p:sp>
        <p:nvSpPr>
          <p:cNvPr id="436" name="Google Shape;436;p49">
            <a:extLst>
              <a:ext uri="{FF2B5EF4-FFF2-40B4-BE49-F238E27FC236}">
                <a16:creationId xmlns:a16="http://schemas.microsoft.com/office/drawing/2014/main" id="{E12BD7CF-E879-80F8-BF0C-9ADF29608AA6}"/>
              </a:ext>
            </a:extLst>
          </p:cNvPr>
          <p:cNvSpPr txBox="1">
            <a:spLocks noGrp="1"/>
          </p:cNvSpPr>
          <p:nvPr>
            <p:ph type="body" idx="1"/>
          </p:nvPr>
        </p:nvSpPr>
        <p:spPr>
          <a:xfrm>
            <a:off x="411479" y="1200149"/>
            <a:ext cx="8360813" cy="3429000"/>
          </a:xfrm>
          <a:noFill/>
          <a:ln>
            <a:noFill/>
          </a:ln>
        </p:spPr>
        <p:txBody>
          <a:bodyPr spcFirstLastPara="1" wrap="square" lIns="91425" tIns="91425" rIns="91425" bIns="91425" anchor="t" anchorCtr="0">
            <a:normAutofit/>
          </a:bodyPr>
          <a:lstStyle/>
          <a:p>
            <a:pPr>
              <a:buSzPct val="100000"/>
            </a:pPr>
            <a:r>
              <a:rPr lang="en-US" dirty="0">
                <a:latin typeface="Courier New" panose="02070309020205020404" pitchFamily="49" charset="0"/>
                <a:cs typeface="Courier New" panose="02070309020205020404" pitchFamily="49" charset="0"/>
              </a:rPr>
              <a:t>range(stop)</a:t>
            </a:r>
          </a:p>
          <a:p>
            <a:pPr lvl="1">
              <a:buSzPct val="100000"/>
            </a:pPr>
            <a:r>
              <a:rPr lang="en-US" dirty="0"/>
              <a:t>Generates a sequence of numbers starting from 0 (default) up to, </a:t>
            </a:r>
            <a:r>
              <a:rPr lang="en-US" b="1" dirty="0"/>
              <a:t>but not including</a:t>
            </a:r>
            <a:r>
              <a:rPr lang="en-US" dirty="0"/>
              <a:t>, the stop value</a:t>
            </a:r>
          </a:p>
          <a:p>
            <a:pPr lvl="1">
              <a:buSzPct val="100000"/>
            </a:pPr>
            <a:r>
              <a:rPr lang="en-US" dirty="0"/>
              <a:t>The numbers increment by 1 (default)</a:t>
            </a:r>
          </a:p>
          <a:p>
            <a:pPr lvl="1">
              <a:buSzPct val="100000"/>
            </a:pPr>
            <a:r>
              <a:rPr lang="en-US" dirty="0"/>
              <a:t>Examples: </a:t>
            </a:r>
          </a:p>
          <a:p>
            <a:pPr lvl="2">
              <a:buSzPct val="100000"/>
            </a:pPr>
            <a:r>
              <a:rPr lang="en-US" dirty="0"/>
              <a:t>range(5) generates 0, 1, 2, 3, 4</a:t>
            </a:r>
          </a:p>
          <a:p>
            <a:pPr lvl="2">
              <a:buSzPct val="100000"/>
            </a:pPr>
            <a:r>
              <a:rPr lang="en-US" dirty="0"/>
              <a:t>range(10) generates ?</a:t>
            </a:r>
          </a:p>
          <a:p>
            <a:pPr lvl="2">
              <a:buSzPct val="100000"/>
            </a:pPr>
            <a:r>
              <a:rPr lang="en-US" dirty="0"/>
              <a:t>range(3) generates ?</a:t>
            </a:r>
          </a:p>
        </p:txBody>
      </p:sp>
      <p:sp>
        <p:nvSpPr>
          <p:cNvPr id="3" name="TextBox 2">
            <a:extLst>
              <a:ext uri="{FF2B5EF4-FFF2-40B4-BE49-F238E27FC236}">
                <a16:creationId xmlns:a16="http://schemas.microsoft.com/office/drawing/2014/main" id="{9A0CD4D7-8299-8B64-0827-5C6F64EE04D1}"/>
              </a:ext>
            </a:extLst>
          </p:cNvPr>
          <p:cNvSpPr txBox="1"/>
          <p:nvPr/>
        </p:nvSpPr>
        <p:spPr>
          <a:xfrm>
            <a:off x="3862039" y="2477799"/>
            <a:ext cx="4572000" cy="523220"/>
          </a:xfrm>
          <a:prstGeom prst="rect">
            <a:avLst/>
          </a:prstGeom>
          <a:noFill/>
        </p:spPr>
        <p:txBody>
          <a:bodyPr wrap="square">
            <a:spAutoFit/>
          </a:bodyPr>
          <a:lstStyle/>
          <a:p>
            <a:r>
              <a:rPr lang="en-US" b="1" dirty="0">
                <a:solidFill>
                  <a:srgbClr val="00B050"/>
                </a:solidFill>
              </a:rPr>
              <a:t>0, 1, 2, 3, 4, 5, 6, 7, 8, 9</a:t>
            </a:r>
          </a:p>
          <a:p>
            <a:r>
              <a:rPr lang="en-US" b="1" dirty="0">
                <a:solidFill>
                  <a:srgbClr val="00B050"/>
                </a:solidFill>
              </a:rPr>
              <a:t>0, 1, 2</a:t>
            </a:r>
          </a:p>
        </p:txBody>
      </p:sp>
    </p:spTree>
    <p:extLst>
      <p:ext uri="{BB962C8B-B14F-4D97-AF65-F5344CB8AC3E}">
        <p14:creationId xmlns:p14="http://schemas.microsoft.com/office/powerpoint/2010/main" val="4107812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3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36">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49"/>
          <p:cNvSpPr txBox="1">
            <a:spLocks noGrp="1"/>
          </p:cNvSpPr>
          <p:nvPr>
            <p:ph type="title"/>
          </p:nvPr>
        </p:nvSpPr>
        <p:spPr>
          <a:noFill/>
          <a:ln>
            <a:noFill/>
          </a:ln>
        </p:spPr>
        <p:txBody>
          <a:bodyPr spcFirstLastPara="1" wrap="square" lIns="91425" tIns="91425" rIns="91425" bIns="91425" anchor="t" anchorCtr="0">
            <a:normAutofit/>
          </a:bodyPr>
          <a:lstStyle/>
          <a:p>
            <a:pPr lvl="0"/>
            <a:r>
              <a:rPr lang="en-US"/>
              <a:t>RANGE() FUNCTION</a:t>
            </a:r>
          </a:p>
          <a:p>
            <a:pPr lvl="0"/>
            <a:endParaRPr lang="en-US"/>
          </a:p>
        </p:txBody>
      </p:sp>
      <p:sp>
        <p:nvSpPr>
          <p:cNvPr id="436" name="Google Shape;436;p49"/>
          <p:cNvSpPr txBox="1">
            <a:spLocks noGrp="1"/>
          </p:cNvSpPr>
          <p:nvPr>
            <p:ph type="body" idx="1"/>
          </p:nvPr>
        </p:nvSpPr>
        <p:spPr>
          <a:xfrm>
            <a:off x="411479" y="1200149"/>
            <a:ext cx="8182393" cy="3429000"/>
          </a:xfrm>
          <a:noFill/>
          <a:ln>
            <a:noFill/>
          </a:ln>
        </p:spPr>
        <p:txBody>
          <a:bodyPr spcFirstLastPara="1" wrap="square" lIns="91425" tIns="91425" rIns="91425" bIns="91425" anchor="t" anchorCtr="0">
            <a:normAutofit/>
          </a:bodyPr>
          <a:lstStyle/>
          <a:p>
            <a:pPr>
              <a:buSzPct val="100000"/>
            </a:pPr>
            <a:r>
              <a:rPr lang="en-US" dirty="0">
                <a:latin typeface="Courier New" panose="02070309020205020404" pitchFamily="49" charset="0"/>
                <a:cs typeface="Courier New" panose="02070309020205020404" pitchFamily="49" charset="0"/>
              </a:rPr>
              <a:t>range(start, stop)</a:t>
            </a:r>
          </a:p>
          <a:p>
            <a:pPr lvl="1">
              <a:buSzPct val="100000"/>
            </a:pPr>
            <a:r>
              <a:rPr lang="en-US" dirty="0"/>
              <a:t>Generates a sequence of numbers starting from the start value (inclusive) up to, but not including, the stop value</a:t>
            </a:r>
          </a:p>
          <a:p>
            <a:pPr lvl="1">
              <a:buSzPct val="100000"/>
            </a:pPr>
            <a:r>
              <a:rPr lang="en-US" dirty="0"/>
              <a:t>The numbers increment by 1 (default)</a:t>
            </a:r>
          </a:p>
          <a:p>
            <a:pPr lvl="1">
              <a:buSzPct val="100000"/>
            </a:pPr>
            <a:r>
              <a:rPr lang="en-US" dirty="0"/>
              <a:t>Examples: </a:t>
            </a:r>
          </a:p>
          <a:p>
            <a:pPr lvl="2">
              <a:buSzPct val="100000"/>
            </a:pPr>
            <a:r>
              <a:rPr lang="en-US" dirty="0"/>
              <a:t>range(2, 7) generates 2, 3, 4, 5, 6</a:t>
            </a:r>
          </a:p>
          <a:p>
            <a:pPr lvl="2">
              <a:buSzPct val="100000"/>
            </a:pPr>
            <a:r>
              <a:rPr lang="en-US" dirty="0"/>
              <a:t>range(1, 100) generates </a:t>
            </a:r>
          </a:p>
          <a:p>
            <a:pPr lvl="2">
              <a:buSzPct val="100000"/>
            </a:pPr>
            <a:r>
              <a:rPr lang="en-US" dirty="0"/>
              <a:t>range(10, 21) generates </a:t>
            </a:r>
          </a:p>
        </p:txBody>
      </p:sp>
      <p:sp>
        <p:nvSpPr>
          <p:cNvPr id="2" name="TextBox 1">
            <a:extLst>
              <a:ext uri="{FF2B5EF4-FFF2-40B4-BE49-F238E27FC236}">
                <a16:creationId xmlns:a16="http://schemas.microsoft.com/office/drawing/2014/main" id="{7AAA458B-F84C-C133-AD3B-53EFD7BE8935}"/>
              </a:ext>
            </a:extLst>
          </p:cNvPr>
          <p:cNvSpPr txBox="1"/>
          <p:nvPr/>
        </p:nvSpPr>
        <p:spPr>
          <a:xfrm>
            <a:off x="3936379" y="2719946"/>
            <a:ext cx="4572000" cy="523220"/>
          </a:xfrm>
          <a:prstGeom prst="rect">
            <a:avLst/>
          </a:prstGeom>
          <a:noFill/>
        </p:spPr>
        <p:txBody>
          <a:bodyPr wrap="square">
            <a:spAutoFit/>
          </a:bodyPr>
          <a:lstStyle/>
          <a:p>
            <a:r>
              <a:rPr lang="en-US" b="1" dirty="0">
                <a:solidFill>
                  <a:srgbClr val="00B050"/>
                </a:solidFill>
              </a:rPr>
              <a:t>1, 2, 3, 4 …. 97, 98, 99</a:t>
            </a:r>
          </a:p>
          <a:p>
            <a:r>
              <a:rPr lang="en-US" b="1" dirty="0">
                <a:solidFill>
                  <a:srgbClr val="00B050"/>
                </a:solidFill>
              </a:rPr>
              <a:t>10, 11, 12… 18, 19, 20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3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36">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B79911C0-F928-DF2C-F6DB-8D78530387E6}"/>
            </a:ext>
          </a:extLst>
        </p:cNvPr>
        <p:cNvGrpSpPr/>
        <p:nvPr/>
      </p:nvGrpSpPr>
      <p:grpSpPr>
        <a:xfrm>
          <a:off x="0" y="0"/>
          <a:ext cx="0" cy="0"/>
          <a:chOff x="0" y="0"/>
          <a:chExt cx="0" cy="0"/>
        </a:xfrm>
      </p:grpSpPr>
      <p:sp>
        <p:nvSpPr>
          <p:cNvPr id="435" name="Google Shape;435;p49">
            <a:extLst>
              <a:ext uri="{FF2B5EF4-FFF2-40B4-BE49-F238E27FC236}">
                <a16:creationId xmlns:a16="http://schemas.microsoft.com/office/drawing/2014/main" id="{90F491D4-E522-393F-52F0-369A66C98BBF}"/>
              </a:ext>
            </a:extLst>
          </p:cNvPr>
          <p:cNvSpPr txBox="1">
            <a:spLocks noGrp="1"/>
          </p:cNvSpPr>
          <p:nvPr>
            <p:ph type="title"/>
          </p:nvPr>
        </p:nvSpPr>
        <p:spPr>
          <a:noFill/>
          <a:ln>
            <a:noFill/>
          </a:ln>
        </p:spPr>
        <p:txBody>
          <a:bodyPr spcFirstLastPara="1" wrap="square" lIns="91425" tIns="91425" rIns="91425" bIns="91425" anchor="t" anchorCtr="0">
            <a:normAutofit/>
          </a:bodyPr>
          <a:lstStyle/>
          <a:p>
            <a:pPr lvl="0"/>
            <a:r>
              <a:rPr lang="en-US"/>
              <a:t>RANGE() FUNCTION</a:t>
            </a:r>
          </a:p>
          <a:p>
            <a:pPr lvl="0"/>
            <a:endParaRPr lang="en-US"/>
          </a:p>
        </p:txBody>
      </p:sp>
      <p:sp>
        <p:nvSpPr>
          <p:cNvPr id="436" name="Google Shape;436;p49">
            <a:extLst>
              <a:ext uri="{FF2B5EF4-FFF2-40B4-BE49-F238E27FC236}">
                <a16:creationId xmlns:a16="http://schemas.microsoft.com/office/drawing/2014/main" id="{BA2331C2-1A7C-35FA-DE34-AB4BEFAAFFC9}"/>
              </a:ext>
            </a:extLst>
          </p:cNvPr>
          <p:cNvSpPr txBox="1">
            <a:spLocks noGrp="1"/>
          </p:cNvSpPr>
          <p:nvPr>
            <p:ph type="body" idx="1"/>
          </p:nvPr>
        </p:nvSpPr>
        <p:spPr>
          <a:xfrm>
            <a:off x="411480" y="1200149"/>
            <a:ext cx="7007798" cy="3429000"/>
          </a:xfrm>
          <a:noFill/>
          <a:ln>
            <a:noFill/>
          </a:ln>
        </p:spPr>
        <p:txBody>
          <a:bodyPr spcFirstLastPara="1" wrap="square" lIns="91425" tIns="91425" rIns="91425" bIns="91425" anchor="t" anchorCtr="0">
            <a:normAutofit/>
          </a:bodyPr>
          <a:lstStyle/>
          <a:p>
            <a:pPr marL="114300" indent="0">
              <a:buSzPct val="100000"/>
              <a:buNone/>
            </a:pPr>
            <a:r>
              <a:rPr lang="en-US" dirty="0">
                <a:latin typeface="Courier New" panose="02070309020205020404" pitchFamily="49" charset="0"/>
                <a:cs typeface="Courier New" panose="02070309020205020404" pitchFamily="49" charset="0"/>
              </a:rPr>
              <a:t>range(start, stop, step)</a:t>
            </a:r>
          </a:p>
          <a:p>
            <a:pPr lvl="1">
              <a:buSzPct val="100000"/>
            </a:pPr>
            <a:r>
              <a:rPr lang="en-US" dirty="0"/>
              <a:t>Generates a sequence of numbers starting from the start value (inclusive) up to, but not including, the stop value</a:t>
            </a:r>
          </a:p>
          <a:p>
            <a:pPr lvl="1">
              <a:buSzPct val="100000"/>
            </a:pPr>
            <a:r>
              <a:rPr lang="en-US" dirty="0"/>
              <a:t>The numbers increment or decrement by the step value (integer!)</a:t>
            </a:r>
          </a:p>
          <a:p>
            <a:pPr lvl="1">
              <a:buSzPct val="100000"/>
            </a:pPr>
            <a:r>
              <a:rPr lang="en-US" dirty="0"/>
              <a:t>If step is positive, it increments. If step is negative, it decrements (for counting backwards).</a:t>
            </a:r>
          </a:p>
          <a:p>
            <a:pPr lvl="1">
              <a:buSzPct val="100000"/>
            </a:pPr>
            <a:r>
              <a:rPr lang="en-US" dirty="0"/>
              <a:t>step cannot be 0, as it would lead to an infinite loop and raise a </a:t>
            </a:r>
            <a:r>
              <a:rPr lang="en-US" dirty="0" err="1"/>
              <a:t>ValueError</a:t>
            </a:r>
            <a:endParaRPr lang="en-US" dirty="0"/>
          </a:p>
          <a:p>
            <a:pPr lvl="1">
              <a:buSzPct val="100000"/>
            </a:pPr>
            <a:r>
              <a:rPr lang="en-US" dirty="0"/>
              <a:t>Example 1: range(1, 10, 2) generates 1, 3, 5, 7, 9</a:t>
            </a:r>
          </a:p>
          <a:p>
            <a:pPr lvl="1">
              <a:buSzPct val="100000"/>
            </a:pPr>
            <a:r>
              <a:rPr lang="en-US" dirty="0"/>
              <a:t>Example 2: range(5, 0, -1) generates 5, 4, 3, 2, 1</a:t>
            </a:r>
          </a:p>
          <a:p>
            <a:pPr lvl="1">
              <a:buSzPct val="100000"/>
            </a:pPr>
            <a:r>
              <a:rPr lang="en-US" dirty="0"/>
              <a:t>Example 3: range(1, 101, 2) generates ?</a:t>
            </a:r>
          </a:p>
        </p:txBody>
      </p:sp>
      <p:sp>
        <p:nvSpPr>
          <p:cNvPr id="2" name="TextBox 1">
            <a:extLst>
              <a:ext uri="{FF2B5EF4-FFF2-40B4-BE49-F238E27FC236}">
                <a16:creationId xmlns:a16="http://schemas.microsoft.com/office/drawing/2014/main" id="{8B4DC67E-BEA7-4C57-24F5-6769E7663A9B}"/>
              </a:ext>
            </a:extLst>
          </p:cNvPr>
          <p:cNvSpPr txBox="1"/>
          <p:nvPr/>
        </p:nvSpPr>
        <p:spPr>
          <a:xfrm>
            <a:off x="4460488" y="3366717"/>
            <a:ext cx="4683512" cy="307777"/>
          </a:xfrm>
          <a:prstGeom prst="rect">
            <a:avLst/>
          </a:prstGeom>
          <a:noFill/>
        </p:spPr>
        <p:txBody>
          <a:bodyPr wrap="square">
            <a:spAutoFit/>
          </a:bodyPr>
          <a:lstStyle/>
          <a:p>
            <a:r>
              <a:rPr lang="en-US" b="1" dirty="0">
                <a:solidFill>
                  <a:srgbClr val="00B050"/>
                </a:solidFill>
              </a:rPr>
              <a:t>2, 4, 6, 8… 96, 98, 100    (all even numbers up to 100!)</a:t>
            </a:r>
          </a:p>
        </p:txBody>
      </p:sp>
    </p:spTree>
    <p:extLst>
      <p:ext uri="{BB962C8B-B14F-4D97-AF65-F5344CB8AC3E}">
        <p14:creationId xmlns:p14="http://schemas.microsoft.com/office/powerpoint/2010/main" val="3832844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3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3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3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48"/>
          <p:cNvSpPr txBox="1">
            <a:spLocks noGrp="1"/>
          </p:cNvSpPr>
          <p:nvPr>
            <p:ph type="title"/>
          </p:nvPr>
        </p:nvSpPr>
        <p:spPr>
          <a:noFill/>
          <a:ln>
            <a:noFill/>
          </a:ln>
        </p:spPr>
        <p:txBody>
          <a:bodyPr spcFirstLastPara="1" wrap="square" lIns="91425" tIns="91425" rIns="91425" bIns="91425" anchor="t" anchorCtr="0">
            <a:normAutofit/>
          </a:bodyPr>
          <a:lstStyle/>
          <a:p>
            <a:pPr lvl="0"/>
            <a:r>
              <a:rPr lang="en-US"/>
              <a:t>LOOPS</a:t>
            </a:r>
          </a:p>
        </p:txBody>
      </p:sp>
      <p:sp>
        <p:nvSpPr>
          <p:cNvPr id="2" name="Text Placeholder 1">
            <a:extLst>
              <a:ext uri="{FF2B5EF4-FFF2-40B4-BE49-F238E27FC236}">
                <a16:creationId xmlns:a16="http://schemas.microsoft.com/office/drawing/2014/main" id="{51B59AA5-0605-988D-3589-BF825B86F5B7}"/>
              </a:ext>
            </a:extLst>
          </p:cNvPr>
          <p:cNvSpPr>
            <a:spLocks noGrp="1"/>
          </p:cNvSpPr>
          <p:nvPr>
            <p:ph type="body" idx="1"/>
          </p:nvPr>
        </p:nvSpPr>
        <p:spPr/>
        <p:txBody>
          <a:bodyPr/>
          <a:lstStyle/>
          <a:p>
            <a:r>
              <a:rPr lang="en-US" dirty="0"/>
              <a:t>Fundamental control flow structures used to execute a block of code repeatedly</a:t>
            </a:r>
          </a:p>
          <a:p>
            <a:r>
              <a:rPr lang="en-US" dirty="0"/>
              <a:t>Two primary types of loops are “for” and “while” loops, which have distinct purposes</a:t>
            </a:r>
          </a:p>
          <a:p>
            <a:r>
              <a:rPr lang="en-US" dirty="0"/>
              <a:t>You can nest loops</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50"/>
          <p:cNvSpPr txBox="1">
            <a:spLocks noGrp="1"/>
          </p:cNvSpPr>
          <p:nvPr>
            <p:ph type="title"/>
          </p:nvPr>
        </p:nvSpPr>
        <p:spPr>
          <a:noFill/>
          <a:ln>
            <a:noFill/>
          </a:ln>
        </p:spPr>
        <p:txBody>
          <a:bodyPr spcFirstLastPara="1" wrap="square" lIns="91425" tIns="91425" rIns="91425" bIns="91425" anchor="t" anchorCtr="0">
            <a:normAutofit/>
          </a:bodyPr>
          <a:lstStyle/>
          <a:p>
            <a:pPr lvl="0"/>
            <a:r>
              <a:rPr lang="en-US"/>
              <a:t>“FOR” LOOP</a:t>
            </a:r>
          </a:p>
        </p:txBody>
      </p:sp>
      <p:sp>
        <p:nvSpPr>
          <p:cNvPr id="442" name="Google Shape;442;p50"/>
          <p:cNvSpPr txBox="1">
            <a:spLocks noGrp="1"/>
          </p:cNvSpPr>
          <p:nvPr>
            <p:ph type="body" idx="1"/>
          </p:nvPr>
        </p:nvSpPr>
        <p:spPr>
          <a:noFill/>
          <a:ln>
            <a:noFill/>
          </a:ln>
        </p:spPr>
        <p:txBody>
          <a:bodyPr spcFirstLastPara="1" wrap="square" lIns="91425" tIns="91425" rIns="91425" bIns="91425" anchor="t" anchorCtr="0">
            <a:normAutofit/>
          </a:bodyPr>
          <a:lstStyle/>
          <a:p>
            <a:pPr lvl="0"/>
            <a:r>
              <a:rPr lang="en-US" dirty="0"/>
              <a:t>For loops iterate over a sequence, such as a list, tuple, string, or range, or other </a:t>
            </a:r>
            <a:r>
              <a:rPr lang="en-US" dirty="0" err="1"/>
              <a:t>iterable</a:t>
            </a:r>
            <a:r>
              <a:rPr lang="en-US" dirty="0"/>
              <a:t> objects</a:t>
            </a:r>
          </a:p>
          <a:p>
            <a:pPr lvl="0"/>
            <a:r>
              <a:rPr lang="en-US" dirty="0"/>
              <a:t>A block of code is executed once for each item in the sequence</a:t>
            </a:r>
          </a:p>
          <a:p>
            <a:pPr lvl="0"/>
            <a:endParaRPr lang="en-US" dirty="0"/>
          </a:p>
          <a:p>
            <a:pPr lvl="0"/>
            <a:r>
              <a:rPr lang="en-US" dirty="0"/>
              <a:t>Syntax:</a:t>
            </a:r>
          </a:p>
          <a:p>
            <a:pPr marL="571500" lvl="1" indent="0">
              <a:lnSpc>
                <a:spcPct val="75000"/>
              </a:lnSpc>
              <a:buSzPct val="100000"/>
              <a:buNone/>
            </a:pPr>
            <a:r>
              <a:rPr lang="en-US" sz="1100" dirty="0">
                <a:latin typeface="Courier New" panose="02070309020205020404" pitchFamily="49" charset="0"/>
                <a:cs typeface="Courier New" panose="02070309020205020404" pitchFamily="49" charset="0"/>
                <a:sym typeface="Consolas"/>
              </a:rPr>
              <a:t>for </a:t>
            </a:r>
            <a:r>
              <a:rPr lang="en-US" sz="1100" dirty="0" err="1">
                <a:latin typeface="Courier New" panose="02070309020205020404" pitchFamily="49" charset="0"/>
                <a:cs typeface="Courier New" panose="02070309020205020404" pitchFamily="49" charset="0"/>
                <a:sym typeface="Consolas"/>
              </a:rPr>
              <a:t>loop_variable</a:t>
            </a:r>
            <a:r>
              <a:rPr lang="en-US" sz="1100" dirty="0">
                <a:latin typeface="Courier New" panose="02070309020205020404" pitchFamily="49" charset="0"/>
                <a:cs typeface="Courier New" panose="02070309020205020404" pitchFamily="49" charset="0"/>
                <a:sym typeface="Consolas"/>
              </a:rPr>
              <a:t> in sequence:</a:t>
            </a:r>
          </a:p>
          <a:p>
            <a:pPr marL="571500" lvl="1" indent="0">
              <a:lnSpc>
                <a:spcPct val="75000"/>
              </a:lnSpc>
              <a:buSzPct val="100000"/>
              <a:buNone/>
            </a:pPr>
            <a:r>
              <a:rPr lang="en-US" sz="1100" dirty="0">
                <a:latin typeface="Courier New" panose="02070309020205020404" pitchFamily="49" charset="0"/>
                <a:cs typeface="Courier New" panose="02070309020205020404" pitchFamily="49" charset="0"/>
                <a:sym typeface="Consolas"/>
              </a:rPr>
              <a:t>    # code</a:t>
            </a:r>
          </a:p>
          <a:p>
            <a:pPr lvl="0"/>
            <a:endParaRPr lang="en-US" dirty="0">
              <a:sym typeface="Consolas"/>
            </a:endParaRPr>
          </a:p>
          <a:p>
            <a:pPr lvl="0"/>
            <a:r>
              <a:rPr lang="en-US" dirty="0"/>
              <a:t>Example:</a:t>
            </a:r>
          </a:p>
          <a:p>
            <a:pPr marL="571500" lvl="1" indent="0">
              <a:lnSpc>
                <a:spcPct val="85000"/>
              </a:lnSpc>
              <a:buSzPct val="100000"/>
              <a:buNone/>
            </a:pPr>
            <a:r>
              <a:rPr lang="en-US" sz="1100" dirty="0">
                <a:latin typeface="Courier New" panose="02070309020205020404" pitchFamily="49" charset="0"/>
                <a:cs typeface="Courier New" panose="02070309020205020404" pitchFamily="49" charset="0"/>
                <a:sym typeface="Consolas"/>
              </a:rPr>
              <a:t>fruits = ["apple", "banana", "cherry"]</a:t>
            </a:r>
          </a:p>
          <a:p>
            <a:pPr marL="571500" lvl="1" indent="0">
              <a:lnSpc>
                <a:spcPct val="85000"/>
              </a:lnSpc>
              <a:buSzPct val="100000"/>
              <a:buNone/>
            </a:pPr>
            <a:r>
              <a:rPr lang="en-US" sz="1100" dirty="0">
                <a:latin typeface="Courier New" panose="02070309020205020404" pitchFamily="49" charset="0"/>
                <a:cs typeface="Courier New" panose="02070309020205020404" pitchFamily="49" charset="0"/>
                <a:sym typeface="Consolas"/>
              </a:rPr>
              <a:t>for fruit in fruits:</a:t>
            </a:r>
          </a:p>
          <a:p>
            <a:pPr marL="571500" lvl="1" indent="0">
              <a:lnSpc>
                <a:spcPct val="85000"/>
              </a:lnSpc>
              <a:buSzPct val="100000"/>
              <a:buNone/>
            </a:pPr>
            <a:r>
              <a:rPr lang="en-US" sz="1100" dirty="0">
                <a:latin typeface="Courier New" panose="02070309020205020404" pitchFamily="49" charset="0"/>
                <a:cs typeface="Courier New" panose="02070309020205020404" pitchFamily="49" charset="0"/>
                <a:sym typeface="Consolas"/>
              </a:rPr>
              <a:t>    print(fruit)</a:t>
            </a:r>
          </a:p>
          <a:p>
            <a:pPr lvl="0"/>
            <a:endParaRPr lang="en-US" dirty="0">
              <a:sym typeface="Consolas"/>
            </a:endParaRPr>
          </a:p>
          <a:p>
            <a:pPr lvl="0"/>
            <a:endParaRPr lang="en-US" dirty="0">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2">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42">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4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42">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42">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42">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4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D9F6E-FA6F-7825-6BB0-6374B70CD6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DD182D-0497-CA2F-A64B-FDE4EF3CCDEF}"/>
              </a:ext>
            </a:extLst>
          </p:cNvPr>
          <p:cNvSpPr>
            <a:spLocks noGrp="1"/>
          </p:cNvSpPr>
          <p:nvPr>
            <p:ph type="title"/>
          </p:nvPr>
        </p:nvSpPr>
        <p:spPr/>
        <p:txBody>
          <a:bodyPr/>
          <a:lstStyle/>
          <a:p>
            <a:r>
              <a:rPr lang="en-US" dirty="0"/>
              <a:t>Instructor Led Examples</a:t>
            </a:r>
          </a:p>
        </p:txBody>
      </p:sp>
      <p:sp>
        <p:nvSpPr>
          <p:cNvPr id="3" name="Text Placeholder 2">
            <a:extLst>
              <a:ext uri="{FF2B5EF4-FFF2-40B4-BE49-F238E27FC236}">
                <a16:creationId xmlns:a16="http://schemas.microsoft.com/office/drawing/2014/main" id="{E293979C-1F2B-E19E-7092-18AB570CE59F}"/>
              </a:ext>
            </a:extLst>
          </p:cNvPr>
          <p:cNvSpPr>
            <a:spLocks noGrp="1"/>
          </p:cNvSpPr>
          <p:nvPr>
            <p:ph type="body" idx="1"/>
          </p:nvPr>
        </p:nvSpPr>
        <p:spPr>
          <a:xfrm>
            <a:off x="411479" y="1200149"/>
            <a:ext cx="7706609" cy="3429000"/>
          </a:xfrm>
        </p:spPr>
        <p:txBody>
          <a:bodyPr/>
          <a:lstStyle/>
          <a:p>
            <a:r>
              <a:rPr lang="en-US" dirty="0"/>
              <a:t>Use a for loop to print the numbers from 1 to 10</a:t>
            </a:r>
          </a:p>
          <a:p>
            <a:endParaRPr lang="en-US" dirty="0"/>
          </a:p>
          <a:p>
            <a:r>
              <a:rPr lang="en-US" dirty="0"/>
              <a:t>Create a list.  Add an item to the end of the list.  Use a for loop to print each item in the list.</a:t>
            </a:r>
          </a:p>
          <a:p>
            <a:pPr marL="114300" indent="0">
              <a:buNone/>
            </a:pPr>
            <a:endParaRPr lang="en-US" dirty="0"/>
          </a:p>
          <a:p>
            <a:r>
              <a:rPr lang="en-US" dirty="0"/>
              <a:t>Use a for loop to print all the even numbers between 20 and 50</a:t>
            </a:r>
          </a:p>
          <a:p>
            <a:endParaRPr lang="en-US" dirty="0"/>
          </a:p>
          <a:p>
            <a:r>
              <a:rPr lang="en-US" dirty="0"/>
              <a:t>Create the list [10, 20, 30, 40, 50].  Find the average value of the list using a for loop.</a:t>
            </a:r>
          </a:p>
          <a:p>
            <a:endParaRPr lang="en-US" dirty="0"/>
          </a:p>
          <a:p>
            <a:endParaRPr lang="en-US" dirty="0"/>
          </a:p>
        </p:txBody>
      </p:sp>
    </p:spTree>
    <p:extLst>
      <p:ext uri="{BB962C8B-B14F-4D97-AF65-F5344CB8AC3E}">
        <p14:creationId xmlns:p14="http://schemas.microsoft.com/office/powerpoint/2010/main" val="35121746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51"/>
          <p:cNvSpPr txBox="1">
            <a:spLocks noGrp="1"/>
          </p:cNvSpPr>
          <p:nvPr>
            <p:ph type="title"/>
          </p:nvPr>
        </p:nvSpPr>
        <p:spPr>
          <a:noFill/>
          <a:ln>
            <a:noFill/>
          </a:ln>
        </p:spPr>
        <p:txBody>
          <a:bodyPr spcFirstLastPara="1" wrap="square" lIns="91425" tIns="91425" rIns="91425" bIns="91425" anchor="t" anchorCtr="0">
            <a:normAutofit/>
          </a:bodyPr>
          <a:lstStyle/>
          <a:p>
            <a:pPr lvl="0"/>
            <a:r>
              <a:rPr lang="en-US"/>
              <a:t>“WHILE” LOOP</a:t>
            </a:r>
          </a:p>
        </p:txBody>
      </p:sp>
      <p:sp>
        <p:nvSpPr>
          <p:cNvPr id="448" name="Google Shape;448;p51"/>
          <p:cNvSpPr txBox="1">
            <a:spLocks noGrp="1"/>
          </p:cNvSpPr>
          <p:nvPr>
            <p:ph type="body" idx="1"/>
          </p:nvPr>
        </p:nvSpPr>
        <p:spPr>
          <a:xfrm>
            <a:off x="411480" y="1200149"/>
            <a:ext cx="8338510" cy="3429000"/>
          </a:xfrm>
          <a:noFill/>
          <a:ln>
            <a:noFill/>
          </a:ln>
        </p:spPr>
        <p:txBody>
          <a:bodyPr spcFirstLastPara="1" wrap="square" lIns="91425" tIns="91425" rIns="91425" bIns="91425" anchor="t" anchorCtr="0">
            <a:normAutofit fontScale="92500" lnSpcReduction="10000"/>
          </a:bodyPr>
          <a:lstStyle/>
          <a:p>
            <a:pPr lvl="0"/>
            <a:r>
              <a:rPr lang="en-US" dirty="0"/>
              <a:t>While loops execute a block of statements repeatedly as long as a given condition is True</a:t>
            </a:r>
          </a:p>
          <a:p>
            <a:pPr lvl="0"/>
            <a:r>
              <a:rPr lang="en-US" dirty="0"/>
              <a:t>The loop continues to execute until the condition becomes false</a:t>
            </a:r>
          </a:p>
          <a:p>
            <a:pPr lvl="0"/>
            <a:r>
              <a:rPr lang="en-US" dirty="0"/>
              <a:t>What if we never update the variable that is being checked by our condition inside the body of our while loop?</a:t>
            </a:r>
          </a:p>
          <a:p>
            <a:pPr lvl="0"/>
            <a:endParaRPr lang="en-US" dirty="0"/>
          </a:p>
          <a:p>
            <a:pPr lvl="0"/>
            <a:r>
              <a:rPr lang="en-US" dirty="0"/>
              <a:t>Syntax:</a:t>
            </a:r>
          </a:p>
          <a:p>
            <a:pPr lvl="1">
              <a:lnSpc>
                <a:spcPct val="105000"/>
              </a:lnSpc>
              <a:buSzPct val="100000"/>
              <a:buFont typeface="+mj-lt"/>
              <a:buAutoNum type="arabicPeriod"/>
            </a:pPr>
            <a:r>
              <a:rPr lang="en-US" sz="1300" dirty="0">
                <a:latin typeface="Courier New" panose="02070309020205020404" pitchFamily="49" charset="0"/>
                <a:cs typeface="Courier New" panose="02070309020205020404" pitchFamily="49" charset="0"/>
                <a:sym typeface="Consolas"/>
              </a:rPr>
              <a:t>while condition:</a:t>
            </a:r>
          </a:p>
          <a:p>
            <a:pPr lvl="1">
              <a:lnSpc>
                <a:spcPct val="105000"/>
              </a:lnSpc>
              <a:buSzPct val="100000"/>
              <a:buFont typeface="+mj-lt"/>
              <a:buAutoNum type="arabicPeriod"/>
            </a:pPr>
            <a:r>
              <a:rPr lang="en-US" sz="1300" dirty="0">
                <a:latin typeface="Courier New" panose="02070309020205020404" pitchFamily="49" charset="0"/>
                <a:cs typeface="Courier New" panose="02070309020205020404" pitchFamily="49" charset="0"/>
                <a:sym typeface="Consolas"/>
              </a:rPr>
              <a:t>    # block of code</a:t>
            </a:r>
          </a:p>
          <a:p>
            <a:pPr lvl="0"/>
            <a:endParaRPr lang="en-US" dirty="0">
              <a:sym typeface="Consolas"/>
            </a:endParaRPr>
          </a:p>
          <a:p>
            <a:pPr lvl="0"/>
            <a:r>
              <a:rPr lang="en-US" dirty="0"/>
              <a:t>Example:</a:t>
            </a:r>
          </a:p>
          <a:p>
            <a:pPr lvl="1">
              <a:lnSpc>
                <a:spcPct val="105000"/>
              </a:lnSpc>
              <a:buSzPct val="100000"/>
              <a:buFont typeface="+mj-lt"/>
              <a:buAutoNum type="arabicPeriod"/>
            </a:pPr>
            <a:r>
              <a:rPr lang="en-US" sz="1300" dirty="0">
                <a:latin typeface="Courier New" panose="02070309020205020404" pitchFamily="49" charset="0"/>
                <a:cs typeface="Courier New" panose="02070309020205020404" pitchFamily="49" charset="0"/>
                <a:sym typeface="Consolas"/>
              </a:rPr>
              <a:t>count = 0</a:t>
            </a:r>
          </a:p>
          <a:p>
            <a:pPr lvl="1">
              <a:lnSpc>
                <a:spcPct val="105000"/>
              </a:lnSpc>
              <a:buSzPct val="100000"/>
              <a:buFont typeface="+mj-lt"/>
              <a:buAutoNum type="arabicPeriod"/>
            </a:pPr>
            <a:r>
              <a:rPr lang="en-US" sz="1300" dirty="0">
                <a:latin typeface="Courier New" panose="02070309020205020404" pitchFamily="49" charset="0"/>
                <a:cs typeface="Courier New" panose="02070309020205020404" pitchFamily="49" charset="0"/>
                <a:sym typeface="Consolas"/>
              </a:rPr>
              <a:t>while count &lt; 5:</a:t>
            </a:r>
          </a:p>
          <a:p>
            <a:pPr lvl="1">
              <a:lnSpc>
                <a:spcPct val="105000"/>
              </a:lnSpc>
              <a:buSzPct val="100000"/>
              <a:buFont typeface="+mj-lt"/>
              <a:buAutoNum type="arabicPeriod"/>
            </a:pPr>
            <a:r>
              <a:rPr lang="en-US" sz="1300" dirty="0">
                <a:latin typeface="Courier New" panose="02070309020205020404" pitchFamily="49" charset="0"/>
                <a:cs typeface="Courier New" panose="02070309020205020404" pitchFamily="49" charset="0"/>
                <a:sym typeface="Consolas"/>
              </a:rPr>
              <a:t>    print(count)</a:t>
            </a:r>
          </a:p>
          <a:p>
            <a:pPr lvl="1">
              <a:lnSpc>
                <a:spcPct val="105000"/>
              </a:lnSpc>
              <a:buSzPct val="100000"/>
              <a:buFont typeface="+mj-lt"/>
              <a:buAutoNum type="arabicPeriod"/>
            </a:pPr>
            <a:r>
              <a:rPr lang="en-US" sz="1300" dirty="0">
                <a:latin typeface="Courier New" panose="02070309020205020404" pitchFamily="49" charset="0"/>
                <a:cs typeface="Courier New" panose="02070309020205020404" pitchFamily="49" charset="0"/>
                <a:sym typeface="Consolas"/>
              </a:rPr>
              <a:t>    count += 1</a:t>
            </a:r>
          </a:p>
          <a:p>
            <a:pPr lvl="0"/>
            <a:endParaRPr lang="en-US" dirty="0">
              <a:sym typeface="Consolas"/>
            </a:endParaRPr>
          </a:p>
          <a:p>
            <a:pPr lvl="0"/>
            <a:endParaRPr lang="en-US" dirty="0">
              <a:sym typeface="Consola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09A69B8-F9DB-9FB2-664B-08DF2646F2F6}"/>
              </a:ext>
            </a:extLst>
          </p:cNvPr>
          <p:cNvSpPr>
            <a:spLocks noGrp="1"/>
          </p:cNvSpPr>
          <p:nvPr>
            <p:ph type="title"/>
          </p:nvPr>
        </p:nvSpPr>
        <p:spPr/>
        <p:txBody>
          <a:bodyPr/>
          <a:lstStyle/>
          <a:p>
            <a:r>
              <a:rPr lang="en-US" dirty="0"/>
              <a:t>Instructor Led Examples</a:t>
            </a:r>
          </a:p>
        </p:txBody>
      </p:sp>
      <p:sp>
        <p:nvSpPr>
          <p:cNvPr id="6" name="Text Placeholder 5">
            <a:extLst>
              <a:ext uri="{FF2B5EF4-FFF2-40B4-BE49-F238E27FC236}">
                <a16:creationId xmlns:a16="http://schemas.microsoft.com/office/drawing/2014/main" id="{D8B39B41-6901-9C11-4B1A-8CEA53740EB0}"/>
              </a:ext>
            </a:extLst>
          </p:cNvPr>
          <p:cNvSpPr>
            <a:spLocks noGrp="1"/>
          </p:cNvSpPr>
          <p:nvPr>
            <p:ph type="body" idx="1"/>
          </p:nvPr>
        </p:nvSpPr>
        <p:spPr>
          <a:xfrm>
            <a:off x="411479" y="1200149"/>
            <a:ext cx="7810687" cy="3429000"/>
          </a:xfrm>
        </p:spPr>
        <p:txBody>
          <a:bodyPr/>
          <a:lstStyle/>
          <a:p>
            <a:r>
              <a:rPr lang="en-US" dirty="0"/>
              <a:t>Ask the user to input an even integer number.  If the user puts in an odd number, print “This is an odd number”, and then prompt the user for an even number.  Continue to do this until the user enters an even number.  </a:t>
            </a:r>
            <a:r>
              <a:rPr lang="en-US" b="1" dirty="0"/>
              <a:t>**Assume the user will always input an integer value**</a:t>
            </a:r>
          </a:p>
          <a:p>
            <a:endParaRPr lang="en-US" b="1" dirty="0"/>
          </a:p>
          <a:p>
            <a:r>
              <a:rPr lang="en-US" dirty="0"/>
              <a:t>Hard code a secret integer number between 1 and 100.  Ask the user to guess the integer.  If they are higher then the secret number, tell them they are higher.  If they are lower, tell them they are lower.  When they guess it correctly, congratulate them, and end the program.</a:t>
            </a:r>
          </a:p>
          <a:p>
            <a:pPr lvl="1"/>
            <a:r>
              <a:rPr lang="en-US" dirty="0"/>
              <a:t>Bonus:  Display how many times the user guessed until they got it correct after they get it correct.</a:t>
            </a:r>
          </a:p>
        </p:txBody>
      </p:sp>
    </p:spTree>
    <p:extLst>
      <p:ext uri="{BB962C8B-B14F-4D97-AF65-F5344CB8AC3E}">
        <p14:creationId xmlns:p14="http://schemas.microsoft.com/office/powerpoint/2010/main" val="12715901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52"/>
          <p:cNvSpPr txBox="1">
            <a:spLocks noGrp="1"/>
          </p:cNvSpPr>
          <p:nvPr>
            <p:ph type="title"/>
          </p:nvPr>
        </p:nvSpPr>
        <p:spPr>
          <a:xfrm>
            <a:off x="411480" y="308611"/>
            <a:ext cx="6173470" cy="685800"/>
          </a:xfrm>
          <a:noFill/>
          <a:ln>
            <a:noFill/>
          </a:ln>
        </p:spPr>
        <p:txBody>
          <a:bodyPr spcFirstLastPara="1" wrap="square" lIns="91425" tIns="91425" rIns="91425" bIns="91425" anchor="t" anchorCtr="0">
            <a:normAutofit/>
          </a:bodyPr>
          <a:lstStyle/>
          <a:p>
            <a:pPr lvl="0"/>
            <a:r>
              <a:rPr lang="en-US"/>
              <a:t>LOOP CONTROL STATEMENTS</a:t>
            </a:r>
          </a:p>
        </p:txBody>
      </p:sp>
      <p:sp>
        <p:nvSpPr>
          <p:cNvPr id="454" name="Google Shape;454;p52"/>
          <p:cNvSpPr txBox="1">
            <a:spLocks noGrp="1"/>
          </p:cNvSpPr>
          <p:nvPr>
            <p:ph type="body" idx="1"/>
          </p:nvPr>
        </p:nvSpPr>
        <p:spPr>
          <a:xfrm>
            <a:off x="411480" y="1200149"/>
            <a:ext cx="8018842" cy="3429000"/>
          </a:xfrm>
          <a:noFill/>
          <a:ln>
            <a:noFill/>
          </a:ln>
        </p:spPr>
        <p:txBody>
          <a:bodyPr spcFirstLastPara="1" wrap="square" lIns="91425" tIns="91425" rIns="91425" bIns="91425" anchor="t" anchorCtr="0">
            <a:normAutofit/>
          </a:bodyPr>
          <a:lstStyle/>
          <a:p>
            <a:pPr lvl="0"/>
            <a:r>
              <a:rPr lang="en-US" dirty="0">
                <a:sym typeface="Consolas"/>
              </a:rPr>
              <a:t>break</a:t>
            </a:r>
          </a:p>
          <a:p>
            <a:pPr lvl="1"/>
            <a:r>
              <a:rPr lang="en-US" dirty="0"/>
              <a:t>terminates the entire loop immediately, execution resumes at the statement following the loop’s body</a:t>
            </a:r>
          </a:p>
          <a:p>
            <a:pPr lvl="0"/>
            <a:endParaRPr lang="en-US" dirty="0"/>
          </a:p>
          <a:p>
            <a:pPr lvl="0"/>
            <a:endParaRPr lang="en-US" dirty="0">
              <a:sym typeface="Consolas"/>
            </a:endParaRPr>
          </a:p>
        </p:txBody>
      </p:sp>
      <p:pic>
        <p:nvPicPr>
          <p:cNvPr id="3" name="Picture 2">
            <a:extLst>
              <a:ext uri="{FF2B5EF4-FFF2-40B4-BE49-F238E27FC236}">
                <a16:creationId xmlns:a16="http://schemas.microsoft.com/office/drawing/2014/main" id="{7DFD39A3-49E2-DE84-AF27-796CAD979F25}"/>
              </a:ext>
            </a:extLst>
          </p:cNvPr>
          <p:cNvPicPr>
            <a:picLocks noChangeAspect="1"/>
          </p:cNvPicPr>
          <p:nvPr/>
        </p:nvPicPr>
        <p:blipFill>
          <a:blip r:embed="rId3"/>
          <a:stretch>
            <a:fillRect/>
          </a:stretch>
        </p:blipFill>
        <p:spPr>
          <a:xfrm>
            <a:off x="1264081" y="2571750"/>
            <a:ext cx="2705478" cy="1419423"/>
          </a:xfrm>
          <a:prstGeom prst="rect">
            <a:avLst/>
          </a:prstGeom>
        </p:spPr>
      </p:pic>
      <p:pic>
        <p:nvPicPr>
          <p:cNvPr id="5" name="Picture 4">
            <a:extLst>
              <a:ext uri="{FF2B5EF4-FFF2-40B4-BE49-F238E27FC236}">
                <a16:creationId xmlns:a16="http://schemas.microsoft.com/office/drawing/2014/main" id="{AEDF1CA5-1A8C-5383-D191-F552778718E2}"/>
              </a:ext>
            </a:extLst>
          </p:cNvPr>
          <p:cNvPicPr>
            <a:picLocks noChangeAspect="1"/>
          </p:cNvPicPr>
          <p:nvPr/>
        </p:nvPicPr>
        <p:blipFill>
          <a:blip r:embed="rId4"/>
          <a:srcRect l="-5268" r="46956"/>
          <a:stretch>
            <a:fillRect/>
          </a:stretch>
        </p:blipFill>
        <p:spPr>
          <a:xfrm>
            <a:off x="4822160" y="2592486"/>
            <a:ext cx="2518853" cy="141942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52">
          <a:extLst>
            <a:ext uri="{FF2B5EF4-FFF2-40B4-BE49-F238E27FC236}">
              <a16:creationId xmlns:a16="http://schemas.microsoft.com/office/drawing/2014/main" id="{E3D36EAD-B411-F947-D151-5DDE60005A7C}"/>
            </a:ext>
          </a:extLst>
        </p:cNvPr>
        <p:cNvGrpSpPr/>
        <p:nvPr/>
      </p:nvGrpSpPr>
      <p:grpSpPr>
        <a:xfrm>
          <a:off x="0" y="0"/>
          <a:ext cx="0" cy="0"/>
          <a:chOff x="0" y="0"/>
          <a:chExt cx="0" cy="0"/>
        </a:xfrm>
      </p:grpSpPr>
      <p:sp>
        <p:nvSpPr>
          <p:cNvPr id="453" name="Google Shape;453;p52">
            <a:extLst>
              <a:ext uri="{FF2B5EF4-FFF2-40B4-BE49-F238E27FC236}">
                <a16:creationId xmlns:a16="http://schemas.microsoft.com/office/drawing/2014/main" id="{5DACFBF1-7913-8309-7865-6132BBA6E626}"/>
              </a:ext>
            </a:extLst>
          </p:cNvPr>
          <p:cNvSpPr txBox="1">
            <a:spLocks noGrp="1"/>
          </p:cNvSpPr>
          <p:nvPr>
            <p:ph type="title"/>
          </p:nvPr>
        </p:nvSpPr>
        <p:spPr>
          <a:xfrm>
            <a:off x="411480" y="308611"/>
            <a:ext cx="6173470" cy="685800"/>
          </a:xfrm>
          <a:noFill/>
          <a:ln>
            <a:noFill/>
          </a:ln>
        </p:spPr>
        <p:txBody>
          <a:bodyPr spcFirstLastPara="1" wrap="square" lIns="91425" tIns="91425" rIns="91425" bIns="91425" anchor="t" anchorCtr="0">
            <a:normAutofit/>
          </a:bodyPr>
          <a:lstStyle/>
          <a:p>
            <a:pPr lvl="0"/>
            <a:r>
              <a:rPr lang="en-US"/>
              <a:t>LOOP CONTROL STATEMENTS</a:t>
            </a:r>
          </a:p>
        </p:txBody>
      </p:sp>
      <p:sp>
        <p:nvSpPr>
          <p:cNvPr id="454" name="Google Shape;454;p52">
            <a:extLst>
              <a:ext uri="{FF2B5EF4-FFF2-40B4-BE49-F238E27FC236}">
                <a16:creationId xmlns:a16="http://schemas.microsoft.com/office/drawing/2014/main" id="{D823F4C5-AAC0-96B1-31D0-2E8930890417}"/>
              </a:ext>
            </a:extLst>
          </p:cNvPr>
          <p:cNvSpPr txBox="1">
            <a:spLocks noGrp="1"/>
          </p:cNvSpPr>
          <p:nvPr>
            <p:ph type="body" idx="1"/>
          </p:nvPr>
        </p:nvSpPr>
        <p:spPr>
          <a:xfrm>
            <a:off x="411480" y="1200149"/>
            <a:ext cx="8018842" cy="3429000"/>
          </a:xfrm>
          <a:noFill/>
          <a:ln>
            <a:noFill/>
          </a:ln>
        </p:spPr>
        <p:txBody>
          <a:bodyPr spcFirstLastPara="1" wrap="square" lIns="91425" tIns="91425" rIns="91425" bIns="91425" anchor="t" anchorCtr="0">
            <a:normAutofit/>
          </a:bodyPr>
          <a:lstStyle/>
          <a:p>
            <a:pPr lvl="0"/>
            <a:r>
              <a:rPr lang="en-US" dirty="0">
                <a:sym typeface="Consolas"/>
              </a:rPr>
              <a:t>continue</a:t>
            </a:r>
          </a:p>
          <a:p>
            <a:pPr lvl="1"/>
            <a:r>
              <a:rPr lang="en-US" dirty="0"/>
              <a:t>skips the rest of the current iteration of the loop and proceeds to the next iteration of the loop</a:t>
            </a:r>
          </a:p>
          <a:p>
            <a:pPr lvl="0"/>
            <a:endParaRPr lang="en-US" dirty="0"/>
          </a:p>
          <a:p>
            <a:pPr lvl="0"/>
            <a:endParaRPr lang="en-US" dirty="0">
              <a:sym typeface="Consolas"/>
            </a:endParaRPr>
          </a:p>
        </p:txBody>
      </p:sp>
      <p:pic>
        <p:nvPicPr>
          <p:cNvPr id="3" name="Picture 2">
            <a:extLst>
              <a:ext uri="{FF2B5EF4-FFF2-40B4-BE49-F238E27FC236}">
                <a16:creationId xmlns:a16="http://schemas.microsoft.com/office/drawing/2014/main" id="{7172EFD2-4AD5-EEA6-5EC8-31C8276514EF}"/>
              </a:ext>
            </a:extLst>
          </p:cNvPr>
          <p:cNvPicPr>
            <a:picLocks noChangeAspect="1"/>
          </p:cNvPicPr>
          <p:nvPr/>
        </p:nvPicPr>
        <p:blipFill>
          <a:blip r:embed="rId3"/>
          <a:stretch>
            <a:fillRect/>
          </a:stretch>
        </p:blipFill>
        <p:spPr>
          <a:xfrm>
            <a:off x="1653328" y="2505559"/>
            <a:ext cx="2715004" cy="1381318"/>
          </a:xfrm>
          <a:prstGeom prst="rect">
            <a:avLst/>
          </a:prstGeom>
        </p:spPr>
      </p:pic>
      <p:pic>
        <p:nvPicPr>
          <p:cNvPr id="5" name="Picture 4">
            <a:extLst>
              <a:ext uri="{FF2B5EF4-FFF2-40B4-BE49-F238E27FC236}">
                <a16:creationId xmlns:a16="http://schemas.microsoft.com/office/drawing/2014/main" id="{6097C53F-01E5-356E-CE67-628C41E95F84}"/>
              </a:ext>
            </a:extLst>
          </p:cNvPr>
          <p:cNvPicPr>
            <a:picLocks noChangeAspect="1"/>
          </p:cNvPicPr>
          <p:nvPr/>
        </p:nvPicPr>
        <p:blipFill>
          <a:blip r:embed="rId4"/>
          <a:stretch>
            <a:fillRect/>
          </a:stretch>
        </p:blipFill>
        <p:spPr>
          <a:xfrm>
            <a:off x="5353318" y="1887760"/>
            <a:ext cx="3077004" cy="2991267"/>
          </a:xfrm>
          <a:prstGeom prst="rect">
            <a:avLst/>
          </a:prstGeom>
        </p:spPr>
      </p:pic>
    </p:spTree>
    <p:extLst>
      <p:ext uri="{BB962C8B-B14F-4D97-AF65-F5344CB8AC3E}">
        <p14:creationId xmlns:p14="http://schemas.microsoft.com/office/powerpoint/2010/main" val="928511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52">
          <a:extLst>
            <a:ext uri="{FF2B5EF4-FFF2-40B4-BE49-F238E27FC236}">
              <a16:creationId xmlns:a16="http://schemas.microsoft.com/office/drawing/2014/main" id="{725DA112-21CE-F532-D951-E0900817DD7D}"/>
            </a:ext>
          </a:extLst>
        </p:cNvPr>
        <p:cNvGrpSpPr/>
        <p:nvPr/>
      </p:nvGrpSpPr>
      <p:grpSpPr>
        <a:xfrm>
          <a:off x="0" y="0"/>
          <a:ext cx="0" cy="0"/>
          <a:chOff x="0" y="0"/>
          <a:chExt cx="0" cy="0"/>
        </a:xfrm>
      </p:grpSpPr>
      <p:sp>
        <p:nvSpPr>
          <p:cNvPr id="453" name="Google Shape;453;p52">
            <a:extLst>
              <a:ext uri="{FF2B5EF4-FFF2-40B4-BE49-F238E27FC236}">
                <a16:creationId xmlns:a16="http://schemas.microsoft.com/office/drawing/2014/main" id="{94D556E6-8DAC-0C3B-E0C8-7B9DD4A42DAD}"/>
              </a:ext>
            </a:extLst>
          </p:cNvPr>
          <p:cNvSpPr txBox="1">
            <a:spLocks noGrp="1"/>
          </p:cNvSpPr>
          <p:nvPr>
            <p:ph type="title"/>
          </p:nvPr>
        </p:nvSpPr>
        <p:spPr>
          <a:xfrm>
            <a:off x="411480" y="308611"/>
            <a:ext cx="6173470" cy="685800"/>
          </a:xfrm>
          <a:noFill/>
          <a:ln>
            <a:noFill/>
          </a:ln>
        </p:spPr>
        <p:txBody>
          <a:bodyPr spcFirstLastPara="1" wrap="square" lIns="91425" tIns="91425" rIns="91425" bIns="91425" anchor="t" anchorCtr="0">
            <a:normAutofit/>
          </a:bodyPr>
          <a:lstStyle/>
          <a:p>
            <a:pPr lvl="0"/>
            <a:r>
              <a:rPr lang="en-US"/>
              <a:t>LOOP CONTROL STATEMENTS</a:t>
            </a:r>
          </a:p>
        </p:txBody>
      </p:sp>
      <p:sp>
        <p:nvSpPr>
          <p:cNvPr id="454" name="Google Shape;454;p52">
            <a:extLst>
              <a:ext uri="{FF2B5EF4-FFF2-40B4-BE49-F238E27FC236}">
                <a16:creationId xmlns:a16="http://schemas.microsoft.com/office/drawing/2014/main" id="{E3243820-CEE5-9EA5-22B0-2437A8F10758}"/>
              </a:ext>
            </a:extLst>
          </p:cNvPr>
          <p:cNvSpPr txBox="1">
            <a:spLocks noGrp="1"/>
          </p:cNvSpPr>
          <p:nvPr>
            <p:ph type="body" idx="1"/>
          </p:nvPr>
        </p:nvSpPr>
        <p:spPr>
          <a:xfrm>
            <a:off x="411480" y="1200149"/>
            <a:ext cx="8018842" cy="3429000"/>
          </a:xfrm>
          <a:noFill/>
          <a:ln>
            <a:noFill/>
          </a:ln>
        </p:spPr>
        <p:txBody>
          <a:bodyPr spcFirstLastPara="1" wrap="square" lIns="91425" tIns="91425" rIns="91425" bIns="91425" anchor="t" anchorCtr="0">
            <a:normAutofit/>
          </a:bodyPr>
          <a:lstStyle/>
          <a:p>
            <a:pPr lvl="0"/>
            <a:r>
              <a:rPr lang="en-US" dirty="0">
                <a:sym typeface="Consolas"/>
              </a:rPr>
              <a:t>pass</a:t>
            </a:r>
          </a:p>
          <a:p>
            <a:pPr lvl="1"/>
            <a:r>
              <a:rPr lang="en-US" dirty="0"/>
              <a:t>null operation, used as a placeholder in loops or other code blocks where a statement is syntactically required but there is nothing to execute</a:t>
            </a:r>
          </a:p>
          <a:p>
            <a:pPr lvl="0"/>
            <a:endParaRPr lang="en-US" dirty="0"/>
          </a:p>
          <a:p>
            <a:pPr lvl="0"/>
            <a:endParaRPr lang="en-US" dirty="0">
              <a:sym typeface="Consolas"/>
            </a:endParaRPr>
          </a:p>
        </p:txBody>
      </p:sp>
      <p:pic>
        <p:nvPicPr>
          <p:cNvPr id="3" name="Picture 2">
            <a:extLst>
              <a:ext uri="{FF2B5EF4-FFF2-40B4-BE49-F238E27FC236}">
                <a16:creationId xmlns:a16="http://schemas.microsoft.com/office/drawing/2014/main" id="{CDD25292-27E7-70AB-B007-23B2875E7C42}"/>
              </a:ext>
            </a:extLst>
          </p:cNvPr>
          <p:cNvPicPr>
            <a:picLocks noChangeAspect="1"/>
          </p:cNvPicPr>
          <p:nvPr/>
        </p:nvPicPr>
        <p:blipFill>
          <a:blip r:embed="rId3"/>
          <a:stretch>
            <a:fillRect/>
          </a:stretch>
        </p:blipFill>
        <p:spPr>
          <a:xfrm>
            <a:off x="2698827" y="2467672"/>
            <a:ext cx="3315163" cy="1171739"/>
          </a:xfrm>
          <a:prstGeom prst="rect">
            <a:avLst/>
          </a:prstGeom>
        </p:spPr>
      </p:pic>
    </p:spTree>
    <p:extLst>
      <p:ext uri="{BB962C8B-B14F-4D97-AF65-F5344CB8AC3E}">
        <p14:creationId xmlns:p14="http://schemas.microsoft.com/office/powerpoint/2010/main" val="76664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53"/>
          <p:cNvSpPr txBox="1">
            <a:spLocks noGrp="1"/>
          </p:cNvSpPr>
          <p:nvPr>
            <p:ph type="title"/>
          </p:nvPr>
        </p:nvSpPr>
        <p:spPr>
          <a:noFill/>
          <a:ln>
            <a:noFill/>
          </a:ln>
        </p:spPr>
        <p:txBody>
          <a:bodyPr spcFirstLastPara="1" wrap="square" lIns="91425" tIns="91425" rIns="91425" bIns="91425" anchor="t" anchorCtr="0">
            <a:normAutofit/>
          </a:bodyPr>
          <a:lstStyle/>
          <a:p>
            <a:pPr lvl="0"/>
            <a:r>
              <a:rPr lang="en-US"/>
              <a:t>NESTED LOOPS</a:t>
            </a:r>
          </a:p>
        </p:txBody>
      </p:sp>
      <p:sp>
        <p:nvSpPr>
          <p:cNvPr id="460" name="Google Shape;460;p53"/>
          <p:cNvSpPr txBox="1">
            <a:spLocks noGrp="1"/>
          </p:cNvSpPr>
          <p:nvPr>
            <p:ph type="body" idx="1"/>
          </p:nvPr>
        </p:nvSpPr>
        <p:spPr>
          <a:noFill/>
          <a:ln>
            <a:noFill/>
          </a:ln>
        </p:spPr>
        <p:txBody>
          <a:bodyPr spcFirstLastPara="1" wrap="square" lIns="91425" tIns="91425" rIns="91425" bIns="91425" anchor="t" anchorCtr="0">
            <a:normAutofit/>
          </a:bodyPr>
          <a:lstStyle/>
          <a:p>
            <a:pPr lvl="0"/>
            <a:r>
              <a:rPr lang="en-US" dirty="0"/>
              <a:t>Python allows loops inside other loops, called nested loops</a:t>
            </a:r>
          </a:p>
          <a:p>
            <a:pPr lvl="0"/>
            <a:r>
              <a:rPr lang="en-US" dirty="0"/>
              <a:t>The inner loop executes completely for each iteration of the outer loop</a:t>
            </a:r>
          </a:p>
          <a:p>
            <a:pPr lvl="0"/>
            <a:r>
              <a:rPr lang="en-US" dirty="0"/>
              <a:t>Example:</a:t>
            </a:r>
          </a:p>
          <a:p>
            <a:pPr lvl="1">
              <a:lnSpc>
                <a:spcPct val="85000"/>
              </a:lnSpc>
              <a:buSzPct val="100000"/>
              <a:buFont typeface="+mj-lt"/>
              <a:buAutoNum type="arabicPeriod"/>
            </a:pPr>
            <a:r>
              <a:rPr lang="en-US" sz="1200" dirty="0">
                <a:latin typeface="Courier New" panose="02070309020205020404" pitchFamily="49" charset="0"/>
                <a:cs typeface="Courier New" panose="02070309020205020404" pitchFamily="49" charset="0"/>
                <a:sym typeface="Consolas"/>
              </a:rPr>
              <a:t>for </a:t>
            </a:r>
            <a:r>
              <a:rPr lang="en-US" sz="1200" dirty="0" err="1">
                <a:latin typeface="Courier New" panose="02070309020205020404" pitchFamily="49" charset="0"/>
                <a:cs typeface="Courier New" panose="02070309020205020404" pitchFamily="49" charset="0"/>
                <a:sym typeface="Consolas"/>
              </a:rPr>
              <a:t>i</a:t>
            </a:r>
            <a:r>
              <a:rPr lang="en-US" sz="1200" dirty="0">
                <a:latin typeface="Courier New" panose="02070309020205020404" pitchFamily="49" charset="0"/>
                <a:cs typeface="Courier New" panose="02070309020205020404" pitchFamily="49" charset="0"/>
                <a:sym typeface="Consolas"/>
              </a:rPr>
              <a:t> in range(3):</a:t>
            </a:r>
          </a:p>
          <a:p>
            <a:pPr lvl="1">
              <a:lnSpc>
                <a:spcPct val="85000"/>
              </a:lnSpc>
              <a:buSzPct val="100000"/>
              <a:buFont typeface="+mj-lt"/>
              <a:buAutoNum type="arabicPeriod"/>
            </a:pPr>
            <a:r>
              <a:rPr lang="en-US" sz="1200" dirty="0">
                <a:latin typeface="Courier New" panose="02070309020205020404" pitchFamily="49" charset="0"/>
                <a:cs typeface="Courier New" panose="02070309020205020404" pitchFamily="49" charset="0"/>
                <a:sym typeface="Consolas"/>
              </a:rPr>
              <a:t>    for j in range(2):</a:t>
            </a:r>
          </a:p>
          <a:p>
            <a:pPr lvl="1">
              <a:lnSpc>
                <a:spcPct val="85000"/>
              </a:lnSpc>
              <a:buSzPct val="100000"/>
              <a:buFont typeface="+mj-lt"/>
              <a:buAutoNum type="arabicPeriod"/>
            </a:pPr>
            <a:r>
              <a:rPr lang="en-US" sz="1200" dirty="0">
                <a:latin typeface="Courier New" panose="02070309020205020404" pitchFamily="49" charset="0"/>
                <a:cs typeface="Courier New" panose="02070309020205020404" pitchFamily="49" charset="0"/>
                <a:sym typeface="Consolas"/>
              </a:rPr>
              <a:t>        print(</a:t>
            </a:r>
            <a:r>
              <a:rPr lang="en-US" sz="1200" dirty="0" err="1">
                <a:latin typeface="Courier New" panose="02070309020205020404" pitchFamily="49" charset="0"/>
                <a:cs typeface="Courier New" panose="02070309020205020404" pitchFamily="49" charset="0"/>
                <a:sym typeface="Consolas"/>
              </a:rPr>
              <a:t>i</a:t>
            </a:r>
            <a:r>
              <a:rPr lang="en-US" sz="1200" dirty="0">
                <a:latin typeface="Courier New" panose="02070309020205020404" pitchFamily="49" charset="0"/>
                <a:cs typeface="Courier New" panose="02070309020205020404" pitchFamily="49" charset="0"/>
                <a:sym typeface="Consolas"/>
              </a:rPr>
              <a:t>, j)</a:t>
            </a:r>
          </a:p>
          <a:p>
            <a:pPr lvl="0"/>
            <a:endParaRPr lang="en-US" dirty="0">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0">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60">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60">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6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798B2-6D19-99AB-79E3-D6684DD94D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A43B53-DA45-32F6-ACB2-43C0AFE3F9BE}"/>
              </a:ext>
            </a:extLst>
          </p:cNvPr>
          <p:cNvSpPr>
            <a:spLocks noGrp="1"/>
          </p:cNvSpPr>
          <p:nvPr>
            <p:ph type="title"/>
          </p:nvPr>
        </p:nvSpPr>
        <p:spPr/>
        <p:txBody>
          <a:bodyPr/>
          <a:lstStyle/>
          <a:p>
            <a:r>
              <a:rPr lang="en-US" dirty="0"/>
              <a:t>Hands-On #2</a:t>
            </a:r>
          </a:p>
        </p:txBody>
      </p:sp>
      <p:sp>
        <p:nvSpPr>
          <p:cNvPr id="4" name="Text Placeholder 2">
            <a:extLst>
              <a:ext uri="{FF2B5EF4-FFF2-40B4-BE49-F238E27FC236}">
                <a16:creationId xmlns:a16="http://schemas.microsoft.com/office/drawing/2014/main" id="{85E349E0-C0D9-BD5C-C8E2-B67680ECB393}"/>
              </a:ext>
            </a:extLst>
          </p:cNvPr>
          <p:cNvSpPr>
            <a:spLocks noGrp="1"/>
          </p:cNvSpPr>
          <p:nvPr>
            <p:ph type="body" idx="1"/>
          </p:nvPr>
        </p:nvSpPr>
        <p:spPr>
          <a:xfrm>
            <a:off x="411480" y="1200149"/>
            <a:ext cx="5096352" cy="3429000"/>
          </a:xfrm>
        </p:spPr>
        <p:txBody>
          <a:bodyPr/>
          <a:lstStyle/>
          <a:p>
            <a:r>
              <a:rPr lang="en-US" dirty="0"/>
              <a:t>Take 30 minutes to work through Hands-On #2</a:t>
            </a:r>
          </a:p>
        </p:txBody>
      </p:sp>
    </p:spTree>
    <p:extLst>
      <p:ext uri="{BB962C8B-B14F-4D97-AF65-F5344CB8AC3E}">
        <p14:creationId xmlns:p14="http://schemas.microsoft.com/office/powerpoint/2010/main" val="11790017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F07C9-1A41-F073-AC02-D1B040B565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368909-47B5-28B6-28B7-54290D26D49F}"/>
              </a:ext>
            </a:extLst>
          </p:cNvPr>
          <p:cNvSpPr>
            <a:spLocks noGrp="1"/>
          </p:cNvSpPr>
          <p:nvPr>
            <p:ph type="title"/>
          </p:nvPr>
        </p:nvSpPr>
        <p:spPr/>
        <p:txBody>
          <a:bodyPr/>
          <a:lstStyle/>
          <a:p>
            <a:r>
              <a:rPr lang="en-US"/>
              <a:t>Questions?</a:t>
            </a:r>
            <a:endParaRPr lang="en-US" dirty="0"/>
          </a:p>
        </p:txBody>
      </p:sp>
      <p:sp>
        <p:nvSpPr>
          <p:cNvPr id="3" name="Text Placeholder 2">
            <a:extLst>
              <a:ext uri="{FF2B5EF4-FFF2-40B4-BE49-F238E27FC236}">
                <a16:creationId xmlns:a16="http://schemas.microsoft.com/office/drawing/2014/main" id="{04030480-65E1-58E0-B1B4-5FF9DAE4EBD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01216339"/>
      </p:ext>
    </p:extLst>
  </p:cSld>
  <p:clrMapOvr>
    <a:masterClrMapping/>
  </p:clrMapOvr>
</p:sld>
</file>

<file path=ppt/theme/theme1.xml><?xml version="1.0" encoding="utf-8"?>
<a:theme xmlns:a="http://schemas.openxmlformats.org/drawingml/2006/main" name="US Army 2023 AFC DEVCOM Logo">
  <a:themeElements>
    <a:clrScheme name="US Army Color Palette">
      <a:dk1>
        <a:srgbClr val="000000"/>
      </a:dk1>
      <a:lt1>
        <a:srgbClr val="FFFFFF"/>
      </a:lt1>
      <a:dk2>
        <a:srgbClr val="221F20"/>
      </a:dk2>
      <a:lt2>
        <a:srgbClr val="FFCC01"/>
      </a:lt2>
      <a:accent1>
        <a:srgbClr val="221F20"/>
      </a:accent1>
      <a:accent2>
        <a:srgbClr val="FFCC01"/>
      </a:accent2>
      <a:accent3>
        <a:srgbClr val="727365"/>
      </a:accent3>
      <a:accent4>
        <a:srgbClr val="D5D5D7"/>
      </a:accent4>
      <a:accent5>
        <a:srgbClr val="565557"/>
      </a:accent5>
      <a:accent6>
        <a:srgbClr val="BFB8A6"/>
      </a:accent6>
      <a:hlink>
        <a:srgbClr val="565557"/>
      </a:hlink>
      <a:folHlink>
        <a:srgbClr val="305B6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1504</TotalTime>
  <Words>2193</Words>
  <Application>Microsoft Office PowerPoint</Application>
  <PresentationFormat>On-screen Show (16:9)</PresentationFormat>
  <Paragraphs>337</Paragraphs>
  <Slides>43</Slides>
  <Notes>28</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Consolas</vt:lpstr>
      <vt:lpstr>Arial</vt:lpstr>
      <vt:lpstr>Courier New</vt:lpstr>
      <vt:lpstr>Roboto</vt:lpstr>
      <vt:lpstr>US Army 2023 AFC DEVCOM Logo</vt:lpstr>
      <vt:lpstr>CONDITIONAL STATEMENTS AND LOOPS</vt:lpstr>
      <vt:lpstr>The Gap by Ira Glass</vt:lpstr>
      <vt:lpstr>Quantity vs. Quality?</vt:lpstr>
      <vt:lpstr> Course Schedule</vt:lpstr>
      <vt:lpstr>Review:  What are some different datatypes in Python?</vt:lpstr>
      <vt:lpstr>Review:  What is a Boolean?</vt:lpstr>
      <vt:lpstr>Review:  How can we get information from a user of our program?</vt:lpstr>
      <vt:lpstr>Review:  What function allows us to display information in our terminal?</vt:lpstr>
      <vt:lpstr>Review:  What is type casting, and why is it important?</vt:lpstr>
      <vt:lpstr>How do our Python Scripts run…?</vt:lpstr>
      <vt:lpstr>CONDITIONAL STATEMENTS</vt:lpstr>
      <vt:lpstr>IN CLASS EXERCISE</vt:lpstr>
      <vt:lpstr>IN CLASS EXERCISE</vt:lpstr>
      <vt:lpstr>THE "IF" STATEMENT</vt:lpstr>
      <vt:lpstr>THE “ELSE” STATEMENT</vt:lpstr>
      <vt:lpstr>THE “ELIF” STATEMENT</vt:lpstr>
      <vt:lpstr>THE “ELIF” STATEMENT</vt:lpstr>
      <vt:lpstr>CONDITIONAL STATEMENTS (CONT.)</vt:lpstr>
      <vt:lpstr>NESTED CONDITIONAL STATEMENTS </vt:lpstr>
      <vt:lpstr>EXERCISE - CONDITIONAL STATEMENTS</vt:lpstr>
      <vt:lpstr>Hands-On #1</vt:lpstr>
      <vt:lpstr>Take a 5 minute break</vt:lpstr>
      <vt:lpstr>How do our Python Scripts run…?</vt:lpstr>
      <vt:lpstr>LOOPS!!!</vt:lpstr>
      <vt:lpstr>But first, a new datatype!</vt:lpstr>
      <vt:lpstr>The List [ ]</vt:lpstr>
      <vt:lpstr>List Indexing</vt:lpstr>
      <vt:lpstr>List Methods</vt:lpstr>
      <vt:lpstr>RANGE() FUNCTION </vt:lpstr>
      <vt:lpstr>RANGE() FUNCTION </vt:lpstr>
      <vt:lpstr>RANGE() FUNCTION </vt:lpstr>
      <vt:lpstr>RANGE() FUNCTION </vt:lpstr>
      <vt:lpstr>LOOPS</vt:lpstr>
      <vt:lpstr>“FOR” LOOP</vt:lpstr>
      <vt:lpstr>Instructor Led Examples</vt:lpstr>
      <vt:lpstr>“WHILE” LOOP</vt:lpstr>
      <vt:lpstr>Instructor Led Examples</vt:lpstr>
      <vt:lpstr>LOOP CONTROL STATEMENTS</vt:lpstr>
      <vt:lpstr>LOOP CONTROL STATEMENTS</vt:lpstr>
      <vt:lpstr>LOOP CONTROL STATEMENTS</vt:lpstr>
      <vt:lpstr>NESTED LOOPS</vt:lpstr>
      <vt:lpstr>Hands-On #2</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Ryan Neville</cp:lastModifiedBy>
  <cp:revision>30</cp:revision>
  <dcterms:modified xsi:type="dcterms:W3CDTF">2026-06-19T17:37:26Z</dcterms:modified>
</cp:coreProperties>
</file>
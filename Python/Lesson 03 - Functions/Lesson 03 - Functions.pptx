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30"/>
  </p:notesMasterIdLst>
  <p:sldIdLst>
    <p:sldId id="256" r:id="rId2"/>
    <p:sldId id="488" r:id="rId3"/>
    <p:sldId id="489" r:id="rId4"/>
    <p:sldId id="486" r:id="rId5"/>
    <p:sldId id="491" r:id="rId6"/>
    <p:sldId id="257" r:id="rId7"/>
    <p:sldId id="490" r:id="rId8"/>
    <p:sldId id="492" r:id="rId9"/>
    <p:sldId id="419" r:id="rId10"/>
    <p:sldId id="493" r:id="rId11"/>
    <p:sldId id="500" r:id="rId12"/>
    <p:sldId id="494" r:id="rId13"/>
    <p:sldId id="405" r:id="rId14"/>
    <p:sldId id="495" r:id="rId15"/>
    <p:sldId id="496" r:id="rId16"/>
    <p:sldId id="424" r:id="rId17"/>
    <p:sldId id="498" r:id="rId18"/>
    <p:sldId id="499" r:id="rId19"/>
    <p:sldId id="433" r:id="rId20"/>
    <p:sldId id="501" r:id="rId21"/>
    <p:sldId id="477" r:id="rId22"/>
    <p:sldId id="462" r:id="rId23"/>
    <p:sldId id="465" r:id="rId24"/>
    <p:sldId id="484" r:id="rId25"/>
    <p:sldId id="481" r:id="rId26"/>
    <p:sldId id="482" r:id="rId27"/>
    <p:sldId id="282" r:id="rId28"/>
    <p:sldId id="476" r:id="rId29"/>
  </p:sldIdLst>
  <p:sldSz cx="9144000" cy="5143500" type="screen16x9"/>
  <p:notesSz cx="6858000" cy="9144000"/>
  <p:embeddedFontLst>
    <p:embeddedFont>
      <p:font typeface="Roboto" panose="020000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B9063A8-BC75-44AB-A561-BE0A82F3F6A3}">
  <a:tblStyle styleId="{5B9063A8-BC75-44AB-A561-BE0A82F3F6A3}"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638" autoAdjust="0"/>
  </p:normalViewPr>
  <p:slideViewPr>
    <p:cSldViewPr snapToGrid="0">
      <p:cViewPr varScale="1">
        <p:scale>
          <a:sx n="125" d="100"/>
          <a:sy n="125" d="100"/>
        </p:scale>
        <p:origin x="1194" y="9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5" name="Google Shape;37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70A4C-6580-9B96-AD9C-7B89F40C20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BC750F-D722-5702-D396-607F3EB383E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E743D21-3E28-75DD-6B79-50F7034E19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804FB5-1C20-6F5F-93AF-A0AA5723923A}"/>
              </a:ext>
            </a:extLst>
          </p:cNvPr>
          <p:cNvSpPr>
            <a:spLocks noGrp="1"/>
          </p:cNvSpPr>
          <p:nvPr>
            <p:ph type="sldNum" sz="quarter" idx="5"/>
          </p:nvPr>
        </p:nvSpPr>
        <p:spPr/>
        <p:txBody>
          <a:bodyPr/>
          <a:lstStyle/>
          <a:p>
            <a:fld id="{292570D5-C374-43AE-876B-55C2A221664E}" type="slidenum">
              <a:rPr lang="en-US" smtClean="0"/>
              <a:t>2</a:t>
            </a:fld>
            <a:endParaRPr lang="en-US"/>
          </a:p>
        </p:txBody>
      </p:sp>
    </p:spTree>
    <p:extLst>
      <p:ext uri="{BB962C8B-B14F-4D97-AF65-F5344CB8AC3E}">
        <p14:creationId xmlns:p14="http://schemas.microsoft.com/office/powerpoint/2010/main" val="2022225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9D1F0-1663-A3D8-D3FE-0F12D34AC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20AA97-E26C-EE77-4301-B8C008CE3EB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93BA083-2E5E-7639-557D-28E277AD2F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A4E88A-61CA-05F5-DA63-0ABF75293206}"/>
              </a:ext>
            </a:extLst>
          </p:cNvPr>
          <p:cNvSpPr>
            <a:spLocks noGrp="1"/>
          </p:cNvSpPr>
          <p:nvPr>
            <p:ph type="sldNum" sz="quarter" idx="5"/>
          </p:nvPr>
        </p:nvSpPr>
        <p:spPr/>
        <p:txBody>
          <a:bodyPr/>
          <a:lstStyle/>
          <a:p>
            <a:fld id="{292570D5-C374-43AE-876B-55C2A221664E}" type="slidenum">
              <a:rPr lang="en-US" smtClean="0"/>
              <a:t>3</a:t>
            </a:fld>
            <a:endParaRPr lang="en-US"/>
          </a:p>
        </p:txBody>
      </p:sp>
    </p:spTree>
    <p:extLst>
      <p:ext uri="{BB962C8B-B14F-4D97-AF65-F5344CB8AC3E}">
        <p14:creationId xmlns:p14="http://schemas.microsoft.com/office/powerpoint/2010/main" val="2796393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64719-007A-9D20-6D43-3A4FCAADA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2F23C-3B6C-06AD-FDEF-F55DEF812C1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784E9A6-CB51-3C7D-DF18-0DDEC1AC42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45C7A3-AEE3-A283-A203-B801AB559F92}"/>
              </a:ext>
            </a:extLst>
          </p:cNvPr>
          <p:cNvSpPr>
            <a:spLocks noGrp="1"/>
          </p:cNvSpPr>
          <p:nvPr>
            <p:ph type="sldNum" sz="quarter" idx="5"/>
          </p:nvPr>
        </p:nvSpPr>
        <p:spPr/>
        <p:txBody>
          <a:bodyPr/>
          <a:lstStyle/>
          <a:p>
            <a:fld id="{292570D5-C374-43AE-876B-55C2A221664E}" type="slidenum">
              <a:rPr lang="en-US" smtClean="0"/>
              <a:t>4</a:t>
            </a:fld>
            <a:endParaRPr lang="en-US"/>
          </a:p>
        </p:txBody>
      </p:sp>
    </p:spTree>
    <p:extLst>
      <p:ext uri="{BB962C8B-B14F-4D97-AF65-F5344CB8AC3E}">
        <p14:creationId xmlns:p14="http://schemas.microsoft.com/office/powerpoint/2010/main" val="2731214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FD7E6-9378-263A-EC10-412A02CBCE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3A103B-85B0-E208-6061-CF80516F0A4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48FB0F2-B5C0-3ABE-C3C6-2B1D823983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06EB43-F4ED-79BD-FD95-5B1538063BFA}"/>
              </a:ext>
            </a:extLst>
          </p:cNvPr>
          <p:cNvSpPr>
            <a:spLocks noGrp="1"/>
          </p:cNvSpPr>
          <p:nvPr>
            <p:ph type="sldNum" sz="quarter" idx="5"/>
          </p:nvPr>
        </p:nvSpPr>
        <p:spPr/>
        <p:txBody>
          <a:bodyPr/>
          <a:lstStyle/>
          <a:p>
            <a:fld id="{292570D5-C374-43AE-876B-55C2A221664E}" type="slidenum">
              <a:rPr lang="en-US" smtClean="0"/>
              <a:t>5</a:t>
            </a:fld>
            <a:endParaRPr lang="en-US"/>
          </a:p>
        </p:txBody>
      </p:sp>
    </p:spTree>
    <p:extLst>
      <p:ext uri="{BB962C8B-B14F-4D97-AF65-F5344CB8AC3E}">
        <p14:creationId xmlns:p14="http://schemas.microsoft.com/office/powerpoint/2010/main" val="4052764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7105969b9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7105969b9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7105969b97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7105969b9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3D38C-9460-DC53-88CA-B5F165B61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5B4D7-B5DA-2852-3424-CEE824E4DD8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A32141D-8E9C-DC88-7E8E-758B8BA5E8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A42DEA-2D46-9CFD-2B4F-AFF7E8D3C9BB}"/>
              </a:ext>
            </a:extLst>
          </p:cNvPr>
          <p:cNvSpPr>
            <a:spLocks noGrp="1"/>
          </p:cNvSpPr>
          <p:nvPr>
            <p:ph type="sldNum" sz="quarter" idx="5"/>
          </p:nvPr>
        </p:nvSpPr>
        <p:spPr/>
        <p:txBody>
          <a:bodyPr/>
          <a:lstStyle/>
          <a:p>
            <a:fld id="{292570D5-C374-43AE-876B-55C2A221664E}" type="slidenum">
              <a:rPr lang="en-US" smtClean="0"/>
              <a:t>8</a:t>
            </a:fld>
            <a:endParaRPr lang="en-US"/>
          </a:p>
        </p:txBody>
      </p:sp>
    </p:spTree>
    <p:extLst>
      <p:ext uri="{BB962C8B-B14F-4D97-AF65-F5344CB8AC3E}">
        <p14:creationId xmlns:p14="http://schemas.microsoft.com/office/powerpoint/2010/main" val="31322688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a:defRPr/>
            </a:pPr>
            <a:fld id="{18B4ECCA-5441-478E-8672-6AB21BB71BD9}" type="slidenum">
              <a:rPr lang="en-US" altLang="en-US" smtClean="0"/>
              <a:pPr>
                <a:defRPr/>
              </a:pPr>
              <a:t>9</a:t>
            </a:fld>
            <a:endParaRPr lang="en-US" altLang="en-US"/>
          </a:p>
        </p:txBody>
      </p:sp>
    </p:spTree>
    <p:extLst>
      <p:ext uri="{BB962C8B-B14F-4D97-AF65-F5344CB8AC3E}">
        <p14:creationId xmlns:p14="http://schemas.microsoft.com/office/powerpoint/2010/main" val="15894242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C4BE3-0F40-FA3E-2098-6387168E09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FCB48-5F83-68A1-A1E3-56D993AEC07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95B53DF-E7CF-FD26-8EF5-487B9DB6D70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926AEABA-6ABD-0AA2-2729-1ECCBBDDCD06}"/>
              </a:ext>
            </a:extLst>
          </p:cNvPr>
          <p:cNvSpPr>
            <a:spLocks noGrp="1"/>
          </p:cNvSpPr>
          <p:nvPr>
            <p:ph type="sldNum" sz="quarter" idx="5"/>
          </p:nvPr>
        </p:nvSpPr>
        <p:spPr/>
        <p:txBody>
          <a:bodyPr/>
          <a:lstStyle/>
          <a:p>
            <a:pPr>
              <a:defRPr/>
            </a:pPr>
            <a:fld id="{18B4ECCA-5441-478E-8672-6AB21BB71BD9}" type="slidenum">
              <a:rPr lang="en-US" altLang="en-US" smtClean="0"/>
              <a:pPr>
                <a:defRPr/>
              </a:pPr>
              <a:t>10</a:t>
            </a:fld>
            <a:endParaRPr lang="en-US" altLang="en-US"/>
          </a:p>
        </p:txBody>
      </p:sp>
    </p:spTree>
    <p:extLst>
      <p:ext uri="{BB962C8B-B14F-4D97-AF65-F5344CB8AC3E}">
        <p14:creationId xmlns:p14="http://schemas.microsoft.com/office/powerpoint/2010/main" val="20577665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44AA2-3DEE-6F66-ED7C-03931BE3B4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F032E-9D18-BD08-8827-A3299DEEA2E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403149A-3EB3-8136-C82D-F54F508C7C49}"/>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GLOBAL MODULE INDEX</a:t>
            </a:r>
          </a:p>
          <a:p>
            <a:endParaRPr lang="en-US" dirty="0"/>
          </a:p>
        </p:txBody>
      </p:sp>
      <p:sp>
        <p:nvSpPr>
          <p:cNvPr id="4" name="Slide Number Placeholder 3">
            <a:extLst>
              <a:ext uri="{FF2B5EF4-FFF2-40B4-BE49-F238E27FC236}">
                <a16:creationId xmlns:a16="http://schemas.microsoft.com/office/drawing/2014/main" id="{B0389EB9-C118-1EB9-5630-2E8ACB23AFBA}"/>
              </a:ext>
            </a:extLst>
          </p:cNvPr>
          <p:cNvSpPr>
            <a:spLocks noGrp="1"/>
          </p:cNvSpPr>
          <p:nvPr>
            <p:ph type="sldNum" sz="quarter" idx="5"/>
          </p:nvPr>
        </p:nvSpPr>
        <p:spPr/>
        <p:txBody>
          <a:bodyPr/>
          <a:lstStyle/>
          <a:p>
            <a:pPr>
              <a:defRPr/>
            </a:pPr>
            <a:fld id="{18B4ECCA-5441-478E-8672-6AB21BB71BD9}" type="slidenum">
              <a:rPr lang="en-US" altLang="en-US" smtClean="0"/>
              <a:pPr>
                <a:defRPr/>
              </a:pPr>
              <a:t>11</a:t>
            </a:fld>
            <a:endParaRPr lang="en-US" altLang="en-US"/>
          </a:p>
        </p:txBody>
      </p:sp>
    </p:spTree>
    <p:extLst>
      <p:ext uri="{BB962C8B-B14F-4D97-AF65-F5344CB8AC3E}">
        <p14:creationId xmlns:p14="http://schemas.microsoft.com/office/powerpoint/2010/main" val="27903072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5313C-DB9F-349B-86EC-B0F9BF0980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14B599-D64F-E154-9D1B-F78ABC51854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82F4977-3198-2C2E-77EA-F0967B550F92}"/>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GLOBAL MODULE INDEX</a:t>
            </a:r>
          </a:p>
          <a:p>
            <a:endParaRPr lang="en-US" dirty="0"/>
          </a:p>
        </p:txBody>
      </p:sp>
      <p:sp>
        <p:nvSpPr>
          <p:cNvPr id="4" name="Slide Number Placeholder 3">
            <a:extLst>
              <a:ext uri="{FF2B5EF4-FFF2-40B4-BE49-F238E27FC236}">
                <a16:creationId xmlns:a16="http://schemas.microsoft.com/office/drawing/2014/main" id="{7C637CF6-050D-7D06-3BE1-992D37497F86}"/>
              </a:ext>
            </a:extLst>
          </p:cNvPr>
          <p:cNvSpPr>
            <a:spLocks noGrp="1"/>
          </p:cNvSpPr>
          <p:nvPr>
            <p:ph type="sldNum" sz="quarter" idx="5"/>
          </p:nvPr>
        </p:nvSpPr>
        <p:spPr/>
        <p:txBody>
          <a:bodyPr/>
          <a:lstStyle/>
          <a:p>
            <a:pPr>
              <a:defRPr/>
            </a:pPr>
            <a:fld id="{18B4ECCA-5441-478E-8672-6AB21BB71BD9}" type="slidenum">
              <a:rPr lang="en-US" altLang="en-US" smtClean="0"/>
              <a:pPr>
                <a:defRPr/>
              </a:pPr>
              <a:t>12</a:t>
            </a:fld>
            <a:endParaRPr lang="en-US" altLang="en-US"/>
          </a:p>
        </p:txBody>
      </p:sp>
    </p:spTree>
    <p:extLst>
      <p:ext uri="{BB962C8B-B14F-4D97-AF65-F5344CB8AC3E}">
        <p14:creationId xmlns:p14="http://schemas.microsoft.com/office/powerpoint/2010/main" val="2507659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GLOBAL MODULE INDEX</a:t>
            </a:r>
          </a:p>
          <a:p>
            <a:endParaRPr lang="en-US" dirty="0"/>
          </a:p>
        </p:txBody>
      </p:sp>
      <p:sp>
        <p:nvSpPr>
          <p:cNvPr id="4" name="Slide Number Placeholder 3"/>
          <p:cNvSpPr>
            <a:spLocks noGrp="1"/>
          </p:cNvSpPr>
          <p:nvPr>
            <p:ph type="sldNum" sz="quarter" idx="5"/>
          </p:nvPr>
        </p:nvSpPr>
        <p:spPr/>
        <p:txBody>
          <a:bodyPr/>
          <a:lstStyle/>
          <a:p>
            <a:pPr>
              <a:defRPr/>
            </a:pPr>
            <a:fld id="{18B4ECCA-5441-478E-8672-6AB21BB71BD9}" type="slidenum">
              <a:rPr lang="en-US" altLang="en-US" smtClean="0"/>
              <a:pPr>
                <a:defRPr/>
              </a:pPr>
              <a:t>13</a:t>
            </a:fld>
            <a:endParaRPr lang="en-US" altLang="en-US"/>
          </a:p>
        </p:txBody>
      </p:sp>
    </p:spTree>
    <p:extLst>
      <p:ext uri="{BB962C8B-B14F-4D97-AF65-F5344CB8AC3E}">
        <p14:creationId xmlns:p14="http://schemas.microsoft.com/office/powerpoint/2010/main" val="17525050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90AB5-23E9-CA5C-2B77-9BAC28C1B1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725DC7-10E8-6DE1-7C61-BA1EC1DB904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EE3DFB6-8223-031D-FB20-B7BE90CCFFF5}"/>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GLOBAL MODULE INDEX</a:t>
            </a:r>
          </a:p>
          <a:p>
            <a:endParaRPr lang="en-US" dirty="0"/>
          </a:p>
        </p:txBody>
      </p:sp>
      <p:sp>
        <p:nvSpPr>
          <p:cNvPr id="4" name="Slide Number Placeholder 3">
            <a:extLst>
              <a:ext uri="{FF2B5EF4-FFF2-40B4-BE49-F238E27FC236}">
                <a16:creationId xmlns:a16="http://schemas.microsoft.com/office/drawing/2014/main" id="{DA3E8269-8055-A099-2A42-6C1048CB8546}"/>
              </a:ext>
            </a:extLst>
          </p:cNvPr>
          <p:cNvSpPr>
            <a:spLocks noGrp="1"/>
          </p:cNvSpPr>
          <p:nvPr>
            <p:ph type="sldNum" sz="quarter" idx="5"/>
          </p:nvPr>
        </p:nvSpPr>
        <p:spPr/>
        <p:txBody>
          <a:bodyPr/>
          <a:lstStyle/>
          <a:p>
            <a:pPr>
              <a:defRPr/>
            </a:pPr>
            <a:fld id="{18B4ECCA-5441-478E-8672-6AB21BB71BD9}" type="slidenum">
              <a:rPr lang="en-US" altLang="en-US" smtClean="0"/>
              <a:pPr>
                <a:defRPr/>
              </a:pPr>
              <a:t>14</a:t>
            </a:fld>
            <a:endParaRPr lang="en-US" altLang="en-US"/>
          </a:p>
        </p:txBody>
      </p:sp>
    </p:spTree>
    <p:extLst>
      <p:ext uri="{BB962C8B-B14F-4D97-AF65-F5344CB8AC3E}">
        <p14:creationId xmlns:p14="http://schemas.microsoft.com/office/powerpoint/2010/main" val="39278378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73805-3B52-946A-2396-451F779C75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9AD7B-162B-9EB9-70B7-ACB2EDDC952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48175A3-16B9-550C-B08F-1A4A9AB4455B}"/>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GLOBAL MODULE INDEX</a:t>
            </a:r>
          </a:p>
          <a:p>
            <a:endParaRPr lang="en-US" dirty="0"/>
          </a:p>
        </p:txBody>
      </p:sp>
      <p:sp>
        <p:nvSpPr>
          <p:cNvPr id="4" name="Slide Number Placeholder 3">
            <a:extLst>
              <a:ext uri="{FF2B5EF4-FFF2-40B4-BE49-F238E27FC236}">
                <a16:creationId xmlns:a16="http://schemas.microsoft.com/office/drawing/2014/main" id="{B808C330-679C-7987-7CC2-C2F49F3C40BA}"/>
              </a:ext>
            </a:extLst>
          </p:cNvPr>
          <p:cNvSpPr>
            <a:spLocks noGrp="1"/>
          </p:cNvSpPr>
          <p:nvPr>
            <p:ph type="sldNum" sz="quarter" idx="5"/>
          </p:nvPr>
        </p:nvSpPr>
        <p:spPr/>
        <p:txBody>
          <a:bodyPr/>
          <a:lstStyle/>
          <a:p>
            <a:pPr>
              <a:defRPr/>
            </a:pPr>
            <a:fld id="{18B4ECCA-5441-478E-8672-6AB21BB71BD9}" type="slidenum">
              <a:rPr lang="en-US" altLang="en-US" smtClean="0"/>
              <a:pPr>
                <a:defRPr/>
              </a:pPr>
              <a:t>15</a:t>
            </a:fld>
            <a:endParaRPr lang="en-US" altLang="en-US"/>
          </a:p>
        </p:txBody>
      </p:sp>
    </p:spTree>
    <p:extLst>
      <p:ext uri="{BB962C8B-B14F-4D97-AF65-F5344CB8AC3E}">
        <p14:creationId xmlns:p14="http://schemas.microsoft.com/office/powerpoint/2010/main" val="3381274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a:defRPr/>
            </a:pPr>
            <a:fld id="{18B4ECCA-5441-478E-8672-6AB21BB71BD9}" type="slidenum">
              <a:rPr lang="en-US" altLang="en-US" smtClean="0"/>
              <a:pPr>
                <a:defRPr/>
              </a:pPr>
              <a:t>16</a:t>
            </a:fld>
            <a:endParaRPr lang="en-US" altLang="en-US"/>
          </a:p>
        </p:txBody>
      </p:sp>
    </p:spTree>
    <p:extLst>
      <p:ext uri="{BB962C8B-B14F-4D97-AF65-F5344CB8AC3E}">
        <p14:creationId xmlns:p14="http://schemas.microsoft.com/office/powerpoint/2010/main" val="36448480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F3D4-857E-E286-490E-469D6F6D6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CAF169-CC9A-3577-4B8C-5FF4B07C80A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050851C-BCCD-2F68-623E-DFC6561BE4DA}"/>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8BFE58C-5680-25E0-97D7-1076338AE434}"/>
              </a:ext>
            </a:extLst>
          </p:cNvPr>
          <p:cNvSpPr>
            <a:spLocks noGrp="1"/>
          </p:cNvSpPr>
          <p:nvPr>
            <p:ph type="sldNum" sz="quarter" idx="5"/>
          </p:nvPr>
        </p:nvSpPr>
        <p:spPr/>
        <p:txBody>
          <a:bodyPr/>
          <a:lstStyle/>
          <a:p>
            <a:pPr>
              <a:defRPr/>
            </a:pPr>
            <a:fld id="{18B4ECCA-5441-478E-8672-6AB21BB71BD9}" type="slidenum">
              <a:rPr lang="en-US" altLang="en-US" smtClean="0"/>
              <a:pPr>
                <a:defRPr/>
              </a:pPr>
              <a:t>17</a:t>
            </a:fld>
            <a:endParaRPr lang="en-US" altLang="en-US"/>
          </a:p>
        </p:txBody>
      </p:sp>
    </p:spTree>
    <p:extLst>
      <p:ext uri="{BB962C8B-B14F-4D97-AF65-F5344CB8AC3E}">
        <p14:creationId xmlns:p14="http://schemas.microsoft.com/office/powerpoint/2010/main" val="29431099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47280-395D-A58C-201B-58FBC8EFC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9609A-5E5C-923B-41F7-1EE364D074F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79B5A87-6287-1181-39B9-DC90F7C8F37D}"/>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GLOBAL MODULE INDEX</a:t>
            </a:r>
          </a:p>
          <a:p>
            <a:endParaRPr lang="en-US" dirty="0"/>
          </a:p>
        </p:txBody>
      </p:sp>
      <p:sp>
        <p:nvSpPr>
          <p:cNvPr id="4" name="Slide Number Placeholder 3">
            <a:extLst>
              <a:ext uri="{FF2B5EF4-FFF2-40B4-BE49-F238E27FC236}">
                <a16:creationId xmlns:a16="http://schemas.microsoft.com/office/drawing/2014/main" id="{7E630F40-F312-201B-AB09-3C30F01CAFCB}"/>
              </a:ext>
            </a:extLst>
          </p:cNvPr>
          <p:cNvSpPr>
            <a:spLocks noGrp="1"/>
          </p:cNvSpPr>
          <p:nvPr>
            <p:ph type="sldNum" sz="quarter" idx="5"/>
          </p:nvPr>
        </p:nvSpPr>
        <p:spPr/>
        <p:txBody>
          <a:bodyPr/>
          <a:lstStyle/>
          <a:p>
            <a:pPr>
              <a:defRPr/>
            </a:pPr>
            <a:fld id="{18B4ECCA-5441-478E-8672-6AB21BB71BD9}" type="slidenum">
              <a:rPr lang="en-US" altLang="en-US" smtClean="0"/>
              <a:pPr>
                <a:defRPr/>
              </a:pPr>
              <a:t>18</a:t>
            </a:fld>
            <a:endParaRPr lang="en-US" altLang="en-US"/>
          </a:p>
        </p:txBody>
      </p:sp>
    </p:spTree>
    <p:extLst>
      <p:ext uri="{BB962C8B-B14F-4D97-AF65-F5344CB8AC3E}">
        <p14:creationId xmlns:p14="http://schemas.microsoft.com/office/powerpoint/2010/main" val="12755233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a:defRPr/>
            </a:pPr>
            <a:fld id="{18B4ECCA-5441-478E-8672-6AB21BB71BD9}" type="slidenum">
              <a:rPr lang="en-US" altLang="en-US" smtClean="0"/>
              <a:pPr>
                <a:defRPr/>
              </a:pPr>
              <a:t>19</a:t>
            </a:fld>
            <a:endParaRPr lang="en-US" altLang="en-US"/>
          </a:p>
        </p:txBody>
      </p:sp>
    </p:spTree>
    <p:extLst>
      <p:ext uri="{BB962C8B-B14F-4D97-AF65-F5344CB8AC3E}">
        <p14:creationId xmlns:p14="http://schemas.microsoft.com/office/powerpoint/2010/main" val="34680205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31A53-26E7-27EB-AA77-6BCAD4250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C93BE-7C9F-D9BE-A094-8FE37C74F4C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38D7B24-32A6-C22F-412A-88974C0172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195394-049D-95B4-D2CD-04ED0AFEEFDA}"/>
              </a:ext>
            </a:extLst>
          </p:cNvPr>
          <p:cNvSpPr>
            <a:spLocks noGrp="1"/>
          </p:cNvSpPr>
          <p:nvPr>
            <p:ph type="sldNum" sz="quarter" idx="5"/>
          </p:nvPr>
        </p:nvSpPr>
        <p:spPr/>
        <p:txBody>
          <a:bodyPr/>
          <a:lstStyle/>
          <a:p>
            <a:fld id="{292570D5-C374-43AE-876B-55C2A221664E}" type="slidenum">
              <a:rPr lang="en-US" smtClean="0"/>
              <a:t>20</a:t>
            </a:fld>
            <a:endParaRPr lang="en-US"/>
          </a:p>
        </p:txBody>
      </p:sp>
    </p:spTree>
    <p:extLst>
      <p:ext uri="{BB962C8B-B14F-4D97-AF65-F5344CB8AC3E}">
        <p14:creationId xmlns:p14="http://schemas.microsoft.com/office/powerpoint/2010/main" val="9975117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Sous </a:t>
            </a:r>
            <a:r>
              <a:rPr lang="en-US"/>
              <a:t>Chef Example</a:t>
            </a:r>
            <a:endParaRPr lang="en-US" dirty="0"/>
          </a:p>
        </p:txBody>
      </p:sp>
      <p:sp>
        <p:nvSpPr>
          <p:cNvPr id="4" name="Slide Number Placeholder 3"/>
          <p:cNvSpPr>
            <a:spLocks noGrp="1"/>
          </p:cNvSpPr>
          <p:nvPr>
            <p:ph type="sldNum" sz="quarter" idx="5"/>
          </p:nvPr>
        </p:nvSpPr>
        <p:spPr/>
        <p:txBody>
          <a:bodyPr/>
          <a:lstStyle/>
          <a:p>
            <a:fld id="{292570D5-C374-43AE-876B-55C2A221664E}" type="slidenum">
              <a:rPr lang="en-US" smtClean="0"/>
              <a:t>21</a:t>
            </a:fld>
            <a:endParaRPr lang="en-US"/>
          </a:p>
        </p:txBody>
      </p:sp>
    </p:spTree>
    <p:extLst>
      <p:ext uri="{BB962C8B-B14F-4D97-AF65-F5344CB8AC3E}">
        <p14:creationId xmlns:p14="http://schemas.microsoft.com/office/powerpoint/2010/main" val="38516210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2570D5-C374-43AE-876B-55C2A221664E}" type="slidenum">
              <a:rPr lang="en-US" smtClean="0"/>
              <a:t>22</a:t>
            </a:fld>
            <a:endParaRPr lang="en-US"/>
          </a:p>
        </p:txBody>
      </p:sp>
    </p:spTree>
    <p:extLst>
      <p:ext uri="{BB962C8B-B14F-4D97-AF65-F5344CB8AC3E}">
        <p14:creationId xmlns:p14="http://schemas.microsoft.com/office/powerpoint/2010/main" val="32290562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2570D5-C374-43AE-876B-55C2A221664E}" type="slidenum">
              <a:rPr lang="en-US" smtClean="0"/>
              <a:t>23</a:t>
            </a:fld>
            <a:endParaRPr lang="en-US"/>
          </a:p>
        </p:txBody>
      </p:sp>
    </p:spTree>
    <p:extLst>
      <p:ext uri="{BB962C8B-B14F-4D97-AF65-F5344CB8AC3E}">
        <p14:creationId xmlns:p14="http://schemas.microsoft.com/office/powerpoint/2010/main" val="38574454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2570D5-C374-43AE-876B-55C2A221664E}" type="slidenum">
              <a:rPr lang="en-US" smtClean="0"/>
              <a:t>24</a:t>
            </a:fld>
            <a:endParaRPr lang="en-US"/>
          </a:p>
        </p:txBody>
      </p:sp>
    </p:spTree>
    <p:extLst>
      <p:ext uri="{BB962C8B-B14F-4D97-AF65-F5344CB8AC3E}">
        <p14:creationId xmlns:p14="http://schemas.microsoft.com/office/powerpoint/2010/main" val="5168593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15 min left</a:t>
            </a:r>
          </a:p>
        </p:txBody>
      </p:sp>
      <p:sp>
        <p:nvSpPr>
          <p:cNvPr id="4" name="Slide Number Placeholder 3"/>
          <p:cNvSpPr>
            <a:spLocks noGrp="1"/>
          </p:cNvSpPr>
          <p:nvPr>
            <p:ph type="sldNum" sz="quarter" idx="5"/>
          </p:nvPr>
        </p:nvSpPr>
        <p:spPr/>
        <p:txBody>
          <a:bodyPr/>
          <a:lstStyle/>
          <a:p>
            <a:fld id="{292570D5-C374-43AE-876B-55C2A221664E}" type="slidenum">
              <a:rPr lang="en-US" smtClean="0"/>
              <a:t>25</a:t>
            </a:fld>
            <a:endParaRPr lang="en-US"/>
          </a:p>
        </p:txBody>
      </p:sp>
    </p:spTree>
    <p:extLst>
      <p:ext uri="{BB962C8B-B14F-4D97-AF65-F5344CB8AC3E}">
        <p14:creationId xmlns:p14="http://schemas.microsoft.com/office/powerpoint/2010/main" val="4004051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2570D5-C374-43AE-876B-55C2A221664E}" type="slidenum">
              <a:rPr lang="en-US" smtClean="0"/>
              <a:t>26</a:t>
            </a:fld>
            <a:endParaRPr lang="en-US"/>
          </a:p>
        </p:txBody>
      </p:sp>
    </p:spTree>
    <p:extLst>
      <p:ext uri="{BB962C8B-B14F-4D97-AF65-F5344CB8AC3E}">
        <p14:creationId xmlns:p14="http://schemas.microsoft.com/office/powerpoint/2010/main" val="13004062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F26720-795C-40C0-8D4A-669747B4E216}" type="slidenum">
              <a:rPr lang="en-US" altLang="en-US" smtClean="0"/>
              <a:pPr>
                <a:defRPr/>
              </a:pPr>
              <a:t>28</a:t>
            </a:fld>
            <a:endParaRPr lang="en-US" altLang="en-US" dirty="0"/>
          </a:p>
        </p:txBody>
      </p:sp>
    </p:spTree>
    <p:extLst>
      <p:ext uri="{BB962C8B-B14F-4D97-AF65-F5344CB8AC3E}">
        <p14:creationId xmlns:p14="http://schemas.microsoft.com/office/powerpoint/2010/main" val="2218293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4"/>
        <p:cNvGrpSpPr/>
        <p:nvPr/>
      </p:nvGrpSpPr>
      <p:grpSpPr>
        <a:xfrm>
          <a:off x="0" y="0"/>
          <a:ext cx="0" cy="0"/>
          <a:chOff x="0" y="0"/>
          <a:chExt cx="0" cy="0"/>
        </a:xfrm>
      </p:grpSpPr>
      <p:sp>
        <p:nvSpPr>
          <p:cNvPr id="15" name="Google Shape;15;p2"/>
          <p:cNvSpPr txBox="1">
            <a:spLocks noGrp="1"/>
          </p:cNvSpPr>
          <p:nvPr>
            <p:ph type="ctrTitle"/>
          </p:nvPr>
        </p:nvSpPr>
        <p:spPr>
          <a:xfrm>
            <a:off x="311700" y="539725"/>
            <a:ext cx="8520600" cy="1282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3600"/>
              <a:buFont typeface="Arial"/>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16" name="Google Shape;16;p2"/>
          <p:cNvSpPr txBox="1">
            <a:spLocks noGrp="1"/>
          </p:cNvSpPr>
          <p:nvPr>
            <p:ph type="subTitle" idx="1"/>
          </p:nvPr>
        </p:nvSpPr>
        <p:spPr>
          <a:xfrm>
            <a:off x="311700" y="1878560"/>
            <a:ext cx="4242600" cy="7383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2"/>
              </a:buClr>
              <a:buSzPts val="1600"/>
              <a:buNone/>
              <a:defRPr sz="1600">
                <a:solidFill>
                  <a:schemeClr val="lt2"/>
                </a:solidFill>
              </a:defRPr>
            </a:lvl1pPr>
            <a:lvl2pPr lvl="1" algn="l">
              <a:lnSpc>
                <a:spcPct val="100000"/>
              </a:lnSpc>
              <a:spcBef>
                <a:spcPts val="0"/>
              </a:spcBef>
              <a:spcAft>
                <a:spcPts val="0"/>
              </a:spcAft>
              <a:buClr>
                <a:schemeClr val="lt2"/>
              </a:buClr>
              <a:buSzPts val="1600"/>
              <a:buNone/>
              <a:defRPr sz="1600">
                <a:solidFill>
                  <a:schemeClr val="lt2"/>
                </a:solidFill>
              </a:defRPr>
            </a:lvl2pPr>
            <a:lvl3pPr lvl="2" algn="l">
              <a:lnSpc>
                <a:spcPct val="100000"/>
              </a:lnSpc>
              <a:spcBef>
                <a:spcPts val="0"/>
              </a:spcBef>
              <a:spcAft>
                <a:spcPts val="0"/>
              </a:spcAft>
              <a:buClr>
                <a:schemeClr val="lt2"/>
              </a:buClr>
              <a:buSzPts val="1600"/>
              <a:buNone/>
              <a:defRPr sz="1600">
                <a:solidFill>
                  <a:schemeClr val="lt2"/>
                </a:solidFill>
              </a:defRPr>
            </a:lvl3pPr>
            <a:lvl4pPr lvl="3" algn="l">
              <a:lnSpc>
                <a:spcPct val="100000"/>
              </a:lnSpc>
              <a:spcBef>
                <a:spcPts val="0"/>
              </a:spcBef>
              <a:spcAft>
                <a:spcPts val="0"/>
              </a:spcAft>
              <a:buClr>
                <a:schemeClr val="lt2"/>
              </a:buClr>
              <a:buSzPts val="1600"/>
              <a:buNone/>
              <a:defRPr sz="1600">
                <a:solidFill>
                  <a:schemeClr val="lt2"/>
                </a:solidFill>
              </a:defRPr>
            </a:lvl4pPr>
            <a:lvl5pPr lvl="4" algn="l">
              <a:lnSpc>
                <a:spcPct val="100000"/>
              </a:lnSpc>
              <a:spcBef>
                <a:spcPts val="0"/>
              </a:spcBef>
              <a:spcAft>
                <a:spcPts val="0"/>
              </a:spcAft>
              <a:buClr>
                <a:schemeClr val="lt2"/>
              </a:buClr>
              <a:buSzPts val="1600"/>
              <a:buNone/>
              <a:defRPr sz="1600">
                <a:solidFill>
                  <a:schemeClr val="lt2"/>
                </a:solidFill>
              </a:defRPr>
            </a:lvl5pPr>
            <a:lvl6pPr lvl="5" algn="l">
              <a:lnSpc>
                <a:spcPct val="100000"/>
              </a:lnSpc>
              <a:spcBef>
                <a:spcPts val="0"/>
              </a:spcBef>
              <a:spcAft>
                <a:spcPts val="0"/>
              </a:spcAft>
              <a:buClr>
                <a:schemeClr val="lt2"/>
              </a:buClr>
              <a:buSzPts val="1600"/>
              <a:buNone/>
              <a:defRPr sz="1600">
                <a:solidFill>
                  <a:schemeClr val="lt2"/>
                </a:solidFill>
              </a:defRPr>
            </a:lvl6pPr>
            <a:lvl7pPr lvl="6" algn="l">
              <a:lnSpc>
                <a:spcPct val="100000"/>
              </a:lnSpc>
              <a:spcBef>
                <a:spcPts val="0"/>
              </a:spcBef>
              <a:spcAft>
                <a:spcPts val="0"/>
              </a:spcAft>
              <a:buClr>
                <a:schemeClr val="lt2"/>
              </a:buClr>
              <a:buSzPts val="1600"/>
              <a:buNone/>
              <a:defRPr sz="1600">
                <a:solidFill>
                  <a:schemeClr val="lt2"/>
                </a:solidFill>
              </a:defRPr>
            </a:lvl7pPr>
            <a:lvl8pPr lvl="7" algn="l">
              <a:lnSpc>
                <a:spcPct val="100000"/>
              </a:lnSpc>
              <a:spcBef>
                <a:spcPts val="0"/>
              </a:spcBef>
              <a:spcAft>
                <a:spcPts val="0"/>
              </a:spcAft>
              <a:buClr>
                <a:schemeClr val="lt2"/>
              </a:buClr>
              <a:buSzPts val="1600"/>
              <a:buNone/>
              <a:defRPr sz="1600">
                <a:solidFill>
                  <a:schemeClr val="lt2"/>
                </a:solidFill>
              </a:defRPr>
            </a:lvl8pPr>
            <a:lvl9pPr lvl="8" algn="l">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7" name="Google Shape;17;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rgbClr val="221F20"/>
        </a:solidFill>
        <a:effectLst/>
      </p:bgPr>
    </p:bg>
    <p:spTree>
      <p:nvGrpSpPr>
        <p:cNvPr id="1" name="Shape 18"/>
        <p:cNvGrpSpPr/>
        <p:nvPr/>
      </p:nvGrpSpPr>
      <p:grpSpPr>
        <a:xfrm>
          <a:off x="0" y="0"/>
          <a:ext cx="0" cy="0"/>
          <a:chOff x="0" y="0"/>
          <a:chExt cx="0" cy="0"/>
        </a:xfrm>
      </p:grpSpPr>
      <p:sp>
        <p:nvSpPr>
          <p:cNvPr id="19" name="Google Shape;19;p3"/>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21" name="Google Shape;21;p3"/>
          <p:cNvSpPr txBox="1">
            <a:spLocks noGrp="1"/>
          </p:cNvSpPr>
          <p:nvPr>
            <p:ph type="body" idx="1"/>
          </p:nvPr>
        </p:nvSpPr>
        <p:spPr>
          <a:xfrm>
            <a:off x="410766" y="3850148"/>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2" name="Google Shape;22;p3"/>
          <p:cNvSpPr txBox="1">
            <a:spLocks noGrp="1"/>
          </p:cNvSpPr>
          <p:nvPr>
            <p:ph type="body" idx="2"/>
          </p:nvPr>
        </p:nvSpPr>
        <p:spPr>
          <a:xfrm>
            <a:off x="410766" y="3714554"/>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3" name="Google Shape;23;p3"/>
          <p:cNvSpPr txBox="1">
            <a:spLocks noGrp="1"/>
          </p:cNvSpPr>
          <p:nvPr>
            <p:ph type="body" idx="3"/>
          </p:nvPr>
        </p:nvSpPr>
        <p:spPr>
          <a:xfrm>
            <a:off x="410766" y="3985742"/>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4" name="Google Shape;24;p3"/>
          <p:cNvSpPr txBox="1">
            <a:spLocks noGrp="1"/>
          </p:cNvSpPr>
          <p:nvPr>
            <p:ph type="body" idx="4"/>
          </p:nvPr>
        </p:nvSpPr>
        <p:spPr>
          <a:xfrm>
            <a:off x="410766" y="4121336"/>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5" name="Google Shape;25;p3"/>
          <p:cNvSpPr txBox="1">
            <a:spLocks noGrp="1"/>
          </p:cNvSpPr>
          <p:nvPr>
            <p:ph type="body" idx="5"/>
          </p:nvPr>
        </p:nvSpPr>
        <p:spPr>
          <a:xfrm>
            <a:off x="410766" y="4256930"/>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6" name="Google Shape;26;p3"/>
          <p:cNvSpPr txBox="1">
            <a:spLocks noGrp="1"/>
          </p:cNvSpPr>
          <p:nvPr>
            <p:ph type="body" idx="6"/>
          </p:nvPr>
        </p:nvSpPr>
        <p:spPr>
          <a:xfrm>
            <a:off x="1485900" y="3850148"/>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7" name="Google Shape;27;p3"/>
          <p:cNvSpPr txBox="1">
            <a:spLocks noGrp="1"/>
          </p:cNvSpPr>
          <p:nvPr>
            <p:ph type="body" idx="7"/>
          </p:nvPr>
        </p:nvSpPr>
        <p:spPr>
          <a:xfrm>
            <a:off x="1485900" y="3714554"/>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8" name="Google Shape;28;p3"/>
          <p:cNvSpPr txBox="1">
            <a:spLocks noGrp="1"/>
          </p:cNvSpPr>
          <p:nvPr>
            <p:ph type="body" idx="8"/>
          </p:nvPr>
        </p:nvSpPr>
        <p:spPr>
          <a:xfrm>
            <a:off x="1485900" y="3985742"/>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9" name="Google Shape;29;p3"/>
          <p:cNvSpPr txBox="1">
            <a:spLocks noGrp="1"/>
          </p:cNvSpPr>
          <p:nvPr>
            <p:ph type="body" idx="9"/>
          </p:nvPr>
        </p:nvSpPr>
        <p:spPr>
          <a:xfrm>
            <a:off x="1485900" y="4121336"/>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30" name="Google Shape;30;p3"/>
          <p:cNvSpPr txBox="1">
            <a:spLocks noGrp="1"/>
          </p:cNvSpPr>
          <p:nvPr>
            <p:ph type="body" idx="13"/>
          </p:nvPr>
        </p:nvSpPr>
        <p:spPr>
          <a:xfrm>
            <a:off x="1485900" y="4256930"/>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pic>
        <p:nvPicPr>
          <p:cNvPr id="31" name="Google Shape;31;p3" descr="U.S. Army"/>
          <p:cNvPicPr preferRelativeResize="0"/>
          <p:nvPr/>
        </p:nvPicPr>
        <p:blipFill rotWithShape="1">
          <a:blip r:embed="rId2">
            <a:alphaModFix/>
          </a:blip>
          <a:srcRect/>
          <a:stretch/>
        </p:blipFill>
        <p:spPr>
          <a:xfrm>
            <a:off x="183674" y="84473"/>
            <a:ext cx="2434590" cy="919356"/>
          </a:xfrm>
          <a:prstGeom prst="rect">
            <a:avLst/>
          </a:prstGeom>
          <a:noFill/>
          <a:ln>
            <a:noFill/>
          </a:ln>
        </p:spPr>
      </p:pic>
      <p:pic>
        <p:nvPicPr>
          <p:cNvPr id="32" name="Google Shape;32;p3"/>
          <p:cNvPicPr preferRelativeResize="0"/>
          <p:nvPr/>
        </p:nvPicPr>
        <p:blipFill rotWithShape="1">
          <a:blip r:embed="rId3">
            <a:alphaModFix/>
          </a:blip>
          <a:srcRect/>
          <a:stretch/>
        </p:blipFill>
        <p:spPr>
          <a:xfrm>
            <a:off x="7503462" y="308372"/>
            <a:ext cx="1222280" cy="358517"/>
          </a:xfrm>
          <a:prstGeom prst="rect">
            <a:avLst/>
          </a:prstGeom>
          <a:noFill/>
          <a:ln>
            <a:noFill/>
          </a:ln>
        </p:spPr>
      </p:pic>
      <p:grpSp>
        <p:nvGrpSpPr>
          <p:cNvPr id="33" name="Google Shape;33;p3"/>
          <p:cNvGrpSpPr/>
          <p:nvPr/>
        </p:nvGrpSpPr>
        <p:grpSpPr>
          <a:xfrm>
            <a:off x="411164" y="1480665"/>
            <a:ext cx="5380036" cy="1783080"/>
            <a:chOff x="411163" y="2240280"/>
            <a:chExt cx="6446837" cy="2377440"/>
          </a:xfrm>
        </p:grpSpPr>
        <p:sp>
          <p:nvSpPr>
            <p:cNvPr id="34" name="Google Shape;34;p3"/>
            <p:cNvSpPr/>
            <p:nvPr/>
          </p:nvSpPr>
          <p:spPr>
            <a:xfrm>
              <a:off x="411163" y="2240280"/>
              <a:ext cx="6446837" cy="2377440"/>
            </a:xfrm>
            <a:prstGeom prst="rect">
              <a:avLst/>
            </a:prstGeom>
            <a:noFill/>
            <a:ln w="19050" cap="flat" cmpd="sng">
              <a:solidFill>
                <a:srgbClr val="FFCC0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cxnSp>
          <p:nvCxnSpPr>
            <p:cNvPr id="35" name="Google Shape;35;p3"/>
            <p:cNvCxnSpPr/>
            <p:nvPr/>
          </p:nvCxnSpPr>
          <p:spPr>
            <a:xfrm>
              <a:off x="411163" y="3931920"/>
              <a:ext cx="6446837" cy="0"/>
            </a:xfrm>
            <a:prstGeom prst="straightConnector1">
              <a:avLst/>
            </a:prstGeom>
            <a:noFill/>
            <a:ln w="19050" cap="flat" cmpd="sng">
              <a:solidFill>
                <a:srgbClr val="FFCC01"/>
              </a:solidFill>
              <a:prstDash val="solid"/>
              <a:miter lim="800000"/>
              <a:headEnd type="none" w="sm" len="sm"/>
              <a:tailEnd type="none" w="sm" len="sm"/>
            </a:ln>
          </p:spPr>
        </p:cxnSp>
        <p:cxnSp>
          <p:nvCxnSpPr>
            <p:cNvPr id="36" name="Google Shape;36;p3"/>
            <p:cNvCxnSpPr/>
            <p:nvPr/>
          </p:nvCxnSpPr>
          <p:spPr>
            <a:xfrm>
              <a:off x="4274795" y="3931920"/>
              <a:ext cx="0" cy="685800"/>
            </a:xfrm>
            <a:prstGeom prst="straightConnector1">
              <a:avLst/>
            </a:prstGeom>
            <a:noFill/>
            <a:ln w="19050" cap="flat" cmpd="sng">
              <a:solidFill>
                <a:srgbClr val="FFCC01"/>
              </a:solidFill>
              <a:prstDash val="solid"/>
              <a:miter lim="800000"/>
              <a:headEnd type="none" w="sm" len="sm"/>
              <a:tailEnd type="none" w="sm" len="sm"/>
            </a:ln>
          </p:spPr>
        </p:cxnSp>
      </p:grpSp>
      <p:sp>
        <p:nvSpPr>
          <p:cNvPr id="37" name="Google Shape;37;p3"/>
          <p:cNvSpPr txBox="1">
            <a:spLocks noGrp="1"/>
          </p:cNvSpPr>
          <p:nvPr>
            <p:ph type="ctrTitle"/>
          </p:nvPr>
        </p:nvSpPr>
        <p:spPr>
          <a:xfrm>
            <a:off x="685801" y="1652115"/>
            <a:ext cx="4822031" cy="99441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2700"/>
              <a:buFont typeface="Arial"/>
              <a:buNone/>
              <a:defRPr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
          <p:cNvSpPr txBox="1">
            <a:spLocks noGrp="1"/>
          </p:cNvSpPr>
          <p:nvPr>
            <p:ph type="subTitle" idx="14"/>
          </p:nvPr>
        </p:nvSpPr>
        <p:spPr>
          <a:xfrm>
            <a:off x="685801" y="2838549"/>
            <a:ext cx="2674143" cy="3429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2"/>
              </a:buClr>
              <a:buSzPts val="900"/>
              <a:buNone/>
              <a:defRPr sz="900" b="1">
                <a:solidFill>
                  <a:schemeClr val="lt2"/>
                </a:solidFill>
              </a:defRPr>
            </a:lvl1pPr>
            <a:lvl2pPr lvl="1" algn="l">
              <a:lnSpc>
                <a:spcPct val="95000"/>
              </a:lnSpc>
              <a:spcBef>
                <a:spcPts val="0"/>
              </a:spcBef>
              <a:spcAft>
                <a:spcPts val="0"/>
              </a:spcAft>
              <a:buClr>
                <a:schemeClr val="lt2"/>
              </a:buClr>
              <a:buSzPts val="900"/>
              <a:buNone/>
              <a:defRPr sz="900" b="1">
                <a:solidFill>
                  <a:schemeClr val="lt2"/>
                </a:solidFill>
              </a:defRPr>
            </a:lvl2pPr>
            <a:lvl3pPr lvl="2" algn="l">
              <a:lnSpc>
                <a:spcPct val="95000"/>
              </a:lnSpc>
              <a:spcBef>
                <a:spcPts val="0"/>
              </a:spcBef>
              <a:spcAft>
                <a:spcPts val="0"/>
              </a:spcAft>
              <a:buClr>
                <a:schemeClr val="lt2"/>
              </a:buClr>
              <a:buSzPts val="900"/>
              <a:buNone/>
              <a:defRPr sz="900" b="1">
                <a:solidFill>
                  <a:schemeClr val="lt2"/>
                </a:solidFill>
              </a:defRPr>
            </a:lvl3pPr>
            <a:lvl4pPr lvl="3" algn="l">
              <a:lnSpc>
                <a:spcPct val="95000"/>
              </a:lnSpc>
              <a:spcBef>
                <a:spcPts val="0"/>
              </a:spcBef>
              <a:spcAft>
                <a:spcPts val="0"/>
              </a:spcAft>
              <a:buClr>
                <a:schemeClr val="lt2"/>
              </a:buClr>
              <a:buSzPts val="900"/>
              <a:buNone/>
              <a:defRPr sz="900" b="1">
                <a:solidFill>
                  <a:schemeClr val="lt2"/>
                </a:solidFill>
              </a:defRPr>
            </a:lvl4pPr>
            <a:lvl5pPr lvl="4" algn="l">
              <a:lnSpc>
                <a:spcPct val="95000"/>
              </a:lnSpc>
              <a:spcBef>
                <a:spcPts val="0"/>
              </a:spcBef>
              <a:spcAft>
                <a:spcPts val="0"/>
              </a:spcAft>
              <a:buClr>
                <a:schemeClr val="lt2"/>
              </a:buClr>
              <a:buSzPts val="900"/>
              <a:buNone/>
              <a:defRPr sz="900" b="1">
                <a:solidFill>
                  <a:schemeClr val="lt2"/>
                </a:solidFill>
              </a:defRPr>
            </a:lvl5pPr>
            <a:lvl6pPr lvl="5" algn="l">
              <a:lnSpc>
                <a:spcPct val="95000"/>
              </a:lnSpc>
              <a:spcBef>
                <a:spcPts val="0"/>
              </a:spcBef>
              <a:spcAft>
                <a:spcPts val="0"/>
              </a:spcAft>
              <a:buClr>
                <a:schemeClr val="lt2"/>
              </a:buClr>
              <a:buSzPts val="900"/>
              <a:buNone/>
              <a:defRPr sz="900" b="1">
                <a:solidFill>
                  <a:schemeClr val="lt2"/>
                </a:solidFill>
              </a:defRPr>
            </a:lvl6pPr>
            <a:lvl7pPr lvl="6" algn="l">
              <a:lnSpc>
                <a:spcPct val="95000"/>
              </a:lnSpc>
              <a:spcBef>
                <a:spcPts val="0"/>
              </a:spcBef>
              <a:spcAft>
                <a:spcPts val="0"/>
              </a:spcAft>
              <a:buClr>
                <a:schemeClr val="lt2"/>
              </a:buClr>
              <a:buSzPts val="900"/>
              <a:buNone/>
              <a:defRPr sz="900" b="1">
                <a:solidFill>
                  <a:schemeClr val="lt2"/>
                </a:solidFill>
              </a:defRPr>
            </a:lvl7pPr>
            <a:lvl8pPr lvl="7" algn="l">
              <a:lnSpc>
                <a:spcPct val="95000"/>
              </a:lnSpc>
              <a:spcBef>
                <a:spcPts val="0"/>
              </a:spcBef>
              <a:spcAft>
                <a:spcPts val="0"/>
              </a:spcAft>
              <a:buClr>
                <a:schemeClr val="lt2"/>
              </a:buClr>
              <a:buSzPts val="900"/>
              <a:buNone/>
              <a:defRPr sz="900" b="1">
                <a:solidFill>
                  <a:schemeClr val="lt2"/>
                </a:solidFill>
              </a:defRPr>
            </a:lvl8pPr>
            <a:lvl9pPr lvl="8" algn="l">
              <a:lnSpc>
                <a:spcPct val="95000"/>
              </a:lnSpc>
              <a:spcBef>
                <a:spcPts val="0"/>
              </a:spcBef>
              <a:spcAft>
                <a:spcPts val="0"/>
              </a:spcAft>
              <a:buClr>
                <a:schemeClr val="lt2"/>
              </a:buClr>
              <a:buSzPts val="900"/>
              <a:buNone/>
              <a:defRPr sz="900" b="1">
                <a:solidFill>
                  <a:schemeClr val="lt2"/>
                </a:solidFill>
              </a:defRPr>
            </a:lvl9pPr>
          </a:lstStyle>
          <a:p>
            <a:endParaRPr/>
          </a:p>
        </p:txBody>
      </p:sp>
      <p:sp>
        <p:nvSpPr>
          <p:cNvPr id="39" name="Google Shape;39;p3"/>
          <p:cNvSpPr txBox="1">
            <a:spLocks noGrp="1"/>
          </p:cNvSpPr>
          <p:nvPr>
            <p:ph type="body" idx="15"/>
          </p:nvPr>
        </p:nvSpPr>
        <p:spPr>
          <a:xfrm>
            <a:off x="3909060" y="2838549"/>
            <a:ext cx="1598771" cy="342900"/>
          </a:xfrm>
          <a:prstGeom prst="rect">
            <a:avLst/>
          </a:prstGeom>
          <a:noFill/>
          <a:ln>
            <a:noFill/>
          </a:ln>
        </p:spPr>
        <p:txBody>
          <a:bodyPr spcFirstLastPara="1" wrap="square" lIns="0" tIns="0" rIns="0" bIns="0" anchor="ctr" anchorCtr="0">
            <a:noAutofit/>
          </a:bodyPr>
          <a:lstStyle>
            <a:lvl1pPr marL="457200" lvl="0" indent="-228600" algn="ctr">
              <a:lnSpc>
                <a:spcPct val="80000"/>
              </a:lnSpc>
              <a:spcBef>
                <a:spcPts val="0"/>
              </a:spcBef>
              <a:spcAft>
                <a:spcPts val="0"/>
              </a:spcAft>
              <a:buClr>
                <a:schemeClr val="lt2"/>
              </a:buClr>
              <a:buSzPts val="1050"/>
              <a:buFont typeface="Arial"/>
              <a:buNone/>
              <a:defRPr sz="1050" b="1" cap="none">
                <a:solidFill>
                  <a:schemeClr val="lt2"/>
                </a:solidFill>
              </a:defRPr>
            </a:lvl1pPr>
            <a:lvl2pPr marL="914400" lvl="1" indent="-228600" algn="ctr">
              <a:lnSpc>
                <a:spcPct val="80000"/>
              </a:lnSpc>
              <a:spcBef>
                <a:spcPts val="0"/>
              </a:spcBef>
              <a:spcAft>
                <a:spcPts val="0"/>
              </a:spcAft>
              <a:buClr>
                <a:schemeClr val="lt2"/>
              </a:buClr>
              <a:buSzPts val="1050"/>
              <a:buFont typeface="Arial"/>
              <a:buNone/>
              <a:defRPr sz="1050" b="1" cap="none">
                <a:solidFill>
                  <a:schemeClr val="lt2"/>
                </a:solidFill>
              </a:defRPr>
            </a:lvl2pPr>
            <a:lvl3pPr marL="1371600" lvl="2" indent="-228600" algn="ctr">
              <a:lnSpc>
                <a:spcPct val="80000"/>
              </a:lnSpc>
              <a:spcBef>
                <a:spcPts val="0"/>
              </a:spcBef>
              <a:spcAft>
                <a:spcPts val="0"/>
              </a:spcAft>
              <a:buClr>
                <a:schemeClr val="lt2"/>
              </a:buClr>
              <a:buSzPts val="1050"/>
              <a:buFont typeface="Arial"/>
              <a:buNone/>
              <a:defRPr sz="1050" b="1" cap="none">
                <a:solidFill>
                  <a:schemeClr val="lt2"/>
                </a:solidFill>
              </a:defRPr>
            </a:lvl3pPr>
            <a:lvl4pPr marL="1828800" lvl="3" indent="-228600" algn="ctr">
              <a:lnSpc>
                <a:spcPct val="80000"/>
              </a:lnSpc>
              <a:spcBef>
                <a:spcPts val="0"/>
              </a:spcBef>
              <a:spcAft>
                <a:spcPts val="0"/>
              </a:spcAft>
              <a:buClr>
                <a:schemeClr val="lt2"/>
              </a:buClr>
              <a:buSzPts val="1050"/>
              <a:buFont typeface="Arial"/>
              <a:buNone/>
              <a:defRPr sz="1050" b="1" cap="none">
                <a:solidFill>
                  <a:schemeClr val="lt2"/>
                </a:solidFill>
              </a:defRPr>
            </a:lvl4pPr>
            <a:lvl5pPr marL="2286000" lvl="4" indent="-228600" algn="ctr">
              <a:lnSpc>
                <a:spcPct val="80000"/>
              </a:lnSpc>
              <a:spcBef>
                <a:spcPts val="0"/>
              </a:spcBef>
              <a:spcAft>
                <a:spcPts val="0"/>
              </a:spcAft>
              <a:buClr>
                <a:schemeClr val="lt2"/>
              </a:buClr>
              <a:buSzPts val="1050"/>
              <a:buFont typeface="Arial"/>
              <a:buNone/>
              <a:defRPr sz="1050" b="1" cap="none">
                <a:solidFill>
                  <a:schemeClr val="lt2"/>
                </a:solidFill>
              </a:defRPr>
            </a:lvl5pPr>
            <a:lvl6pPr marL="2743200" lvl="5" indent="-228600" algn="ctr">
              <a:lnSpc>
                <a:spcPct val="80000"/>
              </a:lnSpc>
              <a:spcBef>
                <a:spcPts val="0"/>
              </a:spcBef>
              <a:spcAft>
                <a:spcPts val="0"/>
              </a:spcAft>
              <a:buClr>
                <a:schemeClr val="lt2"/>
              </a:buClr>
              <a:buSzPts val="1050"/>
              <a:buFont typeface="Arial"/>
              <a:buNone/>
              <a:defRPr sz="1050" b="1" cap="none">
                <a:solidFill>
                  <a:schemeClr val="lt2"/>
                </a:solidFill>
              </a:defRPr>
            </a:lvl6pPr>
            <a:lvl7pPr marL="3200400" lvl="6" indent="-228600" algn="ctr">
              <a:lnSpc>
                <a:spcPct val="80000"/>
              </a:lnSpc>
              <a:spcBef>
                <a:spcPts val="0"/>
              </a:spcBef>
              <a:spcAft>
                <a:spcPts val="0"/>
              </a:spcAft>
              <a:buClr>
                <a:schemeClr val="lt2"/>
              </a:buClr>
              <a:buSzPts val="1050"/>
              <a:buFont typeface="Arial"/>
              <a:buNone/>
              <a:defRPr sz="1050" b="1" cap="none">
                <a:solidFill>
                  <a:schemeClr val="lt2"/>
                </a:solidFill>
              </a:defRPr>
            </a:lvl7pPr>
            <a:lvl8pPr marL="3657600" lvl="7" indent="-228600" algn="ctr">
              <a:lnSpc>
                <a:spcPct val="80000"/>
              </a:lnSpc>
              <a:spcBef>
                <a:spcPts val="0"/>
              </a:spcBef>
              <a:spcAft>
                <a:spcPts val="0"/>
              </a:spcAft>
              <a:buClr>
                <a:schemeClr val="lt2"/>
              </a:buClr>
              <a:buSzPts val="1050"/>
              <a:buFont typeface="Arial"/>
              <a:buNone/>
              <a:defRPr sz="1050" b="1" cap="none">
                <a:solidFill>
                  <a:schemeClr val="lt2"/>
                </a:solidFill>
              </a:defRPr>
            </a:lvl8pPr>
            <a:lvl9pPr marL="4114800" lvl="8" indent="-228600" algn="ctr">
              <a:lnSpc>
                <a:spcPct val="80000"/>
              </a:lnSpc>
              <a:spcBef>
                <a:spcPts val="0"/>
              </a:spcBef>
              <a:spcAft>
                <a:spcPts val="0"/>
              </a:spcAft>
              <a:buClr>
                <a:schemeClr val="lt2"/>
              </a:buClr>
              <a:buSzPts val="1050"/>
              <a:buFont typeface="Arial"/>
              <a:buNone/>
              <a:defRPr sz="1050" b="1" cap="none">
                <a:solidFill>
                  <a:schemeClr val="lt2"/>
                </a:solidFill>
              </a:defRPr>
            </a:lvl9pPr>
          </a:lstStyle>
          <a:p>
            <a:endParaRPr/>
          </a:p>
        </p:txBody>
      </p:sp>
      <p:sp>
        <p:nvSpPr>
          <p:cNvPr id="40" name="Google Shape;40;p3"/>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41" name="Google Shape;41;p3"/>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 White">
  <p:cSld name="Title Slide - White">
    <p:bg>
      <p:bgPr>
        <a:solidFill>
          <a:schemeClr val="lt1"/>
        </a:solidFill>
        <a:effectLst/>
      </p:bgPr>
    </p:bg>
    <p:spTree>
      <p:nvGrpSpPr>
        <p:cNvPr id="1" name="Shape 42"/>
        <p:cNvGrpSpPr/>
        <p:nvPr/>
      </p:nvGrpSpPr>
      <p:grpSpPr>
        <a:xfrm>
          <a:off x="0" y="0"/>
          <a:ext cx="0" cy="0"/>
          <a:chOff x="0" y="0"/>
          <a:chExt cx="0" cy="0"/>
        </a:xfrm>
      </p:grpSpPr>
      <p:sp>
        <p:nvSpPr>
          <p:cNvPr id="43" name="Google Shape;43;p4"/>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45" name="Google Shape;45;p4" descr="U.S. Army"/>
          <p:cNvPicPr preferRelativeResize="0"/>
          <p:nvPr/>
        </p:nvPicPr>
        <p:blipFill rotWithShape="1">
          <a:blip r:embed="rId2">
            <a:alphaModFix/>
          </a:blip>
          <a:srcRect/>
          <a:stretch/>
        </p:blipFill>
        <p:spPr>
          <a:xfrm>
            <a:off x="135668" y="78731"/>
            <a:ext cx="2434590" cy="919356"/>
          </a:xfrm>
          <a:prstGeom prst="rect">
            <a:avLst/>
          </a:prstGeom>
          <a:noFill/>
          <a:ln>
            <a:noFill/>
          </a:ln>
        </p:spPr>
      </p:pic>
      <p:sp>
        <p:nvSpPr>
          <p:cNvPr id="46" name="Google Shape;46;p4"/>
          <p:cNvSpPr txBox="1">
            <a:spLocks noGrp="1"/>
          </p:cNvSpPr>
          <p:nvPr>
            <p:ph type="body" idx="1"/>
          </p:nvPr>
        </p:nvSpPr>
        <p:spPr>
          <a:xfrm>
            <a:off x="410766" y="3850148"/>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47" name="Google Shape;47;p4"/>
          <p:cNvSpPr txBox="1">
            <a:spLocks noGrp="1"/>
          </p:cNvSpPr>
          <p:nvPr>
            <p:ph type="body" idx="2"/>
          </p:nvPr>
        </p:nvSpPr>
        <p:spPr>
          <a:xfrm>
            <a:off x="410766" y="3714554"/>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48" name="Google Shape;48;p4"/>
          <p:cNvSpPr txBox="1">
            <a:spLocks noGrp="1"/>
          </p:cNvSpPr>
          <p:nvPr>
            <p:ph type="body" idx="3"/>
          </p:nvPr>
        </p:nvSpPr>
        <p:spPr>
          <a:xfrm>
            <a:off x="410766" y="3985742"/>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49" name="Google Shape;49;p4"/>
          <p:cNvSpPr txBox="1">
            <a:spLocks noGrp="1"/>
          </p:cNvSpPr>
          <p:nvPr>
            <p:ph type="body" idx="4"/>
          </p:nvPr>
        </p:nvSpPr>
        <p:spPr>
          <a:xfrm>
            <a:off x="410766" y="4121336"/>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0" name="Google Shape;50;p4"/>
          <p:cNvSpPr txBox="1">
            <a:spLocks noGrp="1"/>
          </p:cNvSpPr>
          <p:nvPr>
            <p:ph type="body" idx="5"/>
          </p:nvPr>
        </p:nvSpPr>
        <p:spPr>
          <a:xfrm>
            <a:off x="410766" y="4256930"/>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1" name="Google Shape;51;p4"/>
          <p:cNvSpPr txBox="1">
            <a:spLocks noGrp="1"/>
          </p:cNvSpPr>
          <p:nvPr>
            <p:ph type="body" idx="6"/>
          </p:nvPr>
        </p:nvSpPr>
        <p:spPr>
          <a:xfrm>
            <a:off x="1485900" y="3850148"/>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2" name="Google Shape;52;p4"/>
          <p:cNvSpPr txBox="1">
            <a:spLocks noGrp="1"/>
          </p:cNvSpPr>
          <p:nvPr>
            <p:ph type="body" idx="7"/>
          </p:nvPr>
        </p:nvSpPr>
        <p:spPr>
          <a:xfrm>
            <a:off x="1485900" y="3714554"/>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3" name="Google Shape;53;p4"/>
          <p:cNvSpPr txBox="1">
            <a:spLocks noGrp="1"/>
          </p:cNvSpPr>
          <p:nvPr>
            <p:ph type="body" idx="8"/>
          </p:nvPr>
        </p:nvSpPr>
        <p:spPr>
          <a:xfrm>
            <a:off x="1485900" y="3985742"/>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4" name="Google Shape;54;p4"/>
          <p:cNvSpPr txBox="1">
            <a:spLocks noGrp="1"/>
          </p:cNvSpPr>
          <p:nvPr>
            <p:ph type="body" idx="9"/>
          </p:nvPr>
        </p:nvSpPr>
        <p:spPr>
          <a:xfrm>
            <a:off x="1485900" y="4121336"/>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5" name="Google Shape;55;p4"/>
          <p:cNvSpPr txBox="1">
            <a:spLocks noGrp="1"/>
          </p:cNvSpPr>
          <p:nvPr>
            <p:ph type="body" idx="13"/>
          </p:nvPr>
        </p:nvSpPr>
        <p:spPr>
          <a:xfrm>
            <a:off x="1485900" y="4256930"/>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grpSp>
        <p:nvGrpSpPr>
          <p:cNvPr id="56" name="Google Shape;56;p4"/>
          <p:cNvGrpSpPr/>
          <p:nvPr/>
        </p:nvGrpSpPr>
        <p:grpSpPr>
          <a:xfrm>
            <a:off x="411164" y="1480665"/>
            <a:ext cx="5380037" cy="1783080"/>
            <a:chOff x="411163" y="2240280"/>
            <a:chExt cx="6446837" cy="2377440"/>
          </a:xfrm>
        </p:grpSpPr>
        <p:sp>
          <p:nvSpPr>
            <p:cNvPr id="57" name="Google Shape;57;p4"/>
            <p:cNvSpPr/>
            <p:nvPr/>
          </p:nvSpPr>
          <p:spPr>
            <a:xfrm>
              <a:off x="411163" y="2240280"/>
              <a:ext cx="6446837" cy="2377440"/>
            </a:xfrm>
            <a:prstGeom prst="rect">
              <a:avLst/>
            </a:prstGeom>
            <a:noFill/>
            <a:ln w="19050" cap="flat" cmpd="sng">
              <a:solidFill>
                <a:srgbClr val="221F2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cxnSp>
          <p:nvCxnSpPr>
            <p:cNvPr id="58" name="Google Shape;58;p4"/>
            <p:cNvCxnSpPr/>
            <p:nvPr/>
          </p:nvCxnSpPr>
          <p:spPr>
            <a:xfrm>
              <a:off x="411163" y="3931920"/>
              <a:ext cx="6446837" cy="0"/>
            </a:xfrm>
            <a:prstGeom prst="straightConnector1">
              <a:avLst/>
            </a:prstGeom>
            <a:noFill/>
            <a:ln w="19050" cap="flat" cmpd="sng">
              <a:solidFill>
                <a:srgbClr val="221F20"/>
              </a:solidFill>
              <a:prstDash val="solid"/>
              <a:miter lim="800000"/>
              <a:headEnd type="none" w="sm" len="sm"/>
              <a:tailEnd type="none" w="sm" len="sm"/>
            </a:ln>
          </p:spPr>
        </p:cxnSp>
        <p:cxnSp>
          <p:nvCxnSpPr>
            <p:cNvPr id="59" name="Google Shape;59;p4"/>
            <p:cNvCxnSpPr/>
            <p:nvPr/>
          </p:nvCxnSpPr>
          <p:spPr>
            <a:xfrm>
              <a:off x="4272796" y="3931920"/>
              <a:ext cx="0" cy="685800"/>
            </a:xfrm>
            <a:prstGeom prst="straightConnector1">
              <a:avLst/>
            </a:prstGeom>
            <a:noFill/>
            <a:ln w="19050" cap="flat" cmpd="sng">
              <a:solidFill>
                <a:srgbClr val="221F20"/>
              </a:solidFill>
              <a:prstDash val="solid"/>
              <a:miter lim="800000"/>
              <a:headEnd type="none" w="sm" len="sm"/>
              <a:tailEnd type="none" w="sm" len="sm"/>
            </a:ln>
          </p:spPr>
        </p:cxnSp>
      </p:grpSp>
      <p:sp>
        <p:nvSpPr>
          <p:cNvPr id="60" name="Google Shape;60;p4"/>
          <p:cNvSpPr txBox="1">
            <a:spLocks noGrp="1"/>
          </p:cNvSpPr>
          <p:nvPr>
            <p:ph type="ctrTitle"/>
          </p:nvPr>
        </p:nvSpPr>
        <p:spPr>
          <a:xfrm>
            <a:off x="685800" y="1652115"/>
            <a:ext cx="4822031" cy="99441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2700"/>
              <a:buFont typeface="Arial"/>
              <a:buNone/>
              <a:defRPr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4"/>
          <p:cNvSpPr txBox="1">
            <a:spLocks noGrp="1"/>
          </p:cNvSpPr>
          <p:nvPr>
            <p:ph type="subTitle" idx="14"/>
          </p:nvPr>
        </p:nvSpPr>
        <p:spPr>
          <a:xfrm>
            <a:off x="685800" y="2838549"/>
            <a:ext cx="2674144" cy="3429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dk2"/>
              </a:buClr>
              <a:buSzPts val="900"/>
              <a:buNone/>
              <a:defRPr sz="900" b="1">
                <a:solidFill>
                  <a:schemeClr val="dk2"/>
                </a:solidFill>
              </a:defRPr>
            </a:lvl1pPr>
            <a:lvl2pPr lvl="1" algn="l">
              <a:lnSpc>
                <a:spcPct val="95000"/>
              </a:lnSpc>
              <a:spcBef>
                <a:spcPts val="0"/>
              </a:spcBef>
              <a:spcAft>
                <a:spcPts val="0"/>
              </a:spcAft>
              <a:buClr>
                <a:schemeClr val="dk2"/>
              </a:buClr>
              <a:buSzPts val="900"/>
              <a:buNone/>
              <a:defRPr sz="900" b="1">
                <a:solidFill>
                  <a:schemeClr val="dk2"/>
                </a:solidFill>
              </a:defRPr>
            </a:lvl2pPr>
            <a:lvl3pPr lvl="2" algn="l">
              <a:lnSpc>
                <a:spcPct val="95000"/>
              </a:lnSpc>
              <a:spcBef>
                <a:spcPts val="0"/>
              </a:spcBef>
              <a:spcAft>
                <a:spcPts val="0"/>
              </a:spcAft>
              <a:buClr>
                <a:schemeClr val="dk2"/>
              </a:buClr>
              <a:buSzPts val="900"/>
              <a:buNone/>
              <a:defRPr sz="900" b="1">
                <a:solidFill>
                  <a:schemeClr val="dk2"/>
                </a:solidFill>
              </a:defRPr>
            </a:lvl3pPr>
            <a:lvl4pPr lvl="3" algn="l">
              <a:lnSpc>
                <a:spcPct val="95000"/>
              </a:lnSpc>
              <a:spcBef>
                <a:spcPts val="0"/>
              </a:spcBef>
              <a:spcAft>
                <a:spcPts val="0"/>
              </a:spcAft>
              <a:buClr>
                <a:schemeClr val="dk2"/>
              </a:buClr>
              <a:buSzPts val="900"/>
              <a:buNone/>
              <a:defRPr sz="900" b="1">
                <a:solidFill>
                  <a:schemeClr val="dk2"/>
                </a:solidFill>
              </a:defRPr>
            </a:lvl4pPr>
            <a:lvl5pPr lvl="4" algn="l">
              <a:lnSpc>
                <a:spcPct val="95000"/>
              </a:lnSpc>
              <a:spcBef>
                <a:spcPts val="0"/>
              </a:spcBef>
              <a:spcAft>
                <a:spcPts val="0"/>
              </a:spcAft>
              <a:buClr>
                <a:schemeClr val="dk2"/>
              </a:buClr>
              <a:buSzPts val="900"/>
              <a:buNone/>
              <a:defRPr sz="900" b="1">
                <a:solidFill>
                  <a:schemeClr val="dk2"/>
                </a:solidFill>
              </a:defRPr>
            </a:lvl5pPr>
            <a:lvl6pPr lvl="5" algn="l">
              <a:lnSpc>
                <a:spcPct val="95000"/>
              </a:lnSpc>
              <a:spcBef>
                <a:spcPts val="0"/>
              </a:spcBef>
              <a:spcAft>
                <a:spcPts val="0"/>
              </a:spcAft>
              <a:buClr>
                <a:schemeClr val="dk2"/>
              </a:buClr>
              <a:buSzPts val="900"/>
              <a:buNone/>
              <a:defRPr sz="900" b="1">
                <a:solidFill>
                  <a:schemeClr val="dk2"/>
                </a:solidFill>
              </a:defRPr>
            </a:lvl6pPr>
            <a:lvl7pPr lvl="6" algn="l">
              <a:lnSpc>
                <a:spcPct val="95000"/>
              </a:lnSpc>
              <a:spcBef>
                <a:spcPts val="0"/>
              </a:spcBef>
              <a:spcAft>
                <a:spcPts val="0"/>
              </a:spcAft>
              <a:buClr>
                <a:schemeClr val="dk2"/>
              </a:buClr>
              <a:buSzPts val="900"/>
              <a:buNone/>
              <a:defRPr sz="900" b="1">
                <a:solidFill>
                  <a:schemeClr val="dk2"/>
                </a:solidFill>
              </a:defRPr>
            </a:lvl7pPr>
            <a:lvl8pPr lvl="7" algn="l">
              <a:lnSpc>
                <a:spcPct val="95000"/>
              </a:lnSpc>
              <a:spcBef>
                <a:spcPts val="0"/>
              </a:spcBef>
              <a:spcAft>
                <a:spcPts val="0"/>
              </a:spcAft>
              <a:buClr>
                <a:schemeClr val="dk2"/>
              </a:buClr>
              <a:buSzPts val="900"/>
              <a:buNone/>
              <a:defRPr sz="900" b="1">
                <a:solidFill>
                  <a:schemeClr val="dk2"/>
                </a:solidFill>
              </a:defRPr>
            </a:lvl8pPr>
            <a:lvl9pPr lvl="8" algn="l">
              <a:lnSpc>
                <a:spcPct val="95000"/>
              </a:lnSpc>
              <a:spcBef>
                <a:spcPts val="0"/>
              </a:spcBef>
              <a:spcAft>
                <a:spcPts val="0"/>
              </a:spcAft>
              <a:buClr>
                <a:schemeClr val="dk2"/>
              </a:buClr>
              <a:buSzPts val="900"/>
              <a:buNone/>
              <a:defRPr sz="900" b="1">
                <a:solidFill>
                  <a:schemeClr val="dk2"/>
                </a:solidFill>
              </a:defRPr>
            </a:lvl9pPr>
          </a:lstStyle>
          <a:p>
            <a:endParaRPr/>
          </a:p>
        </p:txBody>
      </p:sp>
      <p:sp>
        <p:nvSpPr>
          <p:cNvPr id="62" name="Google Shape;62;p4"/>
          <p:cNvSpPr txBox="1">
            <a:spLocks noGrp="1"/>
          </p:cNvSpPr>
          <p:nvPr>
            <p:ph type="body" idx="15"/>
          </p:nvPr>
        </p:nvSpPr>
        <p:spPr>
          <a:xfrm>
            <a:off x="3909060" y="2838549"/>
            <a:ext cx="1598771" cy="342900"/>
          </a:xfrm>
          <a:prstGeom prst="rect">
            <a:avLst/>
          </a:prstGeom>
          <a:noFill/>
          <a:ln>
            <a:noFill/>
          </a:ln>
        </p:spPr>
        <p:txBody>
          <a:bodyPr spcFirstLastPara="1" wrap="square" lIns="0" tIns="0" rIns="0" bIns="0" anchor="ctr" anchorCtr="0">
            <a:noAutofit/>
          </a:bodyPr>
          <a:lstStyle>
            <a:lvl1pPr marL="457200" lvl="0" indent="-228600" algn="ctr">
              <a:lnSpc>
                <a:spcPct val="80000"/>
              </a:lnSpc>
              <a:spcBef>
                <a:spcPts val="0"/>
              </a:spcBef>
              <a:spcAft>
                <a:spcPts val="0"/>
              </a:spcAft>
              <a:buClr>
                <a:schemeClr val="dk2"/>
              </a:buClr>
              <a:buSzPts val="1050"/>
              <a:buFont typeface="Arial"/>
              <a:buNone/>
              <a:defRPr sz="1050" b="1" cap="none">
                <a:solidFill>
                  <a:schemeClr val="dk2"/>
                </a:solidFill>
              </a:defRPr>
            </a:lvl1pPr>
            <a:lvl2pPr marL="914400" lvl="1" indent="-228600" algn="ctr">
              <a:lnSpc>
                <a:spcPct val="80000"/>
              </a:lnSpc>
              <a:spcBef>
                <a:spcPts val="0"/>
              </a:spcBef>
              <a:spcAft>
                <a:spcPts val="0"/>
              </a:spcAft>
              <a:buClr>
                <a:schemeClr val="dk2"/>
              </a:buClr>
              <a:buSzPts val="1050"/>
              <a:buFont typeface="Arial"/>
              <a:buNone/>
              <a:defRPr sz="1050" b="1" cap="none">
                <a:solidFill>
                  <a:schemeClr val="dk2"/>
                </a:solidFill>
              </a:defRPr>
            </a:lvl2pPr>
            <a:lvl3pPr marL="1371600" lvl="2" indent="-228600" algn="ctr">
              <a:lnSpc>
                <a:spcPct val="80000"/>
              </a:lnSpc>
              <a:spcBef>
                <a:spcPts val="0"/>
              </a:spcBef>
              <a:spcAft>
                <a:spcPts val="0"/>
              </a:spcAft>
              <a:buClr>
                <a:schemeClr val="dk2"/>
              </a:buClr>
              <a:buSzPts val="1050"/>
              <a:buFont typeface="Arial"/>
              <a:buNone/>
              <a:defRPr sz="1050" b="1" cap="none">
                <a:solidFill>
                  <a:schemeClr val="dk2"/>
                </a:solidFill>
              </a:defRPr>
            </a:lvl3pPr>
            <a:lvl4pPr marL="1828800" lvl="3" indent="-228600" algn="ctr">
              <a:lnSpc>
                <a:spcPct val="80000"/>
              </a:lnSpc>
              <a:spcBef>
                <a:spcPts val="0"/>
              </a:spcBef>
              <a:spcAft>
                <a:spcPts val="0"/>
              </a:spcAft>
              <a:buClr>
                <a:schemeClr val="dk2"/>
              </a:buClr>
              <a:buSzPts val="1050"/>
              <a:buFont typeface="Arial"/>
              <a:buNone/>
              <a:defRPr sz="1050" b="1" cap="none">
                <a:solidFill>
                  <a:schemeClr val="dk2"/>
                </a:solidFill>
              </a:defRPr>
            </a:lvl4pPr>
            <a:lvl5pPr marL="2286000" lvl="4" indent="-228600" algn="ctr">
              <a:lnSpc>
                <a:spcPct val="80000"/>
              </a:lnSpc>
              <a:spcBef>
                <a:spcPts val="0"/>
              </a:spcBef>
              <a:spcAft>
                <a:spcPts val="0"/>
              </a:spcAft>
              <a:buClr>
                <a:schemeClr val="dk2"/>
              </a:buClr>
              <a:buSzPts val="1050"/>
              <a:buFont typeface="Arial"/>
              <a:buNone/>
              <a:defRPr sz="1050" b="1" cap="none">
                <a:solidFill>
                  <a:schemeClr val="dk2"/>
                </a:solidFill>
              </a:defRPr>
            </a:lvl5pPr>
            <a:lvl6pPr marL="2743200" lvl="5" indent="-228600" algn="ctr">
              <a:lnSpc>
                <a:spcPct val="80000"/>
              </a:lnSpc>
              <a:spcBef>
                <a:spcPts val="0"/>
              </a:spcBef>
              <a:spcAft>
                <a:spcPts val="0"/>
              </a:spcAft>
              <a:buClr>
                <a:schemeClr val="dk2"/>
              </a:buClr>
              <a:buSzPts val="1050"/>
              <a:buFont typeface="Arial"/>
              <a:buNone/>
              <a:defRPr sz="1050" b="1" cap="none">
                <a:solidFill>
                  <a:schemeClr val="dk2"/>
                </a:solidFill>
              </a:defRPr>
            </a:lvl6pPr>
            <a:lvl7pPr marL="3200400" lvl="6" indent="-228600" algn="ctr">
              <a:lnSpc>
                <a:spcPct val="80000"/>
              </a:lnSpc>
              <a:spcBef>
                <a:spcPts val="0"/>
              </a:spcBef>
              <a:spcAft>
                <a:spcPts val="0"/>
              </a:spcAft>
              <a:buClr>
                <a:schemeClr val="dk2"/>
              </a:buClr>
              <a:buSzPts val="1050"/>
              <a:buFont typeface="Arial"/>
              <a:buNone/>
              <a:defRPr sz="1050" b="1" cap="none">
                <a:solidFill>
                  <a:schemeClr val="dk2"/>
                </a:solidFill>
              </a:defRPr>
            </a:lvl7pPr>
            <a:lvl8pPr marL="3657600" lvl="7" indent="-228600" algn="ctr">
              <a:lnSpc>
                <a:spcPct val="80000"/>
              </a:lnSpc>
              <a:spcBef>
                <a:spcPts val="0"/>
              </a:spcBef>
              <a:spcAft>
                <a:spcPts val="0"/>
              </a:spcAft>
              <a:buClr>
                <a:schemeClr val="dk2"/>
              </a:buClr>
              <a:buSzPts val="1050"/>
              <a:buFont typeface="Arial"/>
              <a:buNone/>
              <a:defRPr sz="1050" b="1" cap="none">
                <a:solidFill>
                  <a:schemeClr val="dk2"/>
                </a:solidFill>
              </a:defRPr>
            </a:lvl8pPr>
            <a:lvl9pPr marL="4114800" lvl="8" indent="-228600" algn="ctr">
              <a:lnSpc>
                <a:spcPct val="80000"/>
              </a:lnSpc>
              <a:spcBef>
                <a:spcPts val="0"/>
              </a:spcBef>
              <a:spcAft>
                <a:spcPts val="0"/>
              </a:spcAft>
              <a:buClr>
                <a:schemeClr val="dk2"/>
              </a:buClr>
              <a:buSzPts val="1050"/>
              <a:buFont typeface="Arial"/>
              <a:buNone/>
              <a:defRPr sz="1050" b="1" cap="none">
                <a:solidFill>
                  <a:schemeClr val="dk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 Image">
  <p:cSld name="Title Slide - Image">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5"/>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5"/>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66" name="Google Shape;66;p5" descr="U.S. Army"/>
          <p:cNvPicPr preferRelativeResize="0"/>
          <p:nvPr/>
        </p:nvPicPr>
        <p:blipFill rotWithShape="1">
          <a:blip r:embed="rId3">
            <a:alphaModFix/>
          </a:blip>
          <a:srcRect/>
          <a:stretch/>
        </p:blipFill>
        <p:spPr>
          <a:xfrm>
            <a:off x="183674" y="84473"/>
            <a:ext cx="2434590" cy="919356"/>
          </a:xfrm>
          <a:prstGeom prst="rect">
            <a:avLst/>
          </a:prstGeom>
          <a:noFill/>
          <a:ln>
            <a:noFill/>
          </a:ln>
        </p:spPr>
      </p:pic>
      <p:sp>
        <p:nvSpPr>
          <p:cNvPr id="67" name="Google Shape;67;p5"/>
          <p:cNvSpPr txBox="1">
            <a:spLocks noGrp="1"/>
          </p:cNvSpPr>
          <p:nvPr>
            <p:ph type="body" idx="1"/>
          </p:nvPr>
        </p:nvSpPr>
        <p:spPr>
          <a:xfrm>
            <a:off x="410766" y="3850148"/>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68" name="Google Shape;68;p5"/>
          <p:cNvSpPr txBox="1">
            <a:spLocks noGrp="1"/>
          </p:cNvSpPr>
          <p:nvPr>
            <p:ph type="body" idx="2"/>
          </p:nvPr>
        </p:nvSpPr>
        <p:spPr>
          <a:xfrm>
            <a:off x="410766" y="3714554"/>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69" name="Google Shape;69;p5"/>
          <p:cNvSpPr txBox="1">
            <a:spLocks noGrp="1"/>
          </p:cNvSpPr>
          <p:nvPr>
            <p:ph type="body" idx="3"/>
          </p:nvPr>
        </p:nvSpPr>
        <p:spPr>
          <a:xfrm>
            <a:off x="410766" y="3985742"/>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0" name="Google Shape;70;p5"/>
          <p:cNvSpPr txBox="1">
            <a:spLocks noGrp="1"/>
          </p:cNvSpPr>
          <p:nvPr>
            <p:ph type="body" idx="4"/>
          </p:nvPr>
        </p:nvSpPr>
        <p:spPr>
          <a:xfrm>
            <a:off x="410766" y="4121336"/>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1" name="Google Shape;71;p5"/>
          <p:cNvSpPr txBox="1">
            <a:spLocks noGrp="1"/>
          </p:cNvSpPr>
          <p:nvPr>
            <p:ph type="body" idx="5"/>
          </p:nvPr>
        </p:nvSpPr>
        <p:spPr>
          <a:xfrm>
            <a:off x="410766" y="4256930"/>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2" name="Google Shape;72;p5"/>
          <p:cNvSpPr txBox="1">
            <a:spLocks noGrp="1"/>
          </p:cNvSpPr>
          <p:nvPr>
            <p:ph type="body" idx="6"/>
          </p:nvPr>
        </p:nvSpPr>
        <p:spPr>
          <a:xfrm>
            <a:off x="1485900" y="3850148"/>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3" name="Google Shape;73;p5"/>
          <p:cNvSpPr txBox="1">
            <a:spLocks noGrp="1"/>
          </p:cNvSpPr>
          <p:nvPr>
            <p:ph type="body" idx="7"/>
          </p:nvPr>
        </p:nvSpPr>
        <p:spPr>
          <a:xfrm>
            <a:off x="1485900" y="3714554"/>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4" name="Google Shape;74;p5"/>
          <p:cNvSpPr txBox="1">
            <a:spLocks noGrp="1"/>
          </p:cNvSpPr>
          <p:nvPr>
            <p:ph type="body" idx="8"/>
          </p:nvPr>
        </p:nvSpPr>
        <p:spPr>
          <a:xfrm>
            <a:off x="1485900" y="3985742"/>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5" name="Google Shape;75;p5"/>
          <p:cNvSpPr txBox="1">
            <a:spLocks noGrp="1"/>
          </p:cNvSpPr>
          <p:nvPr>
            <p:ph type="body" idx="9"/>
          </p:nvPr>
        </p:nvSpPr>
        <p:spPr>
          <a:xfrm>
            <a:off x="1485900" y="4121336"/>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6" name="Google Shape;76;p5"/>
          <p:cNvSpPr txBox="1">
            <a:spLocks noGrp="1"/>
          </p:cNvSpPr>
          <p:nvPr>
            <p:ph type="body" idx="13"/>
          </p:nvPr>
        </p:nvSpPr>
        <p:spPr>
          <a:xfrm>
            <a:off x="1485900" y="4256930"/>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grpSp>
        <p:nvGrpSpPr>
          <p:cNvPr id="77" name="Google Shape;77;p5"/>
          <p:cNvGrpSpPr/>
          <p:nvPr/>
        </p:nvGrpSpPr>
        <p:grpSpPr>
          <a:xfrm>
            <a:off x="411164" y="1480665"/>
            <a:ext cx="5380036" cy="1783080"/>
            <a:chOff x="411163" y="2240280"/>
            <a:chExt cx="6446837" cy="2377440"/>
          </a:xfrm>
        </p:grpSpPr>
        <p:sp>
          <p:nvSpPr>
            <p:cNvPr id="78" name="Google Shape;78;p5"/>
            <p:cNvSpPr/>
            <p:nvPr/>
          </p:nvSpPr>
          <p:spPr>
            <a:xfrm>
              <a:off x="411163" y="2240280"/>
              <a:ext cx="6446837" cy="2377440"/>
            </a:xfrm>
            <a:prstGeom prst="rect">
              <a:avLst/>
            </a:prstGeom>
            <a:noFill/>
            <a:ln w="19050" cap="flat" cmpd="sng">
              <a:solidFill>
                <a:srgbClr val="FFCC0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cxnSp>
          <p:nvCxnSpPr>
            <p:cNvPr id="79" name="Google Shape;79;p5"/>
            <p:cNvCxnSpPr/>
            <p:nvPr/>
          </p:nvCxnSpPr>
          <p:spPr>
            <a:xfrm>
              <a:off x="411163" y="3931920"/>
              <a:ext cx="6446837" cy="0"/>
            </a:xfrm>
            <a:prstGeom prst="straightConnector1">
              <a:avLst/>
            </a:prstGeom>
            <a:noFill/>
            <a:ln w="19050" cap="flat" cmpd="sng">
              <a:solidFill>
                <a:srgbClr val="FFCC01"/>
              </a:solidFill>
              <a:prstDash val="solid"/>
              <a:miter lim="800000"/>
              <a:headEnd type="none" w="sm" len="sm"/>
              <a:tailEnd type="none" w="sm" len="sm"/>
            </a:ln>
          </p:spPr>
        </p:cxnSp>
        <p:cxnSp>
          <p:nvCxnSpPr>
            <p:cNvPr id="80" name="Google Shape;80;p5"/>
            <p:cNvCxnSpPr/>
            <p:nvPr/>
          </p:nvCxnSpPr>
          <p:spPr>
            <a:xfrm>
              <a:off x="4274795" y="3931920"/>
              <a:ext cx="0" cy="685800"/>
            </a:xfrm>
            <a:prstGeom prst="straightConnector1">
              <a:avLst/>
            </a:prstGeom>
            <a:noFill/>
            <a:ln w="19050" cap="flat" cmpd="sng">
              <a:solidFill>
                <a:srgbClr val="FFCC01"/>
              </a:solidFill>
              <a:prstDash val="solid"/>
              <a:miter lim="800000"/>
              <a:headEnd type="none" w="sm" len="sm"/>
              <a:tailEnd type="none" w="sm" len="sm"/>
            </a:ln>
          </p:spPr>
        </p:cxnSp>
      </p:grpSp>
      <p:sp>
        <p:nvSpPr>
          <p:cNvPr id="81" name="Google Shape;81;p5"/>
          <p:cNvSpPr txBox="1">
            <a:spLocks noGrp="1"/>
          </p:cNvSpPr>
          <p:nvPr>
            <p:ph type="ctrTitle"/>
          </p:nvPr>
        </p:nvSpPr>
        <p:spPr>
          <a:xfrm>
            <a:off x="685801" y="1652115"/>
            <a:ext cx="4822031" cy="99441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2700"/>
              <a:buFont typeface="Arial"/>
              <a:buNone/>
              <a:defRPr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5"/>
          <p:cNvSpPr txBox="1">
            <a:spLocks noGrp="1"/>
          </p:cNvSpPr>
          <p:nvPr>
            <p:ph type="subTitle" idx="14"/>
          </p:nvPr>
        </p:nvSpPr>
        <p:spPr>
          <a:xfrm>
            <a:off x="685801" y="2838549"/>
            <a:ext cx="2674143" cy="3429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2"/>
              </a:buClr>
              <a:buSzPts val="900"/>
              <a:buNone/>
              <a:defRPr sz="900" b="1">
                <a:solidFill>
                  <a:schemeClr val="lt2"/>
                </a:solidFill>
              </a:defRPr>
            </a:lvl1pPr>
            <a:lvl2pPr lvl="1" algn="l">
              <a:lnSpc>
                <a:spcPct val="95000"/>
              </a:lnSpc>
              <a:spcBef>
                <a:spcPts val="0"/>
              </a:spcBef>
              <a:spcAft>
                <a:spcPts val="0"/>
              </a:spcAft>
              <a:buClr>
                <a:schemeClr val="lt2"/>
              </a:buClr>
              <a:buSzPts val="900"/>
              <a:buNone/>
              <a:defRPr sz="900" b="1">
                <a:solidFill>
                  <a:schemeClr val="lt2"/>
                </a:solidFill>
              </a:defRPr>
            </a:lvl2pPr>
            <a:lvl3pPr lvl="2" algn="l">
              <a:lnSpc>
                <a:spcPct val="95000"/>
              </a:lnSpc>
              <a:spcBef>
                <a:spcPts val="0"/>
              </a:spcBef>
              <a:spcAft>
                <a:spcPts val="0"/>
              </a:spcAft>
              <a:buClr>
                <a:schemeClr val="lt2"/>
              </a:buClr>
              <a:buSzPts val="900"/>
              <a:buNone/>
              <a:defRPr sz="900" b="1">
                <a:solidFill>
                  <a:schemeClr val="lt2"/>
                </a:solidFill>
              </a:defRPr>
            </a:lvl3pPr>
            <a:lvl4pPr lvl="3" algn="l">
              <a:lnSpc>
                <a:spcPct val="95000"/>
              </a:lnSpc>
              <a:spcBef>
                <a:spcPts val="0"/>
              </a:spcBef>
              <a:spcAft>
                <a:spcPts val="0"/>
              </a:spcAft>
              <a:buClr>
                <a:schemeClr val="lt2"/>
              </a:buClr>
              <a:buSzPts val="900"/>
              <a:buNone/>
              <a:defRPr sz="900" b="1">
                <a:solidFill>
                  <a:schemeClr val="lt2"/>
                </a:solidFill>
              </a:defRPr>
            </a:lvl4pPr>
            <a:lvl5pPr lvl="4" algn="l">
              <a:lnSpc>
                <a:spcPct val="95000"/>
              </a:lnSpc>
              <a:spcBef>
                <a:spcPts val="0"/>
              </a:spcBef>
              <a:spcAft>
                <a:spcPts val="0"/>
              </a:spcAft>
              <a:buClr>
                <a:schemeClr val="lt2"/>
              </a:buClr>
              <a:buSzPts val="900"/>
              <a:buNone/>
              <a:defRPr sz="900" b="1">
                <a:solidFill>
                  <a:schemeClr val="lt2"/>
                </a:solidFill>
              </a:defRPr>
            </a:lvl5pPr>
            <a:lvl6pPr lvl="5" algn="l">
              <a:lnSpc>
                <a:spcPct val="95000"/>
              </a:lnSpc>
              <a:spcBef>
                <a:spcPts val="0"/>
              </a:spcBef>
              <a:spcAft>
                <a:spcPts val="0"/>
              </a:spcAft>
              <a:buClr>
                <a:schemeClr val="lt2"/>
              </a:buClr>
              <a:buSzPts val="900"/>
              <a:buNone/>
              <a:defRPr sz="900" b="1">
                <a:solidFill>
                  <a:schemeClr val="lt2"/>
                </a:solidFill>
              </a:defRPr>
            </a:lvl6pPr>
            <a:lvl7pPr lvl="6" algn="l">
              <a:lnSpc>
                <a:spcPct val="95000"/>
              </a:lnSpc>
              <a:spcBef>
                <a:spcPts val="0"/>
              </a:spcBef>
              <a:spcAft>
                <a:spcPts val="0"/>
              </a:spcAft>
              <a:buClr>
                <a:schemeClr val="lt2"/>
              </a:buClr>
              <a:buSzPts val="900"/>
              <a:buNone/>
              <a:defRPr sz="900" b="1">
                <a:solidFill>
                  <a:schemeClr val="lt2"/>
                </a:solidFill>
              </a:defRPr>
            </a:lvl7pPr>
            <a:lvl8pPr lvl="7" algn="l">
              <a:lnSpc>
                <a:spcPct val="95000"/>
              </a:lnSpc>
              <a:spcBef>
                <a:spcPts val="0"/>
              </a:spcBef>
              <a:spcAft>
                <a:spcPts val="0"/>
              </a:spcAft>
              <a:buClr>
                <a:schemeClr val="lt2"/>
              </a:buClr>
              <a:buSzPts val="900"/>
              <a:buNone/>
              <a:defRPr sz="900" b="1">
                <a:solidFill>
                  <a:schemeClr val="lt2"/>
                </a:solidFill>
              </a:defRPr>
            </a:lvl8pPr>
            <a:lvl9pPr lvl="8" algn="l">
              <a:lnSpc>
                <a:spcPct val="95000"/>
              </a:lnSpc>
              <a:spcBef>
                <a:spcPts val="0"/>
              </a:spcBef>
              <a:spcAft>
                <a:spcPts val="0"/>
              </a:spcAft>
              <a:buClr>
                <a:schemeClr val="lt2"/>
              </a:buClr>
              <a:buSzPts val="900"/>
              <a:buNone/>
              <a:defRPr sz="900" b="1">
                <a:solidFill>
                  <a:schemeClr val="lt2"/>
                </a:solidFill>
              </a:defRPr>
            </a:lvl9pPr>
          </a:lstStyle>
          <a:p>
            <a:endParaRPr/>
          </a:p>
        </p:txBody>
      </p:sp>
      <p:sp>
        <p:nvSpPr>
          <p:cNvPr id="83" name="Google Shape;83;p5"/>
          <p:cNvSpPr txBox="1">
            <a:spLocks noGrp="1"/>
          </p:cNvSpPr>
          <p:nvPr>
            <p:ph type="body" idx="15"/>
          </p:nvPr>
        </p:nvSpPr>
        <p:spPr>
          <a:xfrm>
            <a:off x="3909060" y="2838549"/>
            <a:ext cx="1598771" cy="342900"/>
          </a:xfrm>
          <a:prstGeom prst="rect">
            <a:avLst/>
          </a:prstGeom>
          <a:noFill/>
          <a:ln>
            <a:noFill/>
          </a:ln>
        </p:spPr>
        <p:txBody>
          <a:bodyPr spcFirstLastPara="1" wrap="square" lIns="0" tIns="0" rIns="0" bIns="0" anchor="ctr" anchorCtr="0">
            <a:noAutofit/>
          </a:bodyPr>
          <a:lstStyle>
            <a:lvl1pPr marL="457200" lvl="0" indent="-228600" algn="ctr">
              <a:lnSpc>
                <a:spcPct val="80000"/>
              </a:lnSpc>
              <a:spcBef>
                <a:spcPts val="0"/>
              </a:spcBef>
              <a:spcAft>
                <a:spcPts val="0"/>
              </a:spcAft>
              <a:buClr>
                <a:schemeClr val="lt2"/>
              </a:buClr>
              <a:buSzPts val="1050"/>
              <a:buFont typeface="Arial"/>
              <a:buNone/>
              <a:defRPr sz="1050" b="1" cap="none">
                <a:solidFill>
                  <a:schemeClr val="lt2"/>
                </a:solidFill>
              </a:defRPr>
            </a:lvl1pPr>
            <a:lvl2pPr marL="914400" lvl="1" indent="-228600" algn="ctr">
              <a:lnSpc>
                <a:spcPct val="80000"/>
              </a:lnSpc>
              <a:spcBef>
                <a:spcPts val="0"/>
              </a:spcBef>
              <a:spcAft>
                <a:spcPts val="0"/>
              </a:spcAft>
              <a:buClr>
                <a:schemeClr val="lt2"/>
              </a:buClr>
              <a:buSzPts val="1050"/>
              <a:buFont typeface="Arial"/>
              <a:buNone/>
              <a:defRPr sz="1050" b="1" cap="none">
                <a:solidFill>
                  <a:schemeClr val="lt2"/>
                </a:solidFill>
              </a:defRPr>
            </a:lvl2pPr>
            <a:lvl3pPr marL="1371600" lvl="2" indent="-228600" algn="ctr">
              <a:lnSpc>
                <a:spcPct val="80000"/>
              </a:lnSpc>
              <a:spcBef>
                <a:spcPts val="0"/>
              </a:spcBef>
              <a:spcAft>
                <a:spcPts val="0"/>
              </a:spcAft>
              <a:buClr>
                <a:schemeClr val="lt2"/>
              </a:buClr>
              <a:buSzPts val="1050"/>
              <a:buFont typeface="Arial"/>
              <a:buNone/>
              <a:defRPr sz="1050" b="1" cap="none">
                <a:solidFill>
                  <a:schemeClr val="lt2"/>
                </a:solidFill>
              </a:defRPr>
            </a:lvl3pPr>
            <a:lvl4pPr marL="1828800" lvl="3" indent="-228600" algn="ctr">
              <a:lnSpc>
                <a:spcPct val="80000"/>
              </a:lnSpc>
              <a:spcBef>
                <a:spcPts val="0"/>
              </a:spcBef>
              <a:spcAft>
                <a:spcPts val="0"/>
              </a:spcAft>
              <a:buClr>
                <a:schemeClr val="lt2"/>
              </a:buClr>
              <a:buSzPts val="1050"/>
              <a:buFont typeface="Arial"/>
              <a:buNone/>
              <a:defRPr sz="1050" b="1" cap="none">
                <a:solidFill>
                  <a:schemeClr val="lt2"/>
                </a:solidFill>
              </a:defRPr>
            </a:lvl4pPr>
            <a:lvl5pPr marL="2286000" lvl="4" indent="-228600" algn="ctr">
              <a:lnSpc>
                <a:spcPct val="80000"/>
              </a:lnSpc>
              <a:spcBef>
                <a:spcPts val="0"/>
              </a:spcBef>
              <a:spcAft>
                <a:spcPts val="0"/>
              </a:spcAft>
              <a:buClr>
                <a:schemeClr val="lt2"/>
              </a:buClr>
              <a:buSzPts val="1050"/>
              <a:buFont typeface="Arial"/>
              <a:buNone/>
              <a:defRPr sz="1050" b="1" cap="none">
                <a:solidFill>
                  <a:schemeClr val="lt2"/>
                </a:solidFill>
              </a:defRPr>
            </a:lvl5pPr>
            <a:lvl6pPr marL="2743200" lvl="5" indent="-228600" algn="ctr">
              <a:lnSpc>
                <a:spcPct val="80000"/>
              </a:lnSpc>
              <a:spcBef>
                <a:spcPts val="0"/>
              </a:spcBef>
              <a:spcAft>
                <a:spcPts val="0"/>
              </a:spcAft>
              <a:buClr>
                <a:schemeClr val="lt2"/>
              </a:buClr>
              <a:buSzPts val="1050"/>
              <a:buFont typeface="Arial"/>
              <a:buNone/>
              <a:defRPr sz="1050" b="1" cap="none">
                <a:solidFill>
                  <a:schemeClr val="lt2"/>
                </a:solidFill>
              </a:defRPr>
            </a:lvl6pPr>
            <a:lvl7pPr marL="3200400" lvl="6" indent="-228600" algn="ctr">
              <a:lnSpc>
                <a:spcPct val="80000"/>
              </a:lnSpc>
              <a:spcBef>
                <a:spcPts val="0"/>
              </a:spcBef>
              <a:spcAft>
                <a:spcPts val="0"/>
              </a:spcAft>
              <a:buClr>
                <a:schemeClr val="lt2"/>
              </a:buClr>
              <a:buSzPts val="1050"/>
              <a:buFont typeface="Arial"/>
              <a:buNone/>
              <a:defRPr sz="1050" b="1" cap="none">
                <a:solidFill>
                  <a:schemeClr val="lt2"/>
                </a:solidFill>
              </a:defRPr>
            </a:lvl7pPr>
            <a:lvl8pPr marL="3657600" lvl="7" indent="-228600" algn="ctr">
              <a:lnSpc>
                <a:spcPct val="80000"/>
              </a:lnSpc>
              <a:spcBef>
                <a:spcPts val="0"/>
              </a:spcBef>
              <a:spcAft>
                <a:spcPts val="0"/>
              </a:spcAft>
              <a:buClr>
                <a:schemeClr val="lt2"/>
              </a:buClr>
              <a:buSzPts val="1050"/>
              <a:buFont typeface="Arial"/>
              <a:buNone/>
              <a:defRPr sz="1050" b="1" cap="none">
                <a:solidFill>
                  <a:schemeClr val="lt2"/>
                </a:solidFill>
              </a:defRPr>
            </a:lvl8pPr>
            <a:lvl9pPr marL="4114800" lvl="8" indent="-228600" algn="ctr">
              <a:lnSpc>
                <a:spcPct val="80000"/>
              </a:lnSpc>
              <a:spcBef>
                <a:spcPts val="0"/>
              </a:spcBef>
              <a:spcAft>
                <a:spcPts val="0"/>
              </a:spcAft>
              <a:buClr>
                <a:schemeClr val="lt2"/>
              </a:buClr>
              <a:buSzPts val="1050"/>
              <a:buFont typeface="Arial"/>
              <a:buNone/>
              <a:defRPr sz="1050" b="1" cap="none">
                <a:solidFill>
                  <a:schemeClr val="lt2"/>
                </a:solidFill>
              </a:defRPr>
            </a:lvl9pPr>
          </a:lstStyle>
          <a:p>
            <a:endParaRPr/>
          </a:p>
        </p:txBody>
      </p:sp>
      <p:pic>
        <p:nvPicPr>
          <p:cNvPr id="84" name="Google Shape;84;p5"/>
          <p:cNvPicPr preferRelativeResize="0"/>
          <p:nvPr/>
        </p:nvPicPr>
        <p:blipFill rotWithShape="1">
          <a:blip r:embed="rId4">
            <a:alphaModFix/>
          </a:blip>
          <a:srcRect/>
          <a:stretch/>
        </p:blipFill>
        <p:spPr>
          <a:xfrm>
            <a:off x="7503462" y="308372"/>
            <a:ext cx="1222280" cy="358517"/>
          </a:xfrm>
          <a:prstGeom prst="rect">
            <a:avLst/>
          </a:prstGeom>
          <a:noFill/>
          <a:ln>
            <a:noFill/>
          </a:ln>
        </p:spPr>
      </p:pic>
      <p:sp>
        <p:nvSpPr>
          <p:cNvPr id="85" name="Google Shape;85;p5"/>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86" name="Google Shape;86;p5"/>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 Column">
  <p:cSld name="2 Column">
    <p:spTree>
      <p:nvGrpSpPr>
        <p:cNvPr id="1" name="Shape 92"/>
        <p:cNvGrpSpPr/>
        <p:nvPr/>
      </p:nvGrpSpPr>
      <p:grpSpPr>
        <a:xfrm>
          <a:off x="0" y="0"/>
          <a:ext cx="0" cy="0"/>
          <a:chOff x="0" y="0"/>
          <a:chExt cx="0" cy="0"/>
        </a:xfrm>
      </p:grpSpPr>
      <p:sp>
        <p:nvSpPr>
          <p:cNvPr id="93" name="Google Shape;93;p7"/>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7"/>
          <p:cNvSpPr txBox="1">
            <a:spLocks noGrp="1"/>
          </p:cNvSpPr>
          <p:nvPr>
            <p:ph type="body" idx="1"/>
          </p:nvPr>
        </p:nvSpPr>
        <p:spPr>
          <a:xfrm>
            <a:off x="411479" y="1200150"/>
            <a:ext cx="4023360"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95" name="Google Shape;95;p7"/>
          <p:cNvSpPr txBox="1">
            <a:spLocks noGrp="1"/>
          </p:cNvSpPr>
          <p:nvPr>
            <p:ph type="body" idx="2"/>
          </p:nvPr>
        </p:nvSpPr>
        <p:spPr>
          <a:xfrm>
            <a:off x="4709159" y="1200150"/>
            <a:ext cx="4023360"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96" name="Google Shape;96;p7"/>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7"/>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98"/>
        <p:cNvGrpSpPr/>
        <p:nvPr/>
      </p:nvGrpSpPr>
      <p:grpSpPr>
        <a:xfrm>
          <a:off x="0" y="0"/>
          <a:ext cx="0" cy="0"/>
          <a:chOff x="0" y="0"/>
          <a:chExt cx="0" cy="0"/>
        </a:xfrm>
      </p:grpSpPr>
      <p:sp>
        <p:nvSpPr>
          <p:cNvPr id="99" name="Google Shape;99;p8"/>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8"/>
          <p:cNvSpPr txBox="1">
            <a:spLocks noGrp="1"/>
          </p:cNvSpPr>
          <p:nvPr>
            <p:ph type="body" idx="1"/>
          </p:nvPr>
        </p:nvSpPr>
        <p:spPr>
          <a:xfrm>
            <a:off x="411479" y="1200150"/>
            <a:ext cx="25877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101" name="Google Shape;101;p8"/>
          <p:cNvSpPr txBox="1">
            <a:spLocks noGrp="1"/>
          </p:cNvSpPr>
          <p:nvPr>
            <p:ph type="body" idx="2"/>
          </p:nvPr>
        </p:nvSpPr>
        <p:spPr>
          <a:xfrm>
            <a:off x="3278124" y="1200150"/>
            <a:ext cx="25877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102" name="Google Shape;102;p8"/>
          <p:cNvSpPr txBox="1">
            <a:spLocks noGrp="1"/>
          </p:cNvSpPr>
          <p:nvPr>
            <p:ph type="body" idx="3"/>
          </p:nvPr>
        </p:nvSpPr>
        <p:spPr>
          <a:xfrm>
            <a:off x="6144767" y="1200150"/>
            <a:ext cx="25877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103" name="Google Shape;103;p8"/>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8"/>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4 Column">
  <p:cSld name="4 Column">
    <p:spTree>
      <p:nvGrpSpPr>
        <p:cNvPr id="1" name="Shape 105"/>
        <p:cNvGrpSpPr/>
        <p:nvPr/>
      </p:nvGrpSpPr>
      <p:grpSpPr>
        <a:xfrm>
          <a:off x="0" y="0"/>
          <a:ext cx="0" cy="0"/>
          <a:chOff x="0" y="0"/>
          <a:chExt cx="0" cy="0"/>
        </a:xfrm>
      </p:grpSpPr>
      <p:sp>
        <p:nvSpPr>
          <p:cNvPr id="106" name="Google Shape;106;p9"/>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9"/>
          <p:cNvSpPr txBox="1">
            <a:spLocks noGrp="1"/>
          </p:cNvSpPr>
          <p:nvPr>
            <p:ph type="body" idx="1"/>
          </p:nvPr>
        </p:nvSpPr>
        <p:spPr>
          <a:xfrm>
            <a:off x="41148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08" name="Google Shape;108;p9"/>
          <p:cNvSpPr txBox="1">
            <a:spLocks noGrp="1"/>
          </p:cNvSpPr>
          <p:nvPr>
            <p:ph type="body" idx="2"/>
          </p:nvPr>
        </p:nvSpPr>
        <p:spPr>
          <a:xfrm>
            <a:off x="256032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09" name="Google Shape;109;p9"/>
          <p:cNvSpPr txBox="1">
            <a:spLocks noGrp="1"/>
          </p:cNvSpPr>
          <p:nvPr>
            <p:ph type="body" idx="3"/>
          </p:nvPr>
        </p:nvSpPr>
        <p:spPr>
          <a:xfrm>
            <a:off x="470916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0" name="Google Shape;110;p9"/>
          <p:cNvSpPr txBox="1">
            <a:spLocks noGrp="1"/>
          </p:cNvSpPr>
          <p:nvPr>
            <p:ph type="body" idx="4"/>
          </p:nvPr>
        </p:nvSpPr>
        <p:spPr>
          <a:xfrm>
            <a:off x="685800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1" name="Google Shape;111;p9"/>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9"/>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4 Icons">
  <p:cSld name="4 Icons">
    <p:spTree>
      <p:nvGrpSpPr>
        <p:cNvPr id="1" name="Shape 113"/>
        <p:cNvGrpSpPr/>
        <p:nvPr/>
      </p:nvGrpSpPr>
      <p:grpSpPr>
        <a:xfrm>
          <a:off x="0" y="0"/>
          <a:ext cx="0" cy="0"/>
          <a:chOff x="0" y="0"/>
          <a:chExt cx="0" cy="0"/>
        </a:xfrm>
      </p:grpSpPr>
      <p:sp>
        <p:nvSpPr>
          <p:cNvPr id="114" name="Google Shape;114;p10"/>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10"/>
          <p:cNvSpPr>
            <a:spLocks noGrp="1"/>
          </p:cNvSpPr>
          <p:nvPr>
            <p:ph type="pic" idx="2"/>
          </p:nvPr>
        </p:nvSpPr>
        <p:spPr>
          <a:xfrm>
            <a:off x="411480" y="1200150"/>
            <a:ext cx="418338" cy="416624"/>
          </a:xfrm>
          <a:prstGeom prst="rect">
            <a:avLst/>
          </a:prstGeom>
          <a:noFill/>
          <a:ln>
            <a:noFill/>
          </a:ln>
        </p:spPr>
      </p:sp>
      <p:sp>
        <p:nvSpPr>
          <p:cNvPr id="116" name="Google Shape;116;p10"/>
          <p:cNvSpPr txBox="1">
            <a:spLocks noGrp="1"/>
          </p:cNvSpPr>
          <p:nvPr>
            <p:ph type="body" idx="1"/>
          </p:nvPr>
        </p:nvSpPr>
        <p:spPr>
          <a:xfrm>
            <a:off x="41148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7" name="Google Shape;117;p10"/>
          <p:cNvSpPr>
            <a:spLocks noGrp="1"/>
          </p:cNvSpPr>
          <p:nvPr>
            <p:ph type="pic" idx="3"/>
          </p:nvPr>
        </p:nvSpPr>
        <p:spPr>
          <a:xfrm>
            <a:off x="2560320" y="1200150"/>
            <a:ext cx="418338" cy="418338"/>
          </a:xfrm>
          <a:prstGeom prst="rect">
            <a:avLst/>
          </a:prstGeom>
          <a:noFill/>
          <a:ln>
            <a:noFill/>
          </a:ln>
        </p:spPr>
      </p:sp>
      <p:sp>
        <p:nvSpPr>
          <p:cNvPr id="118" name="Google Shape;118;p10"/>
          <p:cNvSpPr txBox="1">
            <a:spLocks noGrp="1"/>
          </p:cNvSpPr>
          <p:nvPr>
            <p:ph type="body" idx="4"/>
          </p:nvPr>
        </p:nvSpPr>
        <p:spPr>
          <a:xfrm>
            <a:off x="256032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9" name="Google Shape;119;p10"/>
          <p:cNvSpPr>
            <a:spLocks noGrp="1"/>
          </p:cNvSpPr>
          <p:nvPr>
            <p:ph type="pic" idx="5"/>
          </p:nvPr>
        </p:nvSpPr>
        <p:spPr>
          <a:xfrm>
            <a:off x="4709160" y="1200150"/>
            <a:ext cx="418338" cy="418338"/>
          </a:xfrm>
          <a:prstGeom prst="rect">
            <a:avLst/>
          </a:prstGeom>
          <a:noFill/>
          <a:ln>
            <a:noFill/>
          </a:ln>
        </p:spPr>
      </p:sp>
      <p:sp>
        <p:nvSpPr>
          <p:cNvPr id="120" name="Google Shape;120;p10"/>
          <p:cNvSpPr txBox="1">
            <a:spLocks noGrp="1"/>
          </p:cNvSpPr>
          <p:nvPr>
            <p:ph type="body" idx="6"/>
          </p:nvPr>
        </p:nvSpPr>
        <p:spPr>
          <a:xfrm>
            <a:off x="470916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21" name="Google Shape;121;p10"/>
          <p:cNvSpPr>
            <a:spLocks noGrp="1"/>
          </p:cNvSpPr>
          <p:nvPr>
            <p:ph type="pic" idx="7"/>
          </p:nvPr>
        </p:nvSpPr>
        <p:spPr>
          <a:xfrm>
            <a:off x="6858000" y="1200150"/>
            <a:ext cx="418338" cy="418338"/>
          </a:xfrm>
          <a:prstGeom prst="rect">
            <a:avLst/>
          </a:prstGeom>
          <a:noFill/>
          <a:ln>
            <a:noFill/>
          </a:ln>
        </p:spPr>
      </p:sp>
      <p:sp>
        <p:nvSpPr>
          <p:cNvPr id="122" name="Google Shape;122;p10"/>
          <p:cNvSpPr txBox="1">
            <a:spLocks noGrp="1"/>
          </p:cNvSpPr>
          <p:nvPr>
            <p:ph type="body" idx="8"/>
          </p:nvPr>
        </p:nvSpPr>
        <p:spPr>
          <a:xfrm>
            <a:off x="685800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23" name="Google Shape;123;p10"/>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10"/>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4 Numbers">
  <p:cSld name="4 Numbers">
    <p:bg>
      <p:bgPr>
        <a:solidFill>
          <a:srgbClr val="221F20"/>
        </a:solidFill>
        <a:effectLst/>
      </p:bgPr>
    </p:bg>
    <p:spTree>
      <p:nvGrpSpPr>
        <p:cNvPr id="1" name="Shape 125"/>
        <p:cNvGrpSpPr/>
        <p:nvPr/>
      </p:nvGrpSpPr>
      <p:grpSpPr>
        <a:xfrm>
          <a:off x="0" y="0"/>
          <a:ext cx="0" cy="0"/>
          <a:chOff x="0" y="0"/>
          <a:chExt cx="0" cy="0"/>
        </a:xfrm>
      </p:grpSpPr>
      <p:sp>
        <p:nvSpPr>
          <p:cNvPr id="126" name="Google Shape;126;p11"/>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27" name="Google Shape;127;p11"/>
          <p:cNvCxnSpPr/>
          <p:nvPr/>
        </p:nvCxnSpPr>
        <p:spPr>
          <a:xfrm>
            <a:off x="41148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28" name="Google Shape;128;p11"/>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01</a:t>
            </a:r>
            <a:endParaRPr/>
          </a:p>
        </p:txBody>
      </p:sp>
      <p:sp>
        <p:nvSpPr>
          <p:cNvPr id="129" name="Google Shape;129;p11"/>
          <p:cNvSpPr txBox="1">
            <a:spLocks noGrp="1"/>
          </p:cNvSpPr>
          <p:nvPr>
            <p:ph type="body" idx="1"/>
          </p:nvPr>
        </p:nvSpPr>
        <p:spPr>
          <a:xfrm>
            <a:off x="41148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Font typeface="Arial"/>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cxnSp>
        <p:nvCxnSpPr>
          <p:cNvPr id="130" name="Google Shape;130;p11"/>
          <p:cNvCxnSpPr/>
          <p:nvPr/>
        </p:nvCxnSpPr>
        <p:spPr>
          <a:xfrm>
            <a:off x="256032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31" name="Google Shape;131;p11"/>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02</a:t>
            </a:r>
            <a:endParaRPr/>
          </a:p>
        </p:txBody>
      </p:sp>
      <p:sp>
        <p:nvSpPr>
          <p:cNvPr id="132" name="Google Shape;132;p11"/>
          <p:cNvSpPr txBox="1">
            <a:spLocks noGrp="1"/>
          </p:cNvSpPr>
          <p:nvPr>
            <p:ph type="body" idx="2"/>
          </p:nvPr>
        </p:nvSpPr>
        <p:spPr>
          <a:xfrm>
            <a:off x="256032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cxnSp>
        <p:nvCxnSpPr>
          <p:cNvPr id="133" name="Google Shape;133;p11"/>
          <p:cNvCxnSpPr/>
          <p:nvPr/>
        </p:nvCxnSpPr>
        <p:spPr>
          <a:xfrm>
            <a:off x="470916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34" name="Google Shape;134;p11"/>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03</a:t>
            </a:r>
            <a:endParaRPr/>
          </a:p>
        </p:txBody>
      </p:sp>
      <p:sp>
        <p:nvSpPr>
          <p:cNvPr id="135" name="Google Shape;135;p11"/>
          <p:cNvSpPr txBox="1">
            <a:spLocks noGrp="1"/>
          </p:cNvSpPr>
          <p:nvPr>
            <p:ph type="body" idx="3"/>
          </p:nvPr>
        </p:nvSpPr>
        <p:spPr>
          <a:xfrm>
            <a:off x="470916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cxnSp>
        <p:nvCxnSpPr>
          <p:cNvPr id="136" name="Google Shape;136;p11"/>
          <p:cNvCxnSpPr/>
          <p:nvPr/>
        </p:nvCxnSpPr>
        <p:spPr>
          <a:xfrm>
            <a:off x="685800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37" name="Google Shape;137;p11"/>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04</a:t>
            </a:r>
            <a:endParaRPr/>
          </a:p>
        </p:txBody>
      </p:sp>
      <p:sp>
        <p:nvSpPr>
          <p:cNvPr id="138" name="Google Shape;138;p11"/>
          <p:cNvSpPr txBox="1">
            <a:spLocks noGrp="1"/>
          </p:cNvSpPr>
          <p:nvPr>
            <p:ph type="body" idx="4"/>
          </p:nvPr>
        </p:nvSpPr>
        <p:spPr>
          <a:xfrm>
            <a:off x="685800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sp>
        <p:nvSpPr>
          <p:cNvPr id="139" name="Google Shape;139;p11"/>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11"/>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141" name="Google Shape;141;p11"/>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142" name="Google Shape;142;p11"/>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143" name="Google Shape;143;p11"/>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4 Numbers - White">
  <p:cSld name="4 Numbers - White">
    <p:spTree>
      <p:nvGrpSpPr>
        <p:cNvPr id="1" name="Shape 144"/>
        <p:cNvGrpSpPr/>
        <p:nvPr/>
      </p:nvGrpSpPr>
      <p:grpSpPr>
        <a:xfrm>
          <a:off x="0" y="0"/>
          <a:ext cx="0" cy="0"/>
          <a:chOff x="0" y="0"/>
          <a:chExt cx="0" cy="0"/>
        </a:xfrm>
      </p:grpSpPr>
      <p:sp>
        <p:nvSpPr>
          <p:cNvPr id="145" name="Google Shape;145;p12"/>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46" name="Google Shape;146;p12"/>
          <p:cNvCxnSpPr/>
          <p:nvPr/>
        </p:nvCxnSpPr>
        <p:spPr>
          <a:xfrm>
            <a:off x="41148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47" name="Google Shape;147;p12"/>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01</a:t>
            </a:r>
            <a:endParaRPr/>
          </a:p>
        </p:txBody>
      </p:sp>
      <p:sp>
        <p:nvSpPr>
          <p:cNvPr id="148" name="Google Shape;148;p12"/>
          <p:cNvSpPr txBox="1">
            <a:spLocks noGrp="1"/>
          </p:cNvSpPr>
          <p:nvPr>
            <p:ph type="body" idx="1"/>
          </p:nvPr>
        </p:nvSpPr>
        <p:spPr>
          <a:xfrm>
            <a:off x="41148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Font typeface="Arial"/>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49" name="Google Shape;149;p12"/>
          <p:cNvCxnSpPr/>
          <p:nvPr/>
        </p:nvCxnSpPr>
        <p:spPr>
          <a:xfrm>
            <a:off x="256032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50" name="Google Shape;150;p12"/>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02</a:t>
            </a:r>
            <a:endParaRPr/>
          </a:p>
        </p:txBody>
      </p:sp>
      <p:sp>
        <p:nvSpPr>
          <p:cNvPr id="151" name="Google Shape;151;p12"/>
          <p:cNvSpPr txBox="1">
            <a:spLocks noGrp="1"/>
          </p:cNvSpPr>
          <p:nvPr>
            <p:ph type="body" idx="2"/>
          </p:nvPr>
        </p:nvSpPr>
        <p:spPr>
          <a:xfrm>
            <a:off x="256032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52" name="Google Shape;152;p12"/>
          <p:cNvCxnSpPr/>
          <p:nvPr/>
        </p:nvCxnSpPr>
        <p:spPr>
          <a:xfrm>
            <a:off x="470916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53" name="Google Shape;153;p12"/>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03</a:t>
            </a:r>
            <a:endParaRPr/>
          </a:p>
        </p:txBody>
      </p:sp>
      <p:sp>
        <p:nvSpPr>
          <p:cNvPr id="154" name="Google Shape;154;p12"/>
          <p:cNvSpPr txBox="1">
            <a:spLocks noGrp="1"/>
          </p:cNvSpPr>
          <p:nvPr>
            <p:ph type="body" idx="3"/>
          </p:nvPr>
        </p:nvSpPr>
        <p:spPr>
          <a:xfrm>
            <a:off x="470916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55" name="Google Shape;155;p12"/>
          <p:cNvCxnSpPr/>
          <p:nvPr/>
        </p:nvCxnSpPr>
        <p:spPr>
          <a:xfrm>
            <a:off x="685800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56" name="Google Shape;156;p12"/>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04</a:t>
            </a:r>
            <a:endParaRPr/>
          </a:p>
        </p:txBody>
      </p:sp>
      <p:sp>
        <p:nvSpPr>
          <p:cNvPr id="157" name="Google Shape;157;p12"/>
          <p:cNvSpPr txBox="1">
            <a:spLocks noGrp="1"/>
          </p:cNvSpPr>
          <p:nvPr>
            <p:ph type="body" idx="4"/>
          </p:nvPr>
        </p:nvSpPr>
        <p:spPr>
          <a:xfrm>
            <a:off x="685800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58" name="Google Shape;158;p12"/>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12"/>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8 Numbers">
  <p:cSld name="8 Numbers">
    <p:bg>
      <p:bgPr>
        <a:solidFill>
          <a:srgbClr val="221F20"/>
        </a:solidFill>
        <a:effectLst/>
      </p:bgPr>
    </p:bg>
    <p:spTree>
      <p:nvGrpSpPr>
        <p:cNvPr id="1" name="Shape 160"/>
        <p:cNvGrpSpPr/>
        <p:nvPr/>
      </p:nvGrpSpPr>
      <p:grpSpPr>
        <a:xfrm>
          <a:off x="0" y="0"/>
          <a:ext cx="0" cy="0"/>
          <a:chOff x="0" y="0"/>
          <a:chExt cx="0" cy="0"/>
        </a:xfrm>
      </p:grpSpPr>
      <p:sp>
        <p:nvSpPr>
          <p:cNvPr id="161" name="Google Shape;161;p13"/>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62" name="Google Shape;162;p13"/>
          <p:cNvCxnSpPr/>
          <p:nvPr/>
        </p:nvCxnSpPr>
        <p:spPr>
          <a:xfrm>
            <a:off x="41148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63" name="Google Shape;163;p13"/>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01</a:t>
            </a:r>
            <a:endParaRPr/>
          </a:p>
        </p:txBody>
      </p:sp>
      <p:sp>
        <p:nvSpPr>
          <p:cNvPr id="164" name="Google Shape;164;p13"/>
          <p:cNvSpPr txBox="1">
            <a:spLocks noGrp="1"/>
          </p:cNvSpPr>
          <p:nvPr>
            <p:ph type="body" idx="1"/>
          </p:nvPr>
        </p:nvSpPr>
        <p:spPr>
          <a:xfrm>
            <a:off x="41148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65" name="Google Shape;165;p13"/>
          <p:cNvCxnSpPr/>
          <p:nvPr/>
        </p:nvCxnSpPr>
        <p:spPr>
          <a:xfrm>
            <a:off x="256032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66" name="Google Shape;166;p13"/>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02</a:t>
            </a:r>
            <a:endParaRPr/>
          </a:p>
        </p:txBody>
      </p:sp>
      <p:sp>
        <p:nvSpPr>
          <p:cNvPr id="167" name="Google Shape;167;p13"/>
          <p:cNvSpPr txBox="1">
            <a:spLocks noGrp="1"/>
          </p:cNvSpPr>
          <p:nvPr>
            <p:ph type="body" idx="2"/>
          </p:nvPr>
        </p:nvSpPr>
        <p:spPr>
          <a:xfrm>
            <a:off x="256032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68" name="Google Shape;168;p13"/>
          <p:cNvCxnSpPr/>
          <p:nvPr/>
        </p:nvCxnSpPr>
        <p:spPr>
          <a:xfrm>
            <a:off x="470916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69" name="Google Shape;169;p13"/>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03</a:t>
            </a:r>
            <a:endParaRPr/>
          </a:p>
        </p:txBody>
      </p:sp>
      <p:sp>
        <p:nvSpPr>
          <p:cNvPr id="170" name="Google Shape;170;p13"/>
          <p:cNvSpPr txBox="1">
            <a:spLocks noGrp="1"/>
          </p:cNvSpPr>
          <p:nvPr>
            <p:ph type="body" idx="3"/>
          </p:nvPr>
        </p:nvSpPr>
        <p:spPr>
          <a:xfrm>
            <a:off x="470916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71" name="Google Shape;171;p13"/>
          <p:cNvCxnSpPr/>
          <p:nvPr/>
        </p:nvCxnSpPr>
        <p:spPr>
          <a:xfrm>
            <a:off x="685800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72" name="Google Shape;172;p13"/>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04</a:t>
            </a:r>
            <a:endParaRPr/>
          </a:p>
        </p:txBody>
      </p:sp>
      <p:sp>
        <p:nvSpPr>
          <p:cNvPr id="173" name="Google Shape;173;p13"/>
          <p:cNvSpPr txBox="1">
            <a:spLocks noGrp="1"/>
          </p:cNvSpPr>
          <p:nvPr>
            <p:ph type="body" idx="4"/>
          </p:nvPr>
        </p:nvSpPr>
        <p:spPr>
          <a:xfrm>
            <a:off x="685800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74" name="Google Shape;174;p13"/>
          <p:cNvCxnSpPr/>
          <p:nvPr/>
        </p:nvCxnSpPr>
        <p:spPr>
          <a:xfrm>
            <a:off x="41148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75" name="Google Shape;175;p13"/>
          <p:cNvSpPr txBox="1"/>
          <p:nvPr/>
        </p:nvSpPr>
        <p:spPr>
          <a:xfrm>
            <a:off x="41148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05</a:t>
            </a:r>
            <a:endParaRPr/>
          </a:p>
        </p:txBody>
      </p:sp>
      <p:sp>
        <p:nvSpPr>
          <p:cNvPr id="176" name="Google Shape;176;p13"/>
          <p:cNvSpPr txBox="1">
            <a:spLocks noGrp="1"/>
          </p:cNvSpPr>
          <p:nvPr>
            <p:ph type="body" idx="5"/>
          </p:nvPr>
        </p:nvSpPr>
        <p:spPr>
          <a:xfrm>
            <a:off x="41148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77" name="Google Shape;177;p13"/>
          <p:cNvCxnSpPr/>
          <p:nvPr/>
        </p:nvCxnSpPr>
        <p:spPr>
          <a:xfrm>
            <a:off x="256032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78" name="Google Shape;178;p13"/>
          <p:cNvSpPr txBox="1"/>
          <p:nvPr/>
        </p:nvSpPr>
        <p:spPr>
          <a:xfrm>
            <a:off x="256032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06</a:t>
            </a:r>
            <a:endParaRPr/>
          </a:p>
        </p:txBody>
      </p:sp>
      <p:sp>
        <p:nvSpPr>
          <p:cNvPr id="179" name="Google Shape;179;p13"/>
          <p:cNvSpPr txBox="1">
            <a:spLocks noGrp="1"/>
          </p:cNvSpPr>
          <p:nvPr>
            <p:ph type="body" idx="6"/>
          </p:nvPr>
        </p:nvSpPr>
        <p:spPr>
          <a:xfrm>
            <a:off x="256032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80" name="Google Shape;180;p13"/>
          <p:cNvCxnSpPr/>
          <p:nvPr/>
        </p:nvCxnSpPr>
        <p:spPr>
          <a:xfrm>
            <a:off x="470916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81" name="Google Shape;181;p13"/>
          <p:cNvSpPr txBox="1"/>
          <p:nvPr/>
        </p:nvSpPr>
        <p:spPr>
          <a:xfrm>
            <a:off x="470916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07</a:t>
            </a:r>
            <a:endParaRPr/>
          </a:p>
        </p:txBody>
      </p:sp>
      <p:sp>
        <p:nvSpPr>
          <p:cNvPr id="182" name="Google Shape;182;p13"/>
          <p:cNvSpPr txBox="1">
            <a:spLocks noGrp="1"/>
          </p:cNvSpPr>
          <p:nvPr>
            <p:ph type="body" idx="7"/>
          </p:nvPr>
        </p:nvSpPr>
        <p:spPr>
          <a:xfrm>
            <a:off x="470916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83" name="Google Shape;183;p13"/>
          <p:cNvCxnSpPr/>
          <p:nvPr/>
        </p:nvCxnSpPr>
        <p:spPr>
          <a:xfrm>
            <a:off x="685800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84" name="Google Shape;184;p13"/>
          <p:cNvSpPr txBox="1"/>
          <p:nvPr/>
        </p:nvSpPr>
        <p:spPr>
          <a:xfrm>
            <a:off x="685800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08</a:t>
            </a:r>
            <a:endParaRPr/>
          </a:p>
        </p:txBody>
      </p:sp>
      <p:sp>
        <p:nvSpPr>
          <p:cNvPr id="185" name="Google Shape;185;p13"/>
          <p:cNvSpPr txBox="1">
            <a:spLocks noGrp="1"/>
          </p:cNvSpPr>
          <p:nvPr>
            <p:ph type="body" idx="8"/>
          </p:nvPr>
        </p:nvSpPr>
        <p:spPr>
          <a:xfrm>
            <a:off x="685800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sp>
        <p:nvSpPr>
          <p:cNvPr id="186" name="Google Shape;186;p13"/>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13"/>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188" name="Google Shape;188;p13"/>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189" name="Google Shape;189;p13"/>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190" name="Google Shape;190;p13"/>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8 Numbers - White">
  <p:cSld name="8 Numbers - White">
    <p:spTree>
      <p:nvGrpSpPr>
        <p:cNvPr id="1" name="Shape 191"/>
        <p:cNvGrpSpPr/>
        <p:nvPr/>
      </p:nvGrpSpPr>
      <p:grpSpPr>
        <a:xfrm>
          <a:off x="0" y="0"/>
          <a:ext cx="0" cy="0"/>
          <a:chOff x="0" y="0"/>
          <a:chExt cx="0" cy="0"/>
        </a:xfrm>
      </p:grpSpPr>
      <p:sp>
        <p:nvSpPr>
          <p:cNvPr id="192" name="Google Shape;192;p14"/>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93" name="Google Shape;193;p14"/>
          <p:cNvCxnSpPr/>
          <p:nvPr/>
        </p:nvCxnSpPr>
        <p:spPr>
          <a:xfrm>
            <a:off x="41148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94" name="Google Shape;194;p14"/>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01</a:t>
            </a:r>
            <a:endParaRPr/>
          </a:p>
        </p:txBody>
      </p:sp>
      <p:sp>
        <p:nvSpPr>
          <p:cNvPr id="195" name="Google Shape;195;p14"/>
          <p:cNvSpPr txBox="1">
            <a:spLocks noGrp="1"/>
          </p:cNvSpPr>
          <p:nvPr>
            <p:ph type="body" idx="1"/>
          </p:nvPr>
        </p:nvSpPr>
        <p:spPr>
          <a:xfrm>
            <a:off x="41148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96" name="Google Shape;196;p14"/>
          <p:cNvCxnSpPr/>
          <p:nvPr/>
        </p:nvCxnSpPr>
        <p:spPr>
          <a:xfrm>
            <a:off x="256032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97" name="Google Shape;197;p14"/>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02</a:t>
            </a:r>
            <a:endParaRPr/>
          </a:p>
        </p:txBody>
      </p:sp>
      <p:sp>
        <p:nvSpPr>
          <p:cNvPr id="198" name="Google Shape;198;p14"/>
          <p:cNvSpPr txBox="1">
            <a:spLocks noGrp="1"/>
          </p:cNvSpPr>
          <p:nvPr>
            <p:ph type="body" idx="2"/>
          </p:nvPr>
        </p:nvSpPr>
        <p:spPr>
          <a:xfrm>
            <a:off x="256032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99" name="Google Shape;199;p14"/>
          <p:cNvCxnSpPr/>
          <p:nvPr/>
        </p:nvCxnSpPr>
        <p:spPr>
          <a:xfrm>
            <a:off x="470916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0" name="Google Shape;200;p14"/>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03</a:t>
            </a:r>
            <a:endParaRPr/>
          </a:p>
        </p:txBody>
      </p:sp>
      <p:sp>
        <p:nvSpPr>
          <p:cNvPr id="201" name="Google Shape;201;p14"/>
          <p:cNvSpPr txBox="1">
            <a:spLocks noGrp="1"/>
          </p:cNvSpPr>
          <p:nvPr>
            <p:ph type="body" idx="3"/>
          </p:nvPr>
        </p:nvSpPr>
        <p:spPr>
          <a:xfrm>
            <a:off x="470916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02" name="Google Shape;202;p14"/>
          <p:cNvCxnSpPr/>
          <p:nvPr/>
        </p:nvCxnSpPr>
        <p:spPr>
          <a:xfrm>
            <a:off x="685800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3" name="Google Shape;203;p14"/>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04</a:t>
            </a:r>
            <a:endParaRPr/>
          </a:p>
        </p:txBody>
      </p:sp>
      <p:sp>
        <p:nvSpPr>
          <p:cNvPr id="204" name="Google Shape;204;p14"/>
          <p:cNvSpPr txBox="1">
            <a:spLocks noGrp="1"/>
          </p:cNvSpPr>
          <p:nvPr>
            <p:ph type="body" idx="4"/>
          </p:nvPr>
        </p:nvSpPr>
        <p:spPr>
          <a:xfrm>
            <a:off x="685800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05" name="Google Shape;205;p14"/>
          <p:cNvCxnSpPr/>
          <p:nvPr/>
        </p:nvCxnSpPr>
        <p:spPr>
          <a:xfrm>
            <a:off x="41148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6" name="Google Shape;206;p14"/>
          <p:cNvSpPr txBox="1"/>
          <p:nvPr/>
        </p:nvSpPr>
        <p:spPr>
          <a:xfrm>
            <a:off x="41148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05</a:t>
            </a:r>
            <a:endParaRPr/>
          </a:p>
        </p:txBody>
      </p:sp>
      <p:sp>
        <p:nvSpPr>
          <p:cNvPr id="207" name="Google Shape;207;p14"/>
          <p:cNvSpPr txBox="1">
            <a:spLocks noGrp="1"/>
          </p:cNvSpPr>
          <p:nvPr>
            <p:ph type="body" idx="5"/>
          </p:nvPr>
        </p:nvSpPr>
        <p:spPr>
          <a:xfrm>
            <a:off x="41148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08" name="Google Shape;208;p14"/>
          <p:cNvCxnSpPr/>
          <p:nvPr/>
        </p:nvCxnSpPr>
        <p:spPr>
          <a:xfrm>
            <a:off x="256032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9" name="Google Shape;209;p14"/>
          <p:cNvSpPr txBox="1"/>
          <p:nvPr/>
        </p:nvSpPr>
        <p:spPr>
          <a:xfrm>
            <a:off x="256032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06</a:t>
            </a:r>
            <a:endParaRPr/>
          </a:p>
        </p:txBody>
      </p:sp>
      <p:sp>
        <p:nvSpPr>
          <p:cNvPr id="210" name="Google Shape;210;p14"/>
          <p:cNvSpPr txBox="1">
            <a:spLocks noGrp="1"/>
          </p:cNvSpPr>
          <p:nvPr>
            <p:ph type="body" idx="6"/>
          </p:nvPr>
        </p:nvSpPr>
        <p:spPr>
          <a:xfrm>
            <a:off x="256032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11" name="Google Shape;211;p14"/>
          <p:cNvCxnSpPr/>
          <p:nvPr/>
        </p:nvCxnSpPr>
        <p:spPr>
          <a:xfrm>
            <a:off x="470916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12" name="Google Shape;212;p14"/>
          <p:cNvSpPr txBox="1"/>
          <p:nvPr/>
        </p:nvSpPr>
        <p:spPr>
          <a:xfrm>
            <a:off x="470916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07</a:t>
            </a:r>
            <a:endParaRPr/>
          </a:p>
        </p:txBody>
      </p:sp>
      <p:sp>
        <p:nvSpPr>
          <p:cNvPr id="213" name="Google Shape;213;p14"/>
          <p:cNvSpPr txBox="1">
            <a:spLocks noGrp="1"/>
          </p:cNvSpPr>
          <p:nvPr>
            <p:ph type="body" idx="7"/>
          </p:nvPr>
        </p:nvSpPr>
        <p:spPr>
          <a:xfrm>
            <a:off x="470916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14" name="Google Shape;214;p14"/>
          <p:cNvCxnSpPr/>
          <p:nvPr/>
        </p:nvCxnSpPr>
        <p:spPr>
          <a:xfrm>
            <a:off x="685800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15" name="Google Shape;215;p14"/>
          <p:cNvSpPr txBox="1"/>
          <p:nvPr/>
        </p:nvSpPr>
        <p:spPr>
          <a:xfrm>
            <a:off x="685800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08</a:t>
            </a:r>
            <a:endParaRPr/>
          </a:p>
        </p:txBody>
      </p:sp>
      <p:sp>
        <p:nvSpPr>
          <p:cNvPr id="216" name="Google Shape;216;p14"/>
          <p:cNvSpPr txBox="1">
            <a:spLocks noGrp="1"/>
          </p:cNvSpPr>
          <p:nvPr>
            <p:ph type="body" idx="8"/>
          </p:nvPr>
        </p:nvSpPr>
        <p:spPr>
          <a:xfrm>
            <a:off x="685800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17" name="Google Shape;217;p14"/>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8" name="Google Shape;218;p14"/>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ull Image">
  <p:cSld name="Full Image">
    <p:spTree>
      <p:nvGrpSpPr>
        <p:cNvPr id="1" name="Shape 219"/>
        <p:cNvGrpSpPr/>
        <p:nvPr/>
      </p:nvGrpSpPr>
      <p:grpSpPr>
        <a:xfrm>
          <a:off x="0" y="0"/>
          <a:ext cx="0" cy="0"/>
          <a:chOff x="0" y="0"/>
          <a:chExt cx="0" cy="0"/>
        </a:xfrm>
      </p:grpSpPr>
      <p:sp>
        <p:nvSpPr>
          <p:cNvPr id="220" name="Google Shape;220;p15"/>
          <p:cNvSpPr>
            <a:spLocks noGrp="1"/>
          </p:cNvSpPr>
          <p:nvPr>
            <p:ph type="pic" idx="2"/>
          </p:nvPr>
        </p:nvSpPr>
        <p:spPr>
          <a:xfrm>
            <a:off x="0" y="171450"/>
            <a:ext cx="9144000" cy="4800600"/>
          </a:xfrm>
          <a:prstGeom prst="rect">
            <a:avLst/>
          </a:prstGeom>
          <a:solidFill>
            <a:srgbClr val="D5D5D7"/>
          </a:solidFill>
          <a:ln>
            <a:noFill/>
          </a:ln>
        </p:spPr>
      </p:sp>
      <p:sp>
        <p:nvSpPr>
          <p:cNvPr id="221" name="Google Shape;221;p15"/>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2" name="Google Shape;222;p15"/>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p15"/>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224" name="Google Shape;224;p15"/>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tent and Image 01">
  <p:cSld name="Content and Image 01">
    <p:spTree>
      <p:nvGrpSpPr>
        <p:cNvPr id="1" name="Shape 225"/>
        <p:cNvGrpSpPr/>
        <p:nvPr/>
      </p:nvGrpSpPr>
      <p:grpSpPr>
        <a:xfrm>
          <a:off x="0" y="0"/>
          <a:ext cx="0" cy="0"/>
          <a:chOff x="0" y="0"/>
          <a:chExt cx="0" cy="0"/>
        </a:xfrm>
      </p:grpSpPr>
      <p:sp>
        <p:nvSpPr>
          <p:cNvPr id="226" name="Google Shape;226;p16"/>
          <p:cNvSpPr txBox="1">
            <a:spLocks noGrp="1"/>
          </p:cNvSpPr>
          <p:nvPr>
            <p:ph type="title"/>
          </p:nvPr>
        </p:nvSpPr>
        <p:spPr>
          <a:xfrm>
            <a:off x="411480" y="308611"/>
            <a:ext cx="402336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100"/>
              <a:buFont typeface="Arial"/>
              <a:buNone/>
              <a:defRPr sz="21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7" name="Google Shape;227;p16"/>
          <p:cNvSpPr txBox="1">
            <a:spLocks noGrp="1"/>
          </p:cNvSpPr>
          <p:nvPr>
            <p:ph type="body" idx="1"/>
          </p:nvPr>
        </p:nvSpPr>
        <p:spPr>
          <a:xfrm>
            <a:off x="411479" y="1200150"/>
            <a:ext cx="4023360"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228" name="Google Shape;228;p16"/>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6"/>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230" name="Google Shape;230;p16"/>
          <p:cNvSpPr>
            <a:spLocks noGrp="1"/>
          </p:cNvSpPr>
          <p:nvPr>
            <p:ph type="pic" idx="2"/>
          </p:nvPr>
        </p:nvSpPr>
        <p:spPr>
          <a:xfrm>
            <a:off x="4708528" y="807244"/>
            <a:ext cx="4024311" cy="3821906"/>
          </a:xfrm>
          <a:prstGeom prst="rect">
            <a:avLst/>
          </a:prstGeom>
          <a:solidFill>
            <a:srgbClr val="D5D5D7"/>
          </a:solidFill>
          <a:ln>
            <a:noFill/>
          </a:ln>
        </p:spPr>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tent and Image 02">
  <p:cSld name="Content and Image 02">
    <p:spTree>
      <p:nvGrpSpPr>
        <p:cNvPr id="1" name="Shape 231"/>
        <p:cNvGrpSpPr/>
        <p:nvPr/>
      </p:nvGrpSpPr>
      <p:grpSpPr>
        <a:xfrm>
          <a:off x="0" y="0"/>
          <a:ext cx="0" cy="0"/>
          <a:chOff x="0" y="0"/>
          <a:chExt cx="0" cy="0"/>
        </a:xfrm>
      </p:grpSpPr>
      <p:sp>
        <p:nvSpPr>
          <p:cNvPr id="232" name="Google Shape;232;p17"/>
          <p:cNvSpPr>
            <a:spLocks noGrp="1"/>
          </p:cNvSpPr>
          <p:nvPr>
            <p:ph type="pic" idx="2"/>
          </p:nvPr>
        </p:nvSpPr>
        <p:spPr>
          <a:xfrm>
            <a:off x="411479" y="308610"/>
            <a:ext cx="8321040" cy="2331720"/>
          </a:xfrm>
          <a:prstGeom prst="rect">
            <a:avLst/>
          </a:prstGeom>
          <a:solidFill>
            <a:srgbClr val="D5D5D7"/>
          </a:solidFill>
          <a:ln>
            <a:noFill/>
          </a:ln>
        </p:spPr>
      </p:sp>
      <p:sp>
        <p:nvSpPr>
          <p:cNvPr id="233" name="Google Shape;233;p17"/>
          <p:cNvSpPr txBox="1">
            <a:spLocks noGrp="1"/>
          </p:cNvSpPr>
          <p:nvPr>
            <p:ph type="title"/>
          </p:nvPr>
        </p:nvSpPr>
        <p:spPr>
          <a:xfrm>
            <a:off x="411480" y="2846070"/>
            <a:ext cx="402336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100"/>
              <a:buFont typeface="Arial"/>
              <a:buNone/>
              <a:defRPr sz="21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4" name="Google Shape;234;p17"/>
          <p:cNvSpPr txBox="1">
            <a:spLocks noGrp="1"/>
          </p:cNvSpPr>
          <p:nvPr>
            <p:ph type="body" idx="1"/>
          </p:nvPr>
        </p:nvSpPr>
        <p:spPr>
          <a:xfrm>
            <a:off x="4709159" y="2846070"/>
            <a:ext cx="4023360" cy="178308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235" name="Google Shape;235;p17"/>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7"/>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and 2 Images">
  <p:cSld name="Content and 2 Images">
    <p:spTree>
      <p:nvGrpSpPr>
        <p:cNvPr id="1" name="Shape 237"/>
        <p:cNvGrpSpPr/>
        <p:nvPr/>
      </p:nvGrpSpPr>
      <p:grpSpPr>
        <a:xfrm>
          <a:off x="0" y="0"/>
          <a:ext cx="0" cy="0"/>
          <a:chOff x="0" y="0"/>
          <a:chExt cx="0" cy="0"/>
        </a:xfrm>
      </p:grpSpPr>
      <p:sp>
        <p:nvSpPr>
          <p:cNvPr id="238" name="Google Shape;238;p18"/>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9" name="Google Shape;239;p18"/>
          <p:cNvSpPr>
            <a:spLocks noGrp="1"/>
          </p:cNvSpPr>
          <p:nvPr>
            <p:ph type="pic" idx="2"/>
          </p:nvPr>
        </p:nvSpPr>
        <p:spPr>
          <a:xfrm>
            <a:off x="411479" y="1200150"/>
            <a:ext cx="4023360" cy="1714500"/>
          </a:xfrm>
          <a:prstGeom prst="rect">
            <a:avLst/>
          </a:prstGeom>
          <a:solidFill>
            <a:srgbClr val="D5D5D7"/>
          </a:solidFill>
          <a:ln>
            <a:noFill/>
          </a:ln>
        </p:spPr>
      </p:sp>
      <p:sp>
        <p:nvSpPr>
          <p:cNvPr id="240" name="Google Shape;240;p18"/>
          <p:cNvSpPr txBox="1">
            <a:spLocks noGrp="1"/>
          </p:cNvSpPr>
          <p:nvPr>
            <p:ph type="body" idx="1"/>
          </p:nvPr>
        </p:nvSpPr>
        <p:spPr>
          <a:xfrm>
            <a:off x="411478" y="3086100"/>
            <a:ext cx="4023360"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41" name="Google Shape;241;p18"/>
          <p:cNvSpPr txBox="1">
            <a:spLocks noGrp="1"/>
          </p:cNvSpPr>
          <p:nvPr>
            <p:ph type="body" idx="3"/>
          </p:nvPr>
        </p:nvSpPr>
        <p:spPr>
          <a:xfrm>
            <a:off x="411479" y="3394710"/>
            <a:ext cx="4023360" cy="123444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42" name="Google Shape;242;p18"/>
          <p:cNvSpPr>
            <a:spLocks noGrp="1"/>
          </p:cNvSpPr>
          <p:nvPr>
            <p:ph type="pic" idx="4"/>
          </p:nvPr>
        </p:nvSpPr>
        <p:spPr>
          <a:xfrm>
            <a:off x="4709159" y="1200150"/>
            <a:ext cx="4023360" cy="1714500"/>
          </a:xfrm>
          <a:prstGeom prst="rect">
            <a:avLst/>
          </a:prstGeom>
          <a:solidFill>
            <a:srgbClr val="D5D5D7"/>
          </a:solidFill>
          <a:ln>
            <a:noFill/>
          </a:ln>
        </p:spPr>
      </p:sp>
      <p:sp>
        <p:nvSpPr>
          <p:cNvPr id="243" name="Google Shape;243;p18"/>
          <p:cNvSpPr txBox="1">
            <a:spLocks noGrp="1"/>
          </p:cNvSpPr>
          <p:nvPr>
            <p:ph type="body" idx="5"/>
          </p:nvPr>
        </p:nvSpPr>
        <p:spPr>
          <a:xfrm>
            <a:off x="4709159" y="3086100"/>
            <a:ext cx="4023360"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44" name="Google Shape;244;p18"/>
          <p:cNvSpPr txBox="1">
            <a:spLocks noGrp="1"/>
          </p:cNvSpPr>
          <p:nvPr>
            <p:ph type="body" idx="6"/>
          </p:nvPr>
        </p:nvSpPr>
        <p:spPr>
          <a:xfrm>
            <a:off x="4709159" y="3394710"/>
            <a:ext cx="4023360" cy="123444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45" name="Google Shape;245;p18"/>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6" name="Google Shape;246;p18"/>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and 3 Images">
  <p:cSld name="Content and 3 Images">
    <p:spTree>
      <p:nvGrpSpPr>
        <p:cNvPr id="1" name="Shape 247"/>
        <p:cNvGrpSpPr/>
        <p:nvPr/>
      </p:nvGrpSpPr>
      <p:grpSpPr>
        <a:xfrm>
          <a:off x="0" y="0"/>
          <a:ext cx="0" cy="0"/>
          <a:chOff x="0" y="0"/>
          <a:chExt cx="0" cy="0"/>
        </a:xfrm>
      </p:grpSpPr>
      <p:sp>
        <p:nvSpPr>
          <p:cNvPr id="248" name="Google Shape;248;p19"/>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9" name="Google Shape;249;p19"/>
          <p:cNvSpPr>
            <a:spLocks noGrp="1"/>
          </p:cNvSpPr>
          <p:nvPr>
            <p:ph type="pic" idx="2"/>
          </p:nvPr>
        </p:nvSpPr>
        <p:spPr>
          <a:xfrm>
            <a:off x="411479" y="1200150"/>
            <a:ext cx="2587752" cy="1268730"/>
          </a:xfrm>
          <a:prstGeom prst="rect">
            <a:avLst/>
          </a:prstGeom>
          <a:solidFill>
            <a:srgbClr val="D5D5D7"/>
          </a:solidFill>
          <a:ln>
            <a:noFill/>
          </a:ln>
        </p:spPr>
      </p:sp>
      <p:sp>
        <p:nvSpPr>
          <p:cNvPr id="250" name="Google Shape;250;p19"/>
          <p:cNvSpPr txBox="1">
            <a:spLocks noGrp="1"/>
          </p:cNvSpPr>
          <p:nvPr>
            <p:ph type="body" idx="1"/>
          </p:nvPr>
        </p:nvSpPr>
        <p:spPr>
          <a:xfrm>
            <a:off x="411478" y="2640330"/>
            <a:ext cx="2587752"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51" name="Google Shape;251;p19"/>
          <p:cNvSpPr txBox="1">
            <a:spLocks noGrp="1"/>
          </p:cNvSpPr>
          <p:nvPr>
            <p:ph type="body" idx="3"/>
          </p:nvPr>
        </p:nvSpPr>
        <p:spPr>
          <a:xfrm>
            <a:off x="411479" y="2948940"/>
            <a:ext cx="2587752" cy="168021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52" name="Google Shape;252;p19"/>
          <p:cNvSpPr>
            <a:spLocks noGrp="1"/>
          </p:cNvSpPr>
          <p:nvPr>
            <p:ph type="pic" idx="4"/>
          </p:nvPr>
        </p:nvSpPr>
        <p:spPr>
          <a:xfrm>
            <a:off x="3278123" y="1200150"/>
            <a:ext cx="2587752" cy="1268730"/>
          </a:xfrm>
          <a:prstGeom prst="rect">
            <a:avLst/>
          </a:prstGeom>
          <a:solidFill>
            <a:srgbClr val="D5D5D7"/>
          </a:solidFill>
          <a:ln>
            <a:noFill/>
          </a:ln>
        </p:spPr>
      </p:sp>
      <p:sp>
        <p:nvSpPr>
          <p:cNvPr id="253" name="Google Shape;253;p19"/>
          <p:cNvSpPr txBox="1">
            <a:spLocks noGrp="1"/>
          </p:cNvSpPr>
          <p:nvPr>
            <p:ph type="body" idx="5"/>
          </p:nvPr>
        </p:nvSpPr>
        <p:spPr>
          <a:xfrm>
            <a:off x="3278123" y="2640330"/>
            <a:ext cx="2587752"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54" name="Google Shape;254;p19"/>
          <p:cNvSpPr txBox="1">
            <a:spLocks noGrp="1"/>
          </p:cNvSpPr>
          <p:nvPr>
            <p:ph type="body" idx="6"/>
          </p:nvPr>
        </p:nvSpPr>
        <p:spPr>
          <a:xfrm>
            <a:off x="3278123" y="2948940"/>
            <a:ext cx="2587752" cy="168021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55" name="Google Shape;255;p19"/>
          <p:cNvSpPr>
            <a:spLocks noGrp="1"/>
          </p:cNvSpPr>
          <p:nvPr>
            <p:ph type="pic" idx="7"/>
          </p:nvPr>
        </p:nvSpPr>
        <p:spPr>
          <a:xfrm>
            <a:off x="6144767" y="1200150"/>
            <a:ext cx="2587752" cy="1268730"/>
          </a:xfrm>
          <a:prstGeom prst="rect">
            <a:avLst/>
          </a:prstGeom>
          <a:solidFill>
            <a:srgbClr val="D5D5D7"/>
          </a:solidFill>
          <a:ln>
            <a:noFill/>
          </a:ln>
        </p:spPr>
      </p:sp>
      <p:sp>
        <p:nvSpPr>
          <p:cNvPr id="256" name="Google Shape;256;p19"/>
          <p:cNvSpPr txBox="1">
            <a:spLocks noGrp="1"/>
          </p:cNvSpPr>
          <p:nvPr>
            <p:ph type="body" idx="8"/>
          </p:nvPr>
        </p:nvSpPr>
        <p:spPr>
          <a:xfrm>
            <a:off x="6144767" y="2640330"/>
            <a:ext cx="2587752"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57" name="Google Shape;257;p19"/>
          <p:cNvSpPr txBox="1">
            <a:spLocks noGrp="1"/>
          </p:cNvSpPr>
          <p:nvPr>
            <p:ph type="body" idx="9"/>
          </p:nvPr>
        </p:nvSpPr>
        <p:spPr>
          <a:xfrm>
            <a:off x="6144767" y="2948940"/>
            <a:ext cx="2587752" cy="168021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58" name="Google Shape;258;p19"/>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9" name="Google Shape;259;p19"/>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and 4 Images">
  <p:cSld name="Content and 4 Images">
    <p:spTree>
      <p:nvGrpSpPr>
        <p:cNvPr id="1" name="Shape 260"/>
        <p:cNvGrpSpPr/>
        <p:nvPr/>
      </p:nvGrpSpPr>
      <p:grpSpPr>
        <a:xfrm>
          <a:off x="0" y="0"/>
          <a:ext cx="0" cy="0"/>
          <a:chOff x="0" y="0"/>
          <a:chExt cx="0" cy="0"/>
        </a:xfrm>
      </p:grpSpPr>
      <p:sp>
        <p:nvSpPr>
          <p:cNvPr id="261" name="Google Shape;261;p20"/>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2" name="Google Shape;262;p20"/>
          <p:cNvSpPr>
            <a:spLocks noGrp="1"/>
          </p:cNvSpPr>
          <p:nvPr>
            <p:ph type="pic" idx="2"/>
          </p:nvPr>
        </p:nvSpPr>
        <p:spPr>
          <a:xfrm>
            <a:off x="411481" y="1200150"/>
            <a:ext cx="1874519" cy="925830"/>
          </a:xfrm>
          <a:prstGeom prst="rect">
            <a:avLst/>
          </a:prstGeom>
          <a:solidFill>
            <a:srgbClr val="D5D5D7"/>
          </a:solidFill>
          <a:ln>
            <a:noFill/>
          </a:ln>
        </p:spPr>
      </p:sp>
      <p:sp>
        <p:nvSpPr>
          <p:cNvPr id="263" name="Google Shape;263;p20"/>
          <p:cNvSpPr txBox="1">
            <a:spLocks noGrp="1"/>
          </p:cNvSpPr>
          <p:nvPr>
            <p:ph type="body" idx="1"/>
          </p:nvPr>
        </p:nvSpPr>
        <p:spPr>
          <a:xfrm>
            <a:off x="411480"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64" name="Google Shape;264;p20"/>
          <p:cNvSpPr txBox="1">
            <a:spLocks noGrp="1"/>
          </p:cNvSpPr>
          <p:nvPr>
            <p:ph type="body" idx="3"/>
          </p:nvPr>
        </p:nvSpPr>
        <p:spPr>
          <a:xfrm>
            <a:off x="411481"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65" name="Google Shape;265;p20"/>
          <p:cNvSpPr>
            <a:spLocks noGrp="1"/>
          </p:cNvSpPr>
          <p:nvPr>
            <p:ph type="pic" idx="4"/>
          </p:nvPr>
        </p:nvSpPr>
        <p:spPr>
          <a:xfrm>
            <a:off x="2571604" y="1200150"/>
            <a:ext cx="1874519" cy="925830"/>
          </a:xfrm>
          <a:prstGeom prst="rect">
            <a:avLst/>
          </a:prstGeom>
          <a:solidFill>
            <a:srgbClr val="D5D5D7"/>
          </a:solidFill>
          <a:ln>
            <a:noFill/>
          </a:ln>
        </p:spPr>
      </p:sp>
      <p:sp>
        <p:nvSpPr>
          <p:cNvPr id="266" name="Google Shape;266;p20"/>
          <p:cNvSpPr txBox="1">
            <a:spLocks noGrp="1"/>
          </p:cNvSpPr>
          <p:nvPr>
            <p:ph type="body" idx="5"/>
          </p:nvPr>
        </p:nvSpPr>
        <p:spPr>
          <a:xfrm>
            <a:off x="2571604"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67" name="Google Shape;267;p20"/>
          <p:cNvSpPr txBox="1">
            <a:spLocks noGrp="1"/>
          </p:cNvSpPr>
          <p:nvPr>
            <p:ph type="body" idx="6"/>
          </p:nvPr>
        </p:nvSpPr>
        <p:spPr>
          <a:xfrm>
            <a:off x="2571604"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68" name="Google Shape;268;p20"/>
          <p:cNvSpPr>
            <a:spLocks noGrp="1"/>
          </p:cNvSpPr>
          <p:nvPr>
            <p:ph type="pic" idx="7"/>
          </p:nvPr>
        </p:nvSpPr>
        <p:spPr>
          <a:xfrm>
            <a:off x="4697881" y="1200150"/>
            <a:ext cx="1874519" cy="925830"/>
          </a:xfrm>
          <a:prstGeom prst="rect">
            <a:avLst/>
          </a:prstGeom>
          <a:solidFill>
            <a:srgbClr val="D5D5D7"/>
          </a:solidFill>
          <a:ln>
            <a:noFill/>
          </a:ln>
        </p:spPr>
      </p:sp>
      <p:sp>
        <p:nvSpPr>
          <p:cNvPr id="269" name="Google Shape;269;p20"/>
          <p:cNvSpPr txBox="1">
            <a:spLocks noGrp="1"/>
          </p:cNvSpPr>
          <p:nvPr>
            <p:ph type="body" idx="8"/>
          </p:nvPr>
        </p:nvSpPr>
        <p:spPr>
          <a:xfrm>
            <a:off x="4697881"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70" name="Google Shape;270;p20"/>
          <p:cNvSpPr txBox="1">
            <a:spLocks noGrp="1"/>
          </p:cNvSpPr>
          <p:nvPr>
            <p:ph type="body" idx="9"/>
          </p:nvPr>
        </p:nvSpPr>
        <p:spPr>
          <a:xfrm>
            <a:off x="4697881"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71" name="Google Shape;271;p20"/>
          <p:cNvSpPr>
            <a:spLocks noGrp="1"/>
          </p:cNvSpPr>
          <p:nvPr>
            <p:ph type="pic" idx="13"/>
          </p:nvPr>
        </p:nvSpPr>
        <p:spPr>
          <a:xfrm>
            <a:off x="6858001" y="1200150"/>
            <a:ext cx="1874519" cy="925830"/>
          </a:xfrm>
          <a:prstGeom prst="rect">
            <a:avLst/>
          </a:prstGeom>
          <a:solidFill>
            <a:srgbClr val="D5D5D7"/>
          </a:solidFill>
          <a:ln>
            <a:noFill/>
          </a:ln>
        </p:spPr>
      </p:sp>
      <p:sp>
        <p:nvSpPr>
          <p:cNvPr id="272" name="Google Shape;272;p20"/>
          <p:cNvSpPr txBox="1">
            <a:spLocks noGrp="1"/>
          </p:cNvSpPr>
          <p:nvPr>
            <p:ph type="body" idx="14"/>
          </p:nvPr>
        </p:nvSpPr>
        <p:spPr>
          <a:xfrm>
            <a:off x="6858001"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73" name="Google Shape;273;p20"/>
          <p:cNvSpPr txBox="1">
            <a:spLocks noGrp="1"/>
          </p:cNvSpPr>
          <p:nvPr>
            <p:ph type="body" idx="15"/>
          </p:nvPr>
        </p:nvSpPr>
        <p:spPr>
          <a:xfrm>
            <a:off x="6858001"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74" name="Google Shape;274;p20"/>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5" name="Google Shape;275;p20"/>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 Image">
  <p:cSld name="Section Header - Image">
    <p:bg>
      <p:bgPr>
        <a:solidFill>
          <a:schemeClr val="lt1"/>
        </a:solidFill>
        <a:effectLst/>
      </p:bgPr>
    </p:bg>
    <p:spTree>
      <p:nvGrpSpPr>
        <p:cNvPr id="1" name="Shape 284"/>
        <p:cNvGrpSpPr/>
        <p:nvPr/>
      </p:nvGrpSpPr>
      <p:grpSpPr>
        <a:xfrm>
          <a:off x="0" y="0"/>
          <a:ext cx="0" cy="0"/>
          <a:chOff x="0" y="0"/>
          <a:chExt cx="0" cy="0"/>
        </a:xfrm>
      </p:grpSpPr>
      <p:sp>
        <p:nvSpPr>
          <p:cNvPr id="285" name="Google Shape;285;p22"/>
          <p:cNvSpPr>
            <a:spLocks noGrp="1"/>
          </p:cNvSpPr>
          <p:nvPr>
            <p:ph type="pic" idx="2"/>
          </p:nvPr>
        </p:nvSpPr>
        <p:spPr>
          <a:xfrm>
            <a:off x="0" y="171450"/>
            <a:ext cx="9144000" cy="4800600"/>
          </a:xfrm>
          <a:prstGeom prst="rect">
            <a:avLst/>
          </a:prstGeom>
          <a:solidFill>
            <a:srgbClr val="565557"/>
          </a:solidFill>
          <a:ln>
            <a:noFill/>
          </a:ln>
        </p:spPr>
      </p:sp>
      <p:sp>
        <p:nvSpPr>
          <p:cNvPr id="286" name="Google Shape;286;p22"/>
          <p:cNvSpPr txBox="1">
            <a:spLocks noGrp="1"/>
          </p:cNvSpPr>
          <p:nvPr>
            <p:ph type="title"/>
          </p:nvPr>
        </p:nvSpPr>
        <p:spPr>
          <a:xfrm>
            <a:off x="411480" y="308611"/>
            <a:ext cx="6173470"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2"/>
              </a:buClr>
              <a:buSzPts val="3000"/>
              <a:buFont typeface="Arial"/>
              <a:buNone/>
              <a:defRPr sz="3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22"/>
          <p:cNvSpPr txBox="1">
            <a:spLocks noGrp="1"/>
          </p:cNvSpPr>
          <p:nvPr>
            <p:ph type="body" idx="1"/>
          </p:nvPr>
        </p:nvSpPr>
        <p:spPr>
          <a:xfrm>
            <a:off x="411480" y="1611630"/>
            <a:ext cx="5096351" cy="68580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lt1"/>
              </a:buClr>
              <a:buSzPts val="2100"/>
              <a:buFont typeface="Arial"/>
              <a:buNone/>
              <a:defRPr sz="2100"/>
            </a:lvl1pPr>
            <a:lvl2pPr marL="914400" lvl="1" indent="-309562" algn="l">
              <a:lnSpc>
                <a:spcPct val="95000"/>
              </a:lnSpc>
              <a:spcBef>
                <a:spcPts val="750"/>
              </a:spcBef>
              <a:spcAft>
                <a:spcPts val="0"/>
              </a:spcAft>
              <a:buClr>
                <a:schemeClr val="lt1"/>
              </a:buClr>
              <a:buSzPts val="1275"/>
              <a:buFont typeface="Arial"/>
              <a:buChar char="▪"/>
              <a:defRPr/>
            </a:lvl2pPr>
            <a:lvl3pPr marL="1371600" lvl="2" indent="-309562" algn="l">
              <a:lnSpc>
                <a:spcPct val="95000"/>
              </a:lnSpc>
              <a:spcBef>
                <a:spcPts val="375"/>
              </a:spcBef>
              <a:spcAft>
                <a:spcPts val="0"/>
              </a:spcAft>
              <a:buClr>
                <a:schemeClr val="lt1"/>
              </a:buClr>
              <a:buSzPts val="1275"/>
              <a:buChar char="–"/>
              <a:defRPr/>
            </a:lvl3pPr>
            <a:lvl4pPr marL="1828800" lvl="3" indent="-309562" algn="l">
              <a:lnSpc>
                <a:spcPct val="95000"/>
              </a:lnSpc>
              <a:spcBef>
                <a:spcPts val="375"/>
              </a:spcBef>
              <a:spcAft>
                <a:spcPts val="0"/>
              </a:spcAft>
              <a:buClr>
                <a:schemeClr val="lt1"/>
              </a:buClr>
              <a:buSzPts val="1275"/>
              <a:buChar char="–"/>
              <a:defRPr/>
            </a:lvl4pPr>
            <a:lvl5pPr marL="2286000" lvl="4" indent="-309562" algn="l">
              <a:lnSpc>
                <a:spcPct val="95000"/>
              </a:lnSpc>
              <a:spcBef>
                <a:spcPts val="375"/>
              </a:spcBef>
              <a:spcAft>
                <a:spcPts val="0"/>
              </a:spcAft>
              <a:buClr>
                <a:schemeClr val="lt1"/>
              </a:buClr>
              <a:buSzPts val="1275"/>
              <a:buChar char="–"/>
              <a:defRPr/>
            </a:lvl5pPr>
            <a:lvl6pPr marL="2743200" lvl="5" indent="-309562" algn="l">
              <a:lnSpc>
                <a:spcPct val="95000"/>
              </a:lnSpc>
              <a:spcBef>
                <a:spcPts val="375"/>
              </a:spcBef>
              <a:spcAft>
                <a:spcPts val="0"/>
              </a:spcAft>
              <a:buClr>
                <a:schemeClr val="lt1"/>
              </a:buClr>
              <a:buSzPts val="1275"/>
              <a:buChar char="–"/>
              <a:defRPr/>
            </a:lvl6pPr>
            <a:lvl7pPr marL="3200400" lvl="6" indent="-309562" algn="l">
              <a:lnSpc>
                <a:spcPct val="95000"/>
              </a:lnSpc>
              <a:spcBef>
                <a:spcPts val="375"/>
              </a:spcBef>
              <a:spcAft>
                <a:spcPts val="0"/>
              </a:spcAft>
              <a:buClr>
                <a:schemeClr val="lt1"/>
              </a:buClr>
              <a:buSzPts val="1275"/>
              <a:buChar char="–"/>
              <a:defRPr/>
            </a:lvl7pPr>
            <a:lvl8pPr marL="3657600" lvl="7" indent="-309562" algn="l">
              <a:lnSpc>
                <a:spcPct val="95000"/>
              </a:lnSpc>
              <a:spcBef>
                <a:spcPts val="375"/>
              </a:spcBef>
              <a:spcAft>
                <a:spcPts val="0"/>
              </a:spcAft>
              <a:buClr>
                <a:schemeClr val="lt1"/>
              </a:buClr>
              <a:buSzPts val="1275"/>
              <a:buChar char="–"/>
              <a:defRPr/>
            </a:lvl8pPr>
            <a:lvl9pPr marL="4114800" lvl="8" indent="-309562" algn="l">
              <a:lnSpc>
                <a:spcPct val="95000"/>
              </a:lnSpc>
              <a:spcBef>
                <a:spcPts val="375"/>
              </a:spcBef>
              <a:spcAft>
                <a:spcPts val="0"/>
              </a:spcAft>
              <a:buClr>
                <a:schemeClr val="lt1"/>
              </a:buClr>
              <a:buSzPts val="1275"/>
              <a:buChar char="–"/>
              <a:defRPr/>
            </a:lvl9pPr>
          </a:lstStyle>
          <a:p>
            <a:endParaRPr/>
          </a:p>
        </p:txBody>
      </p:sp>
      <p:sp>
        <p:nvSpPr>
          <p:cNvPr id="288" name="Google Shape;288;p22"/>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9" name="Google Shape;289;p22"/>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marR="0" lvl="0"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1pPr>
            <a:lvl2pPr marL="0" marR="0" lvl="1"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2pPr>
            <a:lvl3pPr marL="0" marR="0" lvl="2"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3pPr>
            <a:lvl4pPr marL="0" marR="0" lvl="3"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4pPr>
            <a:lvl5pPr marL="0" marR="0" lvl="4"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5pPr>
            <a:lvl6pPr marL="0" marR="0" lvl="5"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6pPr>
            <a:lvl7pPr marL="0" marR="0" lvl="6"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7pPr>
            <a:lvl8pPr marL="0" marR="0" lvl="7"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8pPr>
            <a:lvl9pPr marL="0" marR="0" lvl="8"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90" name="Google Shape;290;p22"/>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 White 01">
  <p:cSld name="Section Header - White 01">
    <p:bg>
      <p:bgPr>
        <a:solidFill>
          <a:schemeClr val="lt1"/>
        </a:solidFill>
        <a:effectLst/>
      </p:bgPr>
    </p:bg>
    <p:spTree>
      <p:nvGrpSpPr>
        <p:cNvPr id="1" name="Shape 291"/>
        <p:cNvGrpSpPr/>
        <p:nvPr/>
      </p:nvGrpSpPr>
      <p:grpSpPr>
        <a:xfrm>
          <a:off x="0" y="0"/>
          <a:ext cx="0" cy="0"/>
          <a:chOff x="0" y="0"/>
          <a:chExt cx="0" cy="0"/>
        </a:xfrm>
      </p:grpSpPr>
      <p:sp>
        <p:nvSpPr>
          <p:cNvPr id="292" name="Google Shape;292;p23"/>
          <p:cNvSpPr txBox="1">
            <a:spLocks noGrp="1"/>
          </p:cNvSpPr>
          <p:nvPr>
            <p:ph type="title"/>
          </p:nvPr>
        </p:nvSpPr>
        <p:spPr>
          <a:xfrm>
            <a:off x="411480" y="308611"/>
            <a:ext cx="6173470"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2"/>
              </a:buClr>
              <a:buSzPts val="3000"/>
              <a:buFont typeface="Arial"/>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3" name="Google Shape;293;p23"/>
          <p:cNvSpPr txBox="1">
            <a:spLocks noGrp="1"/>
          </p:cNvSpPr>
          <p:nvPr>
            <p:ph type="body" idx="1"/>
          </p:nvPr>
        </p:nvSpPr>
        <p:spPr>
          <a:xfrm>
            <a:off x="411480" y="1611630"/>
            <a:ext cx="5096351" cy="30175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2100"/>
              <a:buFont typeface="Arial"/>
              <a:buNone/>
              <a:defRPr sz="2100"/>
            </a:lvl1pPr>
            <a:lvl2pPr marL="914400" lvl="1" indent="-309562" algn="l">
              <a:lnSpc>
                <a:spcPct val="95000"/>
              </a:lnSpc>
              <a:spcBef>
                <a:spcPts val="750"/>
              </a:spcBef>
              <a:spcAft>
                <a:spcPts val="0"/>
              </a:spcAft>
              <a:buClr>
                <a:schemeClr val="dk1"/>
              </a:buClr>
              <a:buSzPts val="1275"/>
              <a:buFont typeface="Arial"/>
              <a:buChar char="▪"/>
              <a:defRPr/>
            </a:lvl2pPr>
            <a:lvl3pPr marL="1371600" lvl="2" indent="-309562" algn="l">
              <a:lnSpc>
                <a:spcPct val="95000"/>
              </a:lnSpc>
              <a:spcBef>
                <a:spcPts val="375"/>
              </a:spcBef>
              <a:spcAft>
                <a:spcPts val="0"/>
              </a:spcAft>
              <a:buClr>
                <a:schemeClr val="dk1"/>
              </a:buClr>
              <a:buSzPts val="1275"/>
              <a:buChar char="–"/>
              <a:defRPr/>
            </a:lvl3pPr>
            <a:lvl4pPr marL="1828800" lvl="3" indent="-309562" algn="l">
              <a:lnSpc>
                <a:spcPct val="95000"/>
              </a:lnSpc>
              <a:spcBef>
                <a:spcPts val="375"/>
              </a:spcBef>
              <a:spcAft>
                <a:spcPts val="0"/>
              </a:spcAft>
              <a:buClr>
                <a:schemeClr val="dk1"/>
              </a:buClr>
              <a:buSzPts val="1275"/>
              <a:buChar char="–"/>
              <a:defRPr/>
            </a:lvl4pPr>
            <a:lvl5pPr marL="2286000" lvl="4" indent="-309562" algn="l">
              <a:lnSpc>
                <a:spcPct val="95000"/>
              </a:lnSpc>
              <a:spcBef>
                <a:spcPts val="375"/>
              </a:spcBef>
              <a:spcAft>
                <a:spcPts val="0"/>
              </a:spcAft>
              <a:buClr>
                <a:schemeClr val="dk1"/>
              </a:buClr>
              <a:buSzPts val="1275"/>
              <a:buChar char="–"/>
              <a:defRPr/>
            </a:lvl5pPr>
            <a:lvl6pPr marL="2743200" lvl="5" indent="-309562" algn="l">
              <a:lnSpc>
                <a:spcPct val="95000"/>
              </a:lnSpc>
              <a:spcBef>
                <a:spcPts val="375"/>
              </a:spcBef>
              <a:spcAft>
                <a:spcPts val="0"/>
              </a:spcAft>
              <a:buClr>
                <a:schemeClr val="dk1"/>
              </a:buClr>
              <a:buSzPts val="1275"/>
              <a:buChar char="–"/>
              <a:defRPr/>
            </a:lvl6pPr>
            <a:lvl7pPr marL="3200400" lvl="6" indent="-309562" algn="l">
              <a:lnSpc>
                <a:spcPct val="95000"/>
              </a:lnSpc>
              <a:spcBef>
                <a:spcPts val="375"/>
              </a:spcBef>
              <a:spcAft>
                <a:spcPts val="0"/>
              </a:spcAft>
              <a:buClr>
                <a:schemeClr val="dk1"/>
              </a:buClr>
              <a:buSzPts val="1275"/>
              <a:buChar char="–"/>
              <a:defRPr/>
            </a:lvl7pPr>
            <a:lvl8pPr marL="3657600" lvl="7" indent="-309562" algn="l">
              <a:lnSpc>
                <a:spcPct val="95000"/>
              </a:lnSpc>
              <a:spcBef>
                <a:spcPts val="375"/>
              </a:spcBef>
              <a:spcAft>
                <a:spcPts val="0"/>
              </a:spcAft>
              <a:buClr>
                <a:schemeClr val="dk1"/>
              </a:buClr>
              <a:buSzPts val="1275"/>
              <a:buChar char="–"/>
              <a:defRPr/>
            </a:lvl8pPr>
            <a:lvl9pPr marL="4114800" lvl="8" indent="-309562" algn="l">
              <a:lnSpc>
                <a:spcPct val="95000"/>
              </a:lnSpc>
              <a:spcBef>
                <a:spcPts val="375"/>
              </a:spcBef>
              <a:spcAft>
                <a:spcPts val="0"/>
              </a:spcAft>
              <a:buClr>
                <a:schemeClr val="dk1"/>
              </a:buClr>
              <a:buSzPts val="1275"/>
              <a:buChar char="–"/>
              <a:defRPr/>
            </a:lvl9pPr>
          </a:lstStyle>
          <a:p>
            <a:endParaRPr/>
          </a:p>
        </p:txBody>
      </p:sp>
      <p:sp>
        <p:nvSpPr>
          <p:cNvPr id="294" name="Google Shape;294;p23"/>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5" name="Google Shape;295;p23"/>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 White 02">
  <p:cSld name="Section Header - White 02">
    <p:bg>
      <p:bgPr>
        <a:solidFill>
          <a:schemeClr val="lt1"/>
        </a:solidFill>
        <a:effectLst/>
      </p:bgPr>
    </p:bg>
    <p:spTree>
      <p:nvGrpSpPr>
        <p:cNvPr id="1" name="Shape 296"/>
        <p:cNvGrpSpPr/>
        <p:nvPr/>
      </p:nvGrpSpPr>
      <p:grpSpPr>
        <a:xfrm>
          <a:off x="0" y="0"/>
          <a:ext cx="0" cy="0"/>
          <a:chOff x="0" y="0"/>
          <a:chExt cx="0" cy="0"/>
        </a:xfrm>
      </p:grpSpPr>
      <p:sp>
        <p:nvSpPr>
          <p:cNvPr id="297" name="Google Shape;297;p24"/>
          <p:cNvSpPr txBox="1">
            <a:spLocks noGrp="1"/>
          </p:cNvSpPr>
          <p:nvPr>
            <p:ph type="title"/>
          </p:nvPr>
        </p:nvSpPr>
        <p:spPr>
          <a:xfrm>
            <a:off x="411481" y="308610"/>
            <a:ext cx="4023995"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Font typeface="Arial"/>
              <a:buNone/>
              <a:defRPr sz="1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8" name="Google Shape;298;p24"/>
          <p:cNvSpPr txBox="1">
            <a:spLocks noGrp="1"/>
          </p:cNvSpPr>
          <p:nvPr>
            <p:ph type="body" idx="1"/>
          </p:nvPr>
        </p:nvSpPr>
        <p:spPr>
          <a:xfrm>
            <a:off x="411480" y="1200150"/>
            <a:ext cx="5096351" cy="342900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Clr>
                <a:schemeClr val="dk1"/>
              </a:buClr>
              <a:buSzPts val="2700"/>
              <a:buFont typeface="Arial"/>
              <a:buNone/>
              <a:defRPr sz="2700"/>
            </a:lvl1pPr>
            <a:lvl2pPr marL="914400" lvl="1" indent="-309562" algn="l">
              <a:lnSpc>
                <a:spcPct val="95000"/>
              </a:lnSpc>
              <a:spcBef>
                <a:spcPts val="750"/>
              </a:spcBef>
              <a:spcAft>
                <a:spcPts val="0"/>
              </a:spcAft>
              <a:buClr>
                <a:schemeClr val="dk1"/>
              </a:buClr>
              <a:buSzPts val="1275"/>
              <a:buFont typeface="Arial"/>
              <a:buChar char="▪"/>
              <a:defRPr/>
            </a:lvl2pPr>
            <a:lvl3pPr marL="1371600" lvl="2" indent="-309562" algn="l">
              <a:lnSpc>
                <a:spcPct val="95000"/>
              </a:lnSpc>
              <a:spcBef>
                <a:spcPts val="375"/>
              </a:spcBef>
              <a:spcAft>
                <a:spcPts val="0"/>
              </a:spcAft>
              <a:buClr>
                <a:schemeClr val="dk1"/>
              </a:buClr>
              <a:buSzPts val="1275"/>
              <a:buChar char="–"/>
              <a:defRPr/>
            </a:lvl3pPr>
            <a:lvl4pPr marL="1828800" lvl="3" indent="-309562" algn="l">
              <a:lnSpc>
                <a:spcPct val="95000"/>
              </a:lnSpc>
              <a:spcBef>
                <a:spcPts val="375"/>
              </a:spcBef>
              <a:spcAft>
                <a:spcPts val="0"/>
              </a:spcAft>
              <a:buClr>
                <a:schemeClr val="dk1"/>
              </a:buClr>
              <a:buSzPts val="1275"/>
              <a:buChar char="–"/>
              <a:defRPr/>
            </a:lvl4pPr>
            <a:lvl5pPr marL="2286000" lvl="4" indent="-309562" algn="l">
              <a:lnSpc>
                <a:spcPct val="95000"/>
              </a:lnSpc>
              <a:spcBef>
                <a:spcPts val="375"/>
              </a:spcBef>
              <a:spcAft>
                <a:spcPts val="0"/>
              </a:spcAft>
              <a:buClr>
                <a:schemeClr val="dk1"/>
              </a:buClr>
              <a:buSzPts val="1275"/>
              <a:buChar char="–"/>
              <a:defRPr/>
            </a:lvl5pPr>
            <a:lvl6pPr marL="2743200" lvl="5" indent="-309562" algn="l">
              <a:lnSpc>
                <a:spcPct val="95000"/>
              </a:lnSpc>
              <a:spcBef>
                <a:spcPts val="375"/>
              </a:spcBef>
              <a:spcAft>
                <a:spcPts val="0"/>
              </a:spcAft>
              <a:buClr>
                <a:schemeClr val="dk1"/>
              </a:buClr>
              <a:buSzPts val="1275"/>
              <a:buChar char="–"/>
              <a:defRPr/>
            </a:lvl6pPr>
            <a:lvl7pPr marL="3200400" lvl="6" indent="-309562" algn="l">
              <a:lnSpc>
                <a:spcPct val="95000"/>
              </a:lnSpc>
              <a:spcBef>
                <a:spcPts val="375"/>
              </a:spcBef>
              <a:spcAft>
                <a:spcPts val="0"/>
              </a:spcAft>
              <a:buClr>
                <a:schemeClr val="dk1"/>
              </a:buClr>
              <a:buSzPts val="1275"/>
              <a:buChar char="–"/>
              <a:defRPr/>
            </a:lvl7pPr>
            <a:lvl8pPr marL="3657600" lvl="7" indent="-309562" algn="l">
              <a:lnSpc>
                <a:spcPct val="95000"/>
              </a:lnSpc>
              <a:spcBef>
                <a:spcPts val="375"/>
              </a:spcBef>
              <a:spcAft>
                <a:spcPts val="0"/>
              </a:spcAft>
              <a:buClr>
                <a:schemeClr val="dk1"/>
              </a:buClr>
              <a:buSzPts val="1275"/>
              <a:buChar char="–"/>
              <a:defRPr/>
            </a:lvl8pPr>
            <a:lvl9pPr marL="4114800" lvl="8" indent="-309562" algn="l">
              <a:lnSpc>
                <a:spcPct val="95000"/>
              </a:lnSpc>
              <a:spcBef>
                <a:spcPts val="375"/>
              </a:spcBef>
              <a:spcAft>
                <a:spcPts val="0"/>
              </a:spcAft>
              <a:buClr>
                <a:schemeClr val="dk1"/>
              </a:buClr>
              <a:buSzPts val="1275"/>
              <a:buChar char="–"/>
              <a:defRPr/>
            </a:lvl9pPr>
          </a:lstStyle>
          <a:p>
            <a:endParaRPr/>
          </a:p>
        </p:txBody>
      </p:sp>
      <p:sp>
        <p:nvSpPr>
          <p:cNvPr id="299" name="Google Shape;299;p24"/>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0" name="Google Shape;300;p24"/>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Section Header - Half Image">
  <p:cSld name="Section Header - Half Image">
    <p:bg>
      <p:bgPr>
        <a:solidFill>
          <a:srgbClr val="221F20"/>
        </a:solidFill>
        <a:effectLst/>
      </p:bgPr>
    </p:bg>
    <p:spTree>
      <p:nvGrpSpPr>
        <p:cNvPr id="1" name="Shape 301"/>
        <p:cNvGrpSpPr/>
        <p:nvPr/>
      </p:nvGrpSpPr>
      <p:grpSpPr>
        <a:xfrm>
          <a:off x="0" y="0"/>
          <a:ext cx="0" cy="0"/>
          <a:chOff x="0" y="0"/>
          <a:chExt cx="0" cy="0"/>
        </a:xfrm>
      </p:grpSpPr>
      <p:sp>
        <p:nvSpPr>
          <p:cNvPr id="302" name="Google Shape;302;p25"/>
          <p:cNvSpPr txBox="1">
            <a:spLocks noGrp="1"/>
          </p:cNvSpPr>
          <p:nvPr>
            <p:ph type="title"/>
          </p:nvPr>
        </p:nvSpPr>
        <p:spPr>
          <a:xfrm>
            <a:off x="411481" y="308611"/>
            <a:ext cx="4023995"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2"/>
              </a:buClr>
              <a:buSzPts val="3000"/>
              <a:buFont typeface="Arial"/>
              <a:buNone/>
              <a:defRPr sz="3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3" name="Google Shape;303;p25"/>
          <p:cNvSpPr txBox="1">
            <a:spLocks noGrp="1"/>
          </p:cNvSpPr>
          <p:nvPr>
            <p:ph type="body" idx="1"/>
          </p:nvPr>
        </p:nvSpPr>
        <p:spPr>
          <a:xfrm>
            <a:off x="411480" y="1611630"/>
            <a:ext cx="4023994" cy="30175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1275"/>
              <a:buFont typeface="Arial"/>
              <a:buNone/>
              <a:defRPr/>
            </a:lvl1pPr>
            <a:lvl2pPr marL="914400" lvl="1" indent="-309562" algn="l">
              <a:lnSpc>
                <a:spcPct val="95000"/>
              </a:lnSpc>
              <a:spcBef>
                <a:spcPts val="750"/>
              </a:spcBef>
              <a:spcAft>
                <a:spcPts val="0"/>
              </a:spcAft>
              <a:buClr>
                <a:schemeClr val="lt1"/>
              </a:buClr>
              <a:buSzPts val="1275"/>
              <a:buFont typeface="Arial"/>
              <a:buChar char="▪"/>
              <a:defRPr/>
            </a:lvl2pPr>
            <a:lvl3pPr marL="1371600" lvl="2" indent="-309562" algn="l">
              <a:lnSpc>
                <a:spcPct val="95000"/>
              </a:lnSpc>
              <a:spcBef>
                <a:spcPts val="375"/>
              </a:spcBef>
              <a:spcAft>
                <a:spcPts val="0"/>
              </a:spcAft>
              <a:buClr>
                <a:schemeClr val="lt1"/>
              </a:buClr>
              <a:buSzPts val="1275"/>
              <a:buChar char="–"/>
              <a:defRPr/>
            </a:lvl3pPr>
            <a:lvl4pPr marL="1828800" lvl="3" indent="-309562" algn="l">
              <a:lnSpc>
                <a:spcPct val="95000"/>
              </a:lnSpc>
              <a:spcBef>
                <a:spcPts val="375"/>
              </a:spcBef>
              <a:spcAft>
                <a:spcPts val="0"/>
              </a:spcAft>
              <a:buClr>
                <a:schemeClr val="lt1"/>
              </a:buClr>
              <a:buSzPts val="1275"/>
              <a:buChar char="–"/>
              <a:defRPr/>
            </a:lvl4pPr>
            <a:lvl5pPr marL="2286000" lvl="4" indent="-309562" algn="l">
              <a:lnSpc>
                <a:spcPct val="95000"/>
              </a:lnSpc>
              <a:spcBef>
                <a:spcPts val="375"/>
              </a:spcBef>
              <a:spcAft>
                <a:spcPts val="0"/>
              </a:spcAft>
              <a:buClr>
                <a:schemeClr val="lt1"/>
              </a:buClr>
              <a:buSzPts val="1275"/>
              <a:buChar char="–"/>
              <a:defRPr/>
            </a:lvl5pPr>
            <a:lvl6pPr marL="2743200" lvl="5" indent="-309562" algn="l">
              <a:lnSpc>
                <a:spcPct val="95000"/>
              </a:lnSpc>
              <a:spcBef>
                <a:spcPts val="375"/>
              </a:spcBef>
              <a:spcAft>
                <a:spcPts val="0"/>
              </a:spcAft>
              <a:buClr>
                <a:schemeClr val="lt1"/>
              </a:buClr>
              <a:buSzPts val="1275"/>
              <a:buChar char="–"/>
              <a:defRPr/>
            </a:lvl6pPr>
            <a:lvl7pPr marL="3200400" lvl="6" indent="-309562" algn="l">
              <a:lnSpc>
                <a:spcPct val="95000"/>
              </a:lnSpc>
              <a:spcBef>
                <a:spcPts val="375"/>
              </a:spcBef>
              <a:spcAft>
                <a:spcPts val="0"/>
              </a:spcAft>
              <a:buClr>
                <a:schemeClr val="lt1"/>
              </a:buClr>
              <a:buSzPts val="1275"/>
              <a:buChar char="–"/>
              <a:defRPr/>
            </a:lvl7pPr>
            <a:lvl8pPr marL="3657600" lvl="7" indent="-309562" algn="l">
              <a:lnSpc>
                <a:spcPct val="95000"/>
              </a:lnSpc>
              <a:spcBef>
                <a:spcPts val="375"/>
              </a:spcBef>
              <a:spcAft>
                <a:spcPts val="0"/>
              </a:spcAft>
              <a:buClr>
                <a:schemeClr val="lt1"/>
              </a:buClr>
              <a:buSzPts val="1275"/>
              <a:buChar char="–"/>
              <a:defRPr/>
            </a:lvl8pPr>
            <a:lvl9pPr marL="4114800" lvl="8" indent="-309562" algn="l">
              <a:lnSpc>
                <a:spcPct val="95000"/>
              </a:lnSpc>
              <a:spcBef>
                <a:spcPts val="375"/>
              </a:spcBef>
              <a:spcAft>
                <a:spcPts val="0"/>
              </a:spcAft>
              <a:buClr>
                <a:schemeClr val="lt1"/>
              </a:buClr>
              <a:buSzPts val="1275"/>
              <a:buChar char="–"/>
              <a:defRPr/>
            </a:lvl9pPr>
          </a:lstStyle>
          <a:p>
            <a:endParaRPr/>
          </a:p>
        </p:txBody>
      </p:sp>
      <p:sp>
        <p:nvSpPr>
          <p:cNvPr id="304" name="Google Shape;304;p25"/>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25"/>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306" name="Google Shape;306;p25"/>
          <p:cNvSpPr>
            <a:spLocks noGrp="1"/>
          </p:cNvSpPr>
          <p:nvPr>
            <p:ph type="pic" idx="2"/>
          </p:nvPr>
        </p:nvSpPr>
        <p:spPr>
          <a:xfrm>
            <a:off x="4708528" y="807244"/>
            <a:ext cx="4024311" cy="3821906"/>
          </a:xfrm>
          <a:prstGeom prst="rect">
            <a:avLst/>
          </a:prstGeom>
          <a:solidFill>
            <a:srgbClr val="D5D5D7"/>
          </a:solidFill>
          <a:ln>
            <a:noFill/>
          </a:ln>
        </p:spPr>
      </p:sp>
      <p:sp>
        <p:nvSpPr>
          <p:cNvPr id="307" name="Google Shape;307;p25"/>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308" name="Google Shape;308;p25"/>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309" name="Google Shape;309;p25"/>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 Half Image - White">
  <p:cSld name="Section Header - Half Image - White">
    <p:bg>
      <p:bgPr>
        <a:solidFill>
          <a:schemeClr val="lt1"/>
        </a:solidFill>
        <a:effectLst/>
      </p:bgPr>
    </p:bg>
    <p:spTree>
      <p:nvGrpSpPr>
        <p:cNvPr id="1" name="Shape 310"/>
        <p:cNvGrpSpPr/>
        <p:nvPr/>
      </p:nvGrpSpPr>
      <p:grpSpPr>
        <a:xfrm>
          <a:off x="0" y="0"/>
          <a:ext cx="0" cy="0"/>
          <a:chOff x="0" y="0"/>
          <a:chExt cx="0" cy="0"/>
        </a:xfrm>
      </p:grpSpPr>
      <p:sp>
        <p:nvSpPr>
          <p:cNvPr id="311" name="Google Shape;311;p26"/>
          <p:cNvSpPr txBox="1">
            <a:spLocks noGrp="1"/>
          </p:cNvSpPr>
          <p:nvPr>
            <p:ph type="title"/>
          </p:nvPr>
        </p:nvSpPr>
        <p:spPr>
          <a:xfrm>
            <a:off x="411481" y="308611"/>
            <a:ext cx="4023995"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2"/>
              </a:buClr>
              <a:buSzPts val="3000"/>
              <a:buFont typeface="Arial"/>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2" name="Google Shape;312;p26"/>
          <p:cNvSpPr txBox="1">
            <a:spLocks noGrp="1"/>
          </p:cNvSpPr>
          <p:nvPr>
            <p:ph type="body" idx="1"/>
          </p:nvPr>
        </p:nvSpPr>
        <p:spPr>
          <a:xfrm>
            <a:off x="411480" y="1611630"/>
            <a:ext cx="4023994" cy="30175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1275"/>
              <a:buFont typeface="Arial"/>
              <a:buNone/>
              <a:defRPr/>
            </a:lvl1pPr>
            <a:lvl2pPr marL="914400" lvl="1" indent="-309562" algn="l">
              <a:lnSpc>
                <a:spcPct val="95000"/>
              </a:lnSpc>
              <a:spcBef>
                <a:spcPts val="750"/>
              </a:spcBef>
              <a:spcAft>
                <a:spcPts val="0"/>
              </a:spcAft>
              <a:buClr>
                <a:schemeClr val="dk1"/>
              </a:buClr>
              <a:buSzPts val="1275"/>
              <a:buFont typeface="Arial"/>
              <a:buChar char="▪"/>
              <a:defRPr/>
            </a:lvl2pPr>
            <a:lvl3pPr marL="1371600" lvl="2" indent="-309562" algn="l">
              <a:lnSpc>
                <a:spcPct val="95000"/>
              </a:lnSpc>
              <a:spcBef>
                <a:spcPts val="375"/>
              </a:spcBef>
              <a:spcAft>
                <a:spcPts val="0"/>
              </a:spcAft>
              <a:buClr>
                <a:schemeClr val="dk1"/>
              </a:buClr>
              <a:buSzPts val="1275"/>
              <a:buChar char="–"/>
              <a:defRPr/>
            </a:lvl3pPr>
            <a:lvl4pPr marL="1828800" lvl="3" indent="-309562" algn="l">
              <a:lnSpc>
                <a:spcPct val="95000"/>
              </a:lnSpc>
              <a:spcBef>
                <a:spcPts val="375"/>
              </a:spcBef>
              <a:spcAft>
                <a:spcPts val="0"/>
              </a:spcAft>
              <a:buClr>
                <a:schemeClr val="dk1"/>
              </a:buClr>
              <a:buSzPts val="1275"/>
              <a:buChar char="–"/>
              <a:defRPr/>
            </a:lvl4pPr>
            <a:lvl5pPr marL="2286000" lvl="4" indent="-309562" algn="l">
              <a:lnSpc>
                <a:spcPct val="95000"/>
              </a:lnSpc>
              <a:spcBef>
                <a:spcPts val="375"/>
              </a:spcBef>
              <a:spcAft>
                <a:spcPts val="0"/>
              </a:spcAft>
              <a:buClr>
                <a:schemeClr val="dk1"/>
              </a:buClr>
              <a:buSzPts val="1275"/>
              <a:buChar char="–"/>
              <a:defRPr/>
            </a:lvl5pPr>
            <a:lvl6pPr marL="2743200" lvl="5" indent="-309562" algn="l">
              <a:lnSpc>
                <a:spcPct val="95000"/>
              </a:lnSpc>
              <a:spcBef>
                <a:spcPts val="375"/>
              </a:spcBef>
              <a:spcAft>
                <a:spcPts val="0"/>
              </a:spcAft>
              <a:buClr>
                <a:schemeClr val="dk1"/>
              </a:buClr>
              <a:buSzPts val="1275"/>
              <a:buChar char="–"/>
              <a:defRPr/>
            </a:lvl6pPr>
            <a:lvl7pPr marL="3200400" lvl="6" indent="-309562" algn="l">
              <a:lnSpc>
                <a:spcPct val="95000"/>
              </a:lnSpc>
              <a:spcBef>
                <a:spcPts val="375"/>
              </a:spcBef>
              <a:spcAft>
                <a:spcPts val="0"/>
              </a:spcAft>
              <a:buClr>
                <a:schemeClr val="dk1"/>
              </a:buClr>
              <a:buSzPts val="1275"/>
              <a:buChar char="–"/>
              <a:defRPr/>
            </a:lvl7pPr>
            <a:lvl8pPr marL="3657600" lvl="7" indent="-309562" algn="l">
              <a:lnSpc>
                <a:spcPct val="95000"/>
              </a:lnSpc>
              <a:spcBef>
                <a:spcPts val="375"/>
              </a:spcBef>
              <a:spcAft>
                <a:spcPts val="0"/>
              </a:spcAft>
              <a:buClr>
                <a:schemeClr val="dk1"/>
              </a:buClr>
              <a:buSzPts val="1275"/>
              <a:buChar char="–"/>
              <a:defRPr/>
            </a:lvl8pPr>
            <a:lvl9pPr marL="4114800" lvl="8" indent="-309562" algn="l">
              <a:lnSpc>
                <a:spcPct val="95000"/>
              </a:lnSpc>
              <a:spcBef>
                <a:spcPts val="375"/>
              </a:spcBef>
              <a:spcAft>
                <a:spcPts val="0"/>
              </a:spcAft>
              <a:buClr>
                <a:schemeClr val="dk1"/>
              </a:buClr>
              <a:buSzPts val="1275"/>
              <a:buChar char="–"/>
              <a:defRPr/>
            </a:lvl9pPr>
          </a:lstStyle>
          <a:p>
            <a:endParaRPr/>
          </a:p>
        </p:txBody>
      </p:sp>
      <p:sp>
        <p:nvSpPr>
          <p:cNvPr id="313" name="Google Shape;313;p26"/>
          <p:cNvSpPr>
            <a:spLocks noGrp="1"/>
          </p:cNvSpPr>
          <p:nvPr>
            <p:ph type="pic" idx="2"/>
          </p:nvPr>
        </p:nvSpPr>
        <p:spPr>
          <a:xfrm>
            <a:off x="4708528" y="807244"/>
            <a:ext cx="4024311" cy="3821906"/>
          </a:xfrm>
          <a:prstGeom prst="rect">
            <a:avLst/>
          </a:prstGeom>
          <a:solidFill>
            <a:srgbClr val="D5D5D7"/>
          </a:solidFill>
          <a:ln>
            <a:noFill/>
          </a:ln>
        </p:spPr>
      </p:sp>
      <p:sp>
        <p:nvSpPr>
          <p:cNvPr id="314" name="Google Shape;314;p26"/>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5" name="Google Shape;315;p26"/>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16"/>
        <p:cNvGrpSpPr/>
        <p:nvPr/>
      </p:nvGrpSpPr>
      <p:grpSpPr>
        <a:xfrm>
          <a:off x="0" y="0"/>
          <a:ext cx="0" cy="0"/>
          <a:chOff x="0" y="0"/>
          <a:chExt cx="0" cy="0"/>
        </a:xfrm>
      </p:grpSpPr>
      <p:sp>
        <p:nvSpPr>
          <p:cNvPr id="317" name="Google Shape;317;p27"/>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8" name="Google Shape;318;p27"/>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9" name="Google Shape;319;p27"/>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Title Only - Black">
  <p:cSld name="Title Only - Black">
    <p:bg>
      <p:bgPr>
        <a:solidFill>
          <a:srgbClr val="221F20"/>
        </a:solidFill>
        <a:effectLst/>
      </p:bgPr>
    </p:bg>
    <p:spTree>
      <p:nvGrpSpPr>
        <p:cNvPr id="1" name="Shape 320"/>
        <p:cNvGrpSpPr/>
        <p:nvPr/>
      </p:nvGrpSpPr>
      <p:grpSpPr>
        <a:xfrm>
          <a:off x="0" y="0"/>
          <a:ext cx="0" cy="0"/>
          <a:chOff x="0" y="0"/>
          <a:chExt cx="0" cy="0"/>
        </a:xfrm>
      </p:grpSpPr>
      <p:sp>
        <p:nvSpPr>
          <p:cNvPr id="321" name="Google Shape;321;p28"/>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2" name="Google Shape;322;p28"/>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3" name="Google Shape;323;p28"/>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324" name="Google Shape;324;p28"/>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325" name="Google Shape;325;p28"/>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326" name="Google Shape;326;p28"/>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27"/>
        <p:cNvGrpSpPr/>
        <p:nvPr/>
      </p:nvGrpSpPr>
      <p:grpSpPr>
        <a:xfrm>
          <a:off x="0" y="0"/>
          <a:ext cx="0" cy="0"/>
          <a:chOff x="0" y="0"/>
          <a:chExt cx="0" cy="0"/>
        </a:xfrm>
      </p:grpSpPr>
      <p:sp>
        <p:nvSpPr>
          <p:cNvPr id="328" name="Google Shape;328;p29"/>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9" name="Google Shape;329;p29"/>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Blank - Black">
  <p:cSld name="Blank - Black">
    <p:bg>
      <p:bgPr>
        <a:solidFill>
          <a:srgbClr val="221F20"/>
        </a:solidFill>
        <a:effectLst/>
      </p:bgPr>
    </p:bg>
    <p:spTree>
      <p:nvGrpSpPr>
        <p:cNvPr id="1" name="Shape 330"/>
        <p:cNvGrpSpPr/>
        <p:nvPr/>
      </p:nvGrpSpPr>
      <p:grpSpPr>
        <a:xfrm>
          <a:off x="0" y="0"/>
          <a:ext cx="0" cy="0"/>
          <a:chOff x="0" y="0"/>
          <a:chExt cx="0" cy="0"/>
        </a:xfrm>
      </p:grpSpPr>
      <p:sp>
        <p:nvSpPr>
          <p:cNvPr id="331" name="Google Shape;331;p30"/>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30"/>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333" name="Google Shape;333;p30"/>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334" name="Google Shape;334;p30"/>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335" name="Google Shape;335;p30"/>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Thank You">
  <p:cSld name="Thank You">
    <p:bg>
      <p:bgPr>
        <a:solidFill>
          <a:srgbClr val="221F20"/>
        </a:solidFill>
        <a:effectLst/>
      </p:bgPr>
    </p:bg>
    <p:spTree>
      <p:nvGrpSpPr>
        <p:cNvPr id="1" name="Shape 336"/>
        <p:cNvGrpSpPr/>
        <p:nvPr/>
      </p:nvGrpSpPr>
      <p:grpSpPr>
        <a:xfrm>
          <a:off x="0" y="0"/>
          <a:ext cx="0" cy="0"/>
          <a:chOff x="0" y="0"/>
          <a:chExt cx="0" cy="0"/>
        </a:xfrm>
      </p:grpSpPr>
      <p:sp>
        <p:nvSpPr>
          <p:cNvPr id="337" name="Google Shape;337;p31"/>
          <p:cNvSpPr txBox="1"/>
          <p:nvPr/>
        </p:nvSpPr>
        <p:spPr>
          <a:xfrm>
            <a:off x="411162" y="1611630"/>
            <a:ext cx="8321040" cy="10287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FFCC01"/>
              </a:buClr>
              <a:buSzPts val="3600"/>
              <a:buFont typeface="Arial"/>
              <a:buNone/>
            </a:pPr>
            <a:r>
              <a:rPr lang="en" sz="3600" b="0" i="0" u="none" strike="noStrike" cap="none">
                <a:solidFill>
                  <a:srgbClr val="FFCC01"/>
                </a:solidFill>
                <a:latin typeface="Arial"/>
                <a:ea typeface="Arial"/>
                <a:cs typeface="Arial"/>
                <a:sym typeface="Arial"/>
              </a:rPr>
              <a:t>THANK YOU.</a:t>
            </a:r>
            <a:endParaRPr/>
          </a:p>
        </p:txBody>
      </p:sp>
      <p:sp>
        <p:nvSpPr>
          <p:cNvPr id="338" name="Google Shape;338;p31"/>
          <p:cNvSpPr txBox="1">
            <a:spLocks noGrp="1"/>
          </p:cNvSpPr>
          <p:nvPr>
            <p:ph type="body" idx="1"/>
          </p:nvPr>
        </p:nvSpPr>
        <p:spPr>
          <a:xfrm>
            <a:off x="411164" y="3614561"/>
            <a:ext cx="4024312" cy="1028699"/>
          </a:xfrm>
          <a:prstGeom prst="rect">
            <a:avLst/>
          </a:prstGeom>
          <a:noFill/>
          <a:ln>
            <a:noFill/>
          </a:ln>
        </p:spPr>
        <p:txBody>
          <a:bodyPr spcFirstLastPara="1" wrap="square" lIns="0" tIns="0" rIns="0" bIns="0" anchor="b" anchorCtr="0">
            <a:noAutofit/>
          </a:bodyPr>
          <a:lstStyle>
            <a:lvl1pPr marL="457200" lvl="0" indent="-228600" algn="l">
              <a:lnSpc>
                <a:spcPct val="95000"/>
              </a:lnSpc>
              <a:spcBef>
                <a:spcPts val="0"/>
              </a:spcBef>
              <a:spcAft>
                <a:spcPts val="0"/>
              </a:spcAft>
              <a:buClr>
                <a:schemeClr val="lt1"/>
              </a:buClr>
              <a:buSzPts val="900"/>
              <a:buFont typeface="Arial"/>
              <a:buNone/>
              <a:defRPr sz="900"/>
            </a:lvl1pPr>
            <a:lvl2pPr marL="914400" lvl="1" indent="-228600" algn="l">
              <a:lnSpc>
                <a:spcPct val="95000"/>
              </a:lnSpc>
              <a:spcBef>
                <a:spcPts val="0"/>
              </a:spcBef>
              <a:spcAft>
                <a:spcPts val="0"/>
              </a:spcAft>
              <a:buClr>
                <a:schemeClr val="lt1"/>
              </a:buClr>
              <a:buSzPts val="900"/>
              <a:buFont typeface="Arial"/>
              <a:buNone/>
              <a:defRPr sz="900"/>
            </a:lvl2pPr>
            <a:lvl3pPr marL="1371600" lvl="2" indent="-228600" algn="l">
              <a:lnSpc>
                <a:spcPct val="95000"/>
              </a:lnSpc>
              <a:spcBef>
                <a:spcPts val="0"/>
              </a:spcBef>
              <a:spcAft>
                <a:spcPts val="0"/>
              </a:spcAft>
              <a:buClr>
                <a:schemeClr val="lt1"/>
              </a:buClr>
              <a:buSzPts val="900"/>
              <a:buFont typeface="Arial"/>
              <a:buNone/>
              <a:defRPr sz="900"/>
            </a:lvl3pPr>
            <a:lvl4pPr marL="1828800" lvl="3" indent="-228600" algn="l">
              <a:lnSpc>
                <a:spcPct val="95000"/>
              </a:lnSpc>
              <a:spcBef>
                <a:spcPts val="0"/>
              </a:spcBef>
              <a:spcAft>
                <a:spcPts val="0"/>
              </a:spcAft>
              <a:buClr>
                <a:schemeClr val="lt1"/>
              </a:buClr>
              <a:buSzPts val="900"/>
              <a:buFont typeface="Arial"/>
              <a:buNone/>
              <a:defRPr sz="900"/>
            </a:lvl4pPr>
            <a:lvl5pPr marL="2286000" lvl="4" indent="-228600" algn="l">
              <a:lnSpc>
                <a:spcPct val="95000"/>
              </a:lnSpc>
              <a:spcBef>
                <a:spcPts val="0"/>
              </a:spcBef>
              <a:spcAft>
                <a:spcPts val="0"/>
              </a:spcAft>
              <a:buClr>
                <a:schemeClr val="lt1"/>
              </a:buClr>
              <a:buSzPts val="900"/>
              <a:buFont typeface="Arial"/>
              <a:buNone/>
              <a:defRPr sz="900"/>
            </a:lvl5pPr>
            <a:lvl6pPr marL="2743200" lvl="5" indent="-228600" algn="l">
              <a:lnSpc>
                <a:spcPct val="95000"/>
              </a:lnSpc>
              <a:spcBef>
                <a:spcPts val="0"/>
              </a:spcBef>
              <a:spcAft>
                <a:spcPts val="0"/>
              </a:spcAft>
              <a:buClr>
                <a:schemeClr val="lt1"/>
              </a:buClr>
              <a:buSzPts val="900"/>
              <a:buFont typeface="Arial"/>
              <a:buNone/>
              <a:defRPr sz="900"/>
            </a:lvl6pPr>
            <a:lvl7pPr marL="3200400" lvl="6" indent="-228600" algn="l">
              <a:lnSpc>
                <a:spcPct val="95000"/>
              </a:lnSpc>
              <a:spcBef>
                <a:spcPts val="0"/>
              </a:spcBef>
              <a:spcAft>
                <a:spcPts val="0"/>
              </a:spcAft>
              <a:buClr>
                <a:schemeClr val="lt1"/>
              </a:buClr>
              <a:buSzPts val="900"/>
              <a:buFont typeface="Arial"/>
              <a:buNone/>
              <a:defRPr sz="900"/>
            </a:lvl7pPr>
            <a:lvl8pPr marL="3657600" lvl="7" indent="-228600" algn="l">
              <a:lnSpc>
                <a:spcPct val="95000"/>
              </a:lnSpc>
              <a:spcBef>
                <a:spcPts val="0"/>
              </a:spcBef>
              <a:spcAft>
                <a:spcPts val="0"/>
              </a:spcAft>
              <a:buClr>
                <a:schemeClr val="lt1"/>
              </a:buClr>
              <a:buSzPts val="900"/>
              <a:buFont typeface="Arial"/>
              <a:buNone/>
              <a:defRPr sz="900"/>
            </a:lvl8pPr>
            <a:lvl9pPr marL="4114800" lvl="8" indent="-228600" algn="l">
              <a:lnSpc>
                <a:spcPct val="95000"/>
              </a:lnSpc>
              <a:spcBef>
                <a:spcPts val="0"/>
              </a:spcBef>
              <a:spcAft>
                <a:spcPts val="0"/>
              </a:spcAft>
              <a:buClr>
                <a:schemeClr val="lt1"/>
              </a:buClr>
              <a:buSzPts val="900"/>
              <a:buFont typeface="Arial"/>
              <a:buNone/>
              <a:defRPr sz="900"/>
            </a:lvl9pPr>
          </a:lstStyle>
          <a:p>
            <a:endParaRPr/>
          </a:p>
        </p:txBody>
      </p:sp>
      <p:sp>
        <p:nvSpPr>
          <p:cNvPr id="339" name="Google Shape;339;p31"/>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0" name="Google Shape;340;p31"/>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341" name="Google Shape;341;p31"/>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Logo">
  <p:cSld name="Logo">
    <p:bg>
      <p:bgPr>
        <a:solidFill>
          <a:srgbClr val="221F20"/>
        </a:solidFill>
        <a:effectLst/>
      </p:bgPr>
    </p:bg>
    <p:spTree>
      <p:nvGrpSpPr>
        <p:cNvPr id="1" name="Shape 342"/>
        <p:cNvGrpSpPr/>
        <p:nvPr/>
      </p:nvGrpSpPr>
      <p:grpSpPr>
        <a:xfrm>
          <a:off x="0" y="0"/>
          <a:ext cx="0" cy="0"/>
          <a:chOff x="0" y="0"/>
          <a:chExt cx="0" cy="0"/>
        </a:xfrm>
      </p:grpSpPr>
      <p:pic>
        <p:nvPicPr>
          <p:cNvPr id="343" name="Google Shape;343;p32" descr="U.S. Army"/>
          <p:cNvPicPr preferRelativeResize="0"/>
          <p:nvPr/>
        </p:nvPicPr>
        <p:blipFill rotWithShape="1">
          <a:blip r:embed="rId2">
            <a:alphaModFix/>
          </a:blip>
          <a:srcRect/>
          <a:stretch/>
        </p:blipFill>
        <p:spPr>
          <a:xfrm>
            <a:off x="2120265" y="1645920"/>
            <a:ext cx="4903470" cy="185166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44"/>
        <p:cNvGrpSpPr/>
        <p:nvPr/>
      </p:nvGrpSpPr>
      <p:grpSpPr>
        <a:xfrm>
          <a:off x="0" y="0"/>
          <a:ext cx="0" cy="0"/>
          <a:chOff x="0" y="0"/>
          <a:chExt cx="0" cy="0"/>
        </a:xfrm>
      </p:grpSpPr>
      <p:sp>
        <p:nvSpPr>
          <p:cNvPr id="345" name="Google Shape;345;p33"/>
          <p:cNvSpPr txBox="1">
            <a:spLocks noGrp="1"/>
          </p:cNvSpPr>
          <p:nvPr>
            <p:ph type="title"/>
          </p:nvPr>
        </p:nvSpPr>
        <p:spPr>
          <a:xfrm>
            <a:off x="311700" y="539725"/>
            <a:ext cx="8520600" cy="1282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3600"/>
              <a:buFont typeface="Arial"/>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346" name="Google Shape;346;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7"/>
        <p:cNvGrpSpPr/>
        <p:nvPr/>
      </p:nvGrpSpPr>
      <p:grpSpPr>
        <a:xfrm>
          <a:off x="0" y="0"/>
          <a:ext cx="0" cy="0"/>
          <a:chOff x="0" y="0"/>
          <a:chExt cx="0" cy="0"/>
        </a:xfrm>
      </p:grpSpPr>
      <p:sp>
        <p:nvSpPr>
          <p:cNvPr id="348" name="Google Shape;348;p34"/>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Font typeface="Arial"/>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349" name="Google Shape;349;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50"/>
        <p:cNvGrpSpPr/>
        <p:nvPr/>
      </p:nvGrpSpPr>
      <p:grpSpPr>
        <a:xfrm>
          <a:off x="0" y="0"/>
          <a:ext cx="0" cy="0"/>
          <a:chOff x="0" y="0"/>
          <a:chExt cx="0" cy="0"/>
        </a:xfrm>
      </p:grpSpPr>
      <p:sp>
        <p:nvSpPr>
          <p:cNvPr id="351" name="Google Shape;351;p35"/>
          <p:cNvSpPr txBox="1">
            <a:spLocks noGrp="1"/>
          </p:cNvSpPr>
          <p:nvPr>
            <p:ph type="title"/>
          </p:nvPr>
        </p:nvSpPr>
        <p:spPr>
          <a:xfrm>
            <a:off x="311725" y="500925"/>
            <a:ext cx="3706500" cy="2508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Font typeface="Arial"/>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352" name="Google Shape;352;p35"/>
          <p:cNvSpPr txBox="1">
            <a:spLocks noGrp="1"/>
          </p:cNvSpPr>
          <p:nvPr>
            <p:ph type="body" idx="1"/>
          </p:nvPr>
        </p:nvSpPr>
        <p:spPr>
          <a:xfrm>
            <a:off x="4644675" y="500925"/>
            <a:ext cx="4166400" cy="4098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dk1"/>
              </a:buClr>
              <a:buSzPts val="1300"/>
              <a:buChar char="●"/>
              <a:defRPr/>
            </a:lvl1pPr>
            <a:lvl2pPr marL="914400" lvl="1" indent="-298450" algn="l">
              <a:lnSpc>
                <a:spcPct val="115000"/>
              </a:lnSpc>
              <a:spcBef>
                <a:spcPts val="0"/>
              </a:spcBef>
              <a:spcAft>
                <a:spcPts val="0"/>
              </a:spcAft>
              <a:buClr>
                <a:schemeClr val="dk1"/>
              </a:buClr>
              <a:buSzPts val="1100"/>
              <a:buChar char="○"/>
              <a:defRPr/>
            </a:lvl2pPr>
            <a:lvl3pPr marL="1371600" lvl="2" indent="-298450" algn="l">
              <a:lnSpc>
                <a:spcPct val="115000"/>
              </a:lnSpc>
              <a:spcBef>
                <a:spcPts val="0"/>
              </a:spcBef>
              <a:spcAft>
                <a:spcPts val="0"/>
              </a:spcAft>
              <a:buClr>
                <a:schemeClr val="dk1"/>
              </a:buClr>
              <a:buSzPts val="1100"/>
              <a:buChar char="■"/>
              <a:defRPr/>
            </a:lvl3pPr>
            <a:lvl4pPr marL="1828800" lvl="3" indent="-298450" algn="l">
              <a:lnSpc>
                <a:spcPct val="115000"/>
              </a:lnSpc>
              <a:spcBef>
                <a:spcPts val="0"/>
              </a:spcBef>
              <a:spcAft>
                <a:spcPts val="0"/>
              </a:spcAft>
              <a:buClr>
                <a:schemeClr val="dk1"/>
              </a:buClr>
              <a:buSzPts val="1100"/>
              <a:buChar char="●"/>
              <a:defRPr/>
            </a:lvl4pPr>
            <a:lvl5pPr marL="2286000" lvl="4" indent="-298450" algn="l">
              <a:lnSpc>
                <a:spcPct val="115000"/>
              </a:lnSpc>
              <a:spcBef>
                <a:spcPts val="0"/>
              </a:spcBef>
              <a:spcAft>
                <a:spcPts val="0"/>
              </a:spcAft>
              <a:buClr>
                <a:schemeClr val="dk1"/>
              </a:buClr>
              <a:buSzPts val="1100"/>
              <a:buChar char="○"/>
              <a:defRPr/>
            </a:lvl5pPr>
            <a:lvl6pPr marL="2743200" lvl="5" indent="-298450" algn="l">
              <a:lnSpc>
                <a:spcPct val="115000"/>
              </a:lnSpc>
              <a:spcBef>
                <a:spcPts val="0"/>
              </a:spcBef>
              <a:spcAft>
                <a:spcPts val="0"/>
              </a:spcAft>
              <a:buClr>
                <a:schemeClr val="dk1"/>
              </a:buClr>
              <a:buSzPts val="1100"/>
              <a:buChar char="■"/>
              <a:defRPr/>
            </a:lvl6pPr>
            <a:lvl7pPr marL="3200400" lvl="6" indent="-298450" algn="l">
              <a:lnSpc>
                <a:spcPct val="115000"/>
              </a:lnSpc>
              <a:spcBef>
                <a:spcPts val="0"/>
              </a:spcBef>
              <a:spcAft>
                <a:spcPts val="0"/>
              </a:spcAft>
              <a:buClr>
                <a:schemeClr val="dk1"/>
              </a:buClr>
              <a:buSzPts val="1100"/>
              <a:buChar char="●"/>
              <a:defRPr/>
            </a:lvl7pPr>
            <a:lvl8pPr marL="3657600" lvl="7" indent="-298450" algn="l">
              <a:lnSpc>
                <a:spcPct val="115000"/>
              </a:lnSpc>
              <a:spcBef>
                <a:spcPts val="0"/>
              </a:spcBef>
              <a:spcAft>
                <a:spcPts val="0"/>
              </a:spcAft>
              <a:buClr>
                <a:schemeClr val="dk1"/>
              </a:buClr>
              <a:buSzPts val="1100"/>
              <a:buChar char="○"/>
              <a:defRPr/>
            </a:lvl8pPr>
            <a:lvl9pPr marL="4114800" lvl="8" indent="-298450" algn="l">
              <a:lnSpc>
                <a:spcPct val="115000"/>
              </a:lnSpc>
              <a:spcBef>
                <a:spcPts val="0"/>
              </a:spcBef>
              <a:spcAft>
                <a:spcPts val="0"/>
              </a:spcAft>
              <a:buClr>
                <a:schemeClr val="dk1"/>
              </a:buClr>
              <a:buSzPts val="1100"/>
              <a:buChar char="■"/>
              <a:defRPr/>
            </a:lvl9pPr>
          </a:lstStyle>
          <a:p>
            <a:endParaRPr/>
          </a:p>
        </p:txBody>
      </p:sp>
      <p:sp>
        <p:nvSpPr>
          <p:cNvPr id="353" name="Google Shape;353;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4"/>
        <p:cNvGrpSpPr/>
        <p:nvPr/>
      </p:nvGrpSpPr>
      <p:grpSpPr>
        <a:xfrm>
          <a:off x="0" y="0"/>
          <a:ext cx="0" cy="0"/>
          <a:chOff x="0" y="0"/>
          <a:chExt cx="0" cy="0"/>
        </a:xfrm>
      </p:grpSpPr>
      <p:sp>
        <p:nvSpPr>
          <p:cNvPr id="355" name="Google Shape;355;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382000" cy="857250"/>
          </a:xfrm>
        </p:spPr>
        <p:txBody>
          <a:bodyPr/>
          <a:lstStyle/>
          <a:p>
            <a:r>
              <a:rPr lang="en-US"/>
              <a:t>Click to edit Master title style</a:t>
            </a:r>
          </a:p>
        </p:txBody>
      </p:sp>
      <p:sp>
        <p:nvSpPr>
          <p:cNvPr id="3" name="Content Placeholder 2"/>
          <p:cNvSpPr>
            <a:spLocks noGrp="1"/>
          </p:cNvSpPr>
          <p:nvPr>
            <p:ph idx="1"/>
          </p:nvPr>
        </p:nvSpPr>
        <p:spPr>
          <a:xfrm>
            <a:off x="381000" y="857250"/>
            <a:ext cx="8382000" cy="3771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1">
            <a:extLst>
              <a:ext uri="{FF2B5EF4-FFF2-40B4-BE49-F238E27FC236}">
                <a16:creationId xmlns:a16="http://schemas.microsoft.com/office/drawing/2014/main" id="{BF840045-53C2-449D-82F0-164420CD5D22}"/>
              </a:ext>
            </a:extLst>
          </p:cNvPr>
          <p:cNvSpPr>
            <a:spLocks noGrp="1"/>
          </p:cNvSpPr>
          <p:nvPr>
            <p:ph type="sldNum" sz="quarter" idx="4"/>
          </p:nvPr>
        </p:nvSpPr>
        <p:spPr>
          <a:xfrm>
            <a:off x="7086600" y="-2164"/>
            <a:ext cx="2057400" cy="273844"/>
          </a:xfrm>
          <a:prstGeom prst="rect">
            <a:avLst/>
          </a:prstGeom>
        </p:spPr>
        <p:txBody>
          <a:bodyPr vert="horz" lIns="91440" tIns="45720" rIns="91440" bIns="45720" rtlCol="0" anchor="ctr"/>
          <a:lstStyle>
            <a:lvl1pPr algn="r">
              <a:defRPr sz="900">
                <a:solidFill>
                  <a:schemeClr val="tx1">
                    <a:tint val="75000"/>
                  </a:schemeClr>
                </a:solidFill>
                <a:latin typeface="+mn-lt"/>
              </a:defRPr>
            </a:lvl1pPr>
          </a:lstStyle>
          <a:p>
            <a:fld id="{A48AF087-BD35-42CD-BDE1-5464FFCAAE3F}" type="slidenum">
              <a:rPr lang="en-US" smtClean="0"/>
              <a:t>‹#›</a:t>
            </a:fld>
            <a:endParaRPr lang="en-US"/>
          </a:p>
        </p:txBody>
      </p:sp>
    </p:spTree>
    <p:extLst>
      <p:ext uri="{BB962C8B-B14F-4D97-AF65-F5344CB8AC3E}">
        <p14:creationId xmlns:p14="http://schemas.microsoft.com/office/powerpoint/2010/main" val="254930084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36">
            <a:alphaModFix/>
          </a:blip>
          <a:srcRect l="26274" t="67"/>
          <a:stretch/>
        </p:blipFill>
        <p:spPr>
          <a:xfrm>
            <a:off x="7821386" y="308611"/>
            <a:ext cx="911133" cy="358278"/>
          </a:xfrm>
          <a:prstGeom prst="rect">
            <a:avLst/>
          </a:prstGeom>
          <a:noFill/>
          <a:ln>
            <a:noFill/>
          </a:ln>
        </p:spPr>
      </p:pic>
      <p:sp>
        <p:nvSpPr>
          <p:cNvPr id="7" name="Google Shape;7;p1"/>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
          <p:cNvSpPr txBox="1">
            <a:spLocks noGrp="1"/>
          </p:cNvSpPr>
          <p:nvPr>
            <p:ph type="body" idx="1"/>
          </p:nvPr>
        </p:nvSpPr>
        <p:spPr>
          <a:xfrm>
            <a:off x="411479" y="1200149"/>
            <a:ext cx="8321040" cy="3429000"/>
          </a:xfrm>
          <a:prstGeom prst="rect">
            <a:avLst/>
          </a:prstGeom>
          <a:noFill/>
          <a:ln>
            <a:noFill/>
          </a:ln>
        </p:spPr>
        <p:txBody>
          <a:bodyPr spcFirstLastPara="1" wrap="square" lIns="0" tIns="0" rIns="0" bIns="0" anchor="t" anchorCtr="0">
            <a:noAutofit/>
          </a:bodyPr>
          <a:lstStyle>
            <a:lvl1pPr marL="457200" marR="0" lvl="0" indent="-309562" algn="l" rtl="0">
              <a:lnSpc>
                <a:spcPct val="95000"/>
              </a:lnSpc>
              <a:spcBef>
                <a:spcPts val="750"/>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1pPr>
            <a:lvl2pPr marL="914400" marR="0" lvl="1"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2pPr>
            <a:lvl3pPr marL="1371600" marR="0" lvl="2"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3pPr>
            <a:lvl4pPr marL="1828800" marR="0" lvl="3"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4pPr>
            <a:lvl5pPr marL="2286000" marR="0" lvl="4"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5pPr>
            <a:lvl6pPr marL="2743200" marR="0" lvl="5"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6pPr>
            <a:lvl7pPr marL="3200400" marR="0" lvl="6"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7pPr>
            <a:lvl8pPr marL="3657600" marR="0" lvl="7"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8pPr>
            <a:lvl9pPr marL="4114800" marR="0" lvl="8"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9pPr>
          </a:lstStyle>
          <a:p>
            <a:endParaRPr/>
          </a:p>
        </p:txBody>
      </p:sp>
      <p:sp>
        <p:nvSpPr>
          <p:cNvPr id="9" name="Google Shape;9;p1"/>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10" name="Google Shape;10;p1"/>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11" name="Google Shape;11;p1"/>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marR="0" lvl="0" algn="l" rtl="0">
              <a:spcBef>
                <a:spcPts val="0"/>
              </a:spcBef>
              <a:spcAft>
                <a:spcPts val="0"/>
              </a:spcAft>
              <a:buSzPts val="1400"/>
              <a:buNone/>
              <a:defRPr sz="525"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marR="0" lvl="0"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1pPr>
            <a:lvl2pPr marL="0" marR="0" lvl="1"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2pPr>
            <a:lvl3pPr marL="0" marR="0" lvl="2"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3pPr>
            <a:lvl4pPr marL="0" marR="0" lvl="3"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4pPr>
            <a:lvl5pPr marL="0" marR="0" lvl="4"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5pPr>
            <a:lvl6pPr marL="0" marR="0" lvl="5"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6pPr>
            <a:lvl7pPr marL="0" marR="0" lvl="6"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7pPr>
            <a:lvl8pPr marL="0" marR="0" lvl="7"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8pPr>
            <a:lvl9pPr marL="0" marR="0" lvl="8"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3" name="Google Shape;13;p1" descr="A picture containing icon&#10;&#10;AI-generated content may be incorrect."/>
          <p:cNvPicPr preferRelativeResize="0"/>
          <p:nvPr/>
        </p:nvPicPr>
        <p:blipFill rotWithShape="1">
          <a:blip r:embed="rId37">
            <a:alphaModFix/>
          </a:blip>
          <a:srcRect/>
          <a:stretch/>
        </p:blipFill>
        <p:spPr>
          <a:xfrm>
            <a:off x="7444515" y="318065"/>
            <a:ext cx="376871" cy="35827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 id="2147483679" r:id="rId30"/>
    <p:sldLayoutId id="2147483680" r:id="rId31"/>
    <p:sldLayoutId id="2147483681" r:id="rId32"/>
    <p:sldLayoutId id="2147483682" r:id="rId33"/>
    <p:sldLayoutId id="2147483685"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5" pos="1018">
          <p15:clr>
            <a:srgbClr val="A4A3A4"/>
          </p15:clr>
        </p15:guide>
        <p15:guide id="6" pos="1248">
          <p15:clr>
            <a:srgbClr val="A4A3A4"/>
          </p15:clr>
        </p15:guide>
        <p15:guide id="7" pos="2148">
          <p15:clr>
            <a:srgbClr val="A4A3A4"/>
          </p15:clr>
        </p15:guide>
        <p15:guide id="8" pos="3052">
          <p15:clr>
            <a:srgbClr val="A4A3A4"/>
          </p15:clr>
        </p15:guide>
        <p15:guide id="9" pos="3954">
          <p15:clr>
            <a:srgbClr val="A4A3A4"/>
          </p15:clr>
        </p15:guide>
        <p15:guide id="10" pos="3724">
          <p15:clr>
            <a:srgbClr val="A4A3A4"/>
          </p15:clr>
        </p15:guide>
        <p15:guide id="11" pos="4858">
          <p15:clr>
            <a:srgbClr val="A4A3A4"/>
          </p15:clr>
        </p15:guide>
        <p15:guide id="12" pos="5784">
          <p15:clr>
            <a:srgbClr val="A4A3A4"/>
          </p15:clr>
        </p15:guide>
        <p15:guide id="13" pos="6660">
          <p15:clr>
            <a:srgbClr val="A4A3A4"/>
          </p15:clr>
        </p15:guide>
        <p15:guide id="14" pos="1920">
          <p15:clr>
            <a:srgbClr val="A4A3A4"/>
          </p15:clr>
        </p15:guide>
        <p15:guide id="15" pos="2822">
          <p15:clr>
            <a:srgbClr val="A4A3A4"/>
          </p15:clr>
        </p15:guide>
        <p15:guide id="16" pos="4626">
          <p15:clr>
            <a:srgbClr val="A4A3A4"/>
          </p15:clr>
        </p15:guide>
        <p15:guide id="17" pos="5530">
          <p15:clr>
            <a:srgbClr val="A4A3A4"/>
          </p15:clr>
        </p15:guide>
        <p15:guide id="18" pos="6434">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4.xml"/><Relationship Id="rId1" Type="http://schemas.openxmlformats.org/officeDocument/2006/relationships/video" Target="https://www.youtube.com/embed/0Kvw2BPKjz0?feature=oembed" TargetMode="Externa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Cognitive_bias" TargetMode="External"/><Relationship Id="rId2" Type="http://schemas.openxmlformats.org/officeDocument/2006/relationships/notesSlide" Target="../notesSlides/notesSlide3.xml"/><Relationship Id="rId1" Type="http://schemas.openxmlformats.org/officeDocument/2006/relationships/slideLayout" Target="../slideLayouts/slideLayout34.xml"/><Relationship Id="rId4" Type="http://schemas.openxmlformats.org/officeDocument/2006/relationships/hyperlink" Target="https://en.wikipedia.org/wiki/Ability"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3" Type="http://schemas.openxmlformats.org/officeDocument/2006/relationships/hyperlink" Target="https://docs.python.org/3/library/random.html" TargetMode="External"/><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3" Type="http://schemas.openxmlformats.org/officeDocument/2006/relationships/hyperlink" Target="https://docs.python.org/3/library/math.html" TargetMode="External"/><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4" name="Text Placeholder 3">
            <a:extLst>
              <a:ext uri="{FF2B5EF4-FFF2-40B4-BE49-F238E27FC236}">
                <a16:creationId xmlns:a16="http://schemas.microsoft.com/office/drawing/2014/main" id="{3F070E2C-C69B-CF2A-4AFC-23A14A6A0794}"/>
              </a:ext>
            </a:extLst>
          </p:cNvPr>
          <p:cNvSpPr>
            <a:spLocks noGrp="1"/>
          </p:cNvSpPr>
          <p:nvPr>
            <p:ph type="body" idx="1"/>
          </p:nvPr>
        </p:nvSpPr>
        <p:spPr/>
        <p:txBody>
          <a:bodyPr/>
          <a:lstStyle/>
          <a:p>
            <a:endParaRPr lang="en-US"/>
          </a:p>
        </p:txBody>
      </p:sp>
      <p:sp>
        <p:nvSpPr>
          <p:cNvPr id="5" name="Text Placeholder 4">
            <a:extLst>
              <a:ext uri="{FF2B5EF4-FFF2-40B4-BE49-F238E27FC236}">
                <a16:creationId xmlns:a16="http://schemas.microsoft.com/office/drawing/2014/main" id="{6EFD8E2E-8543-A688-763B-E884BB31846B}"/>
              </a:ext>
            </a:extLst>
          </p:cNvPr>
          <p:cNvSpPr>
            <a:spLocks noGrp="1"/>
          </p:cNvSpPr>
          <p:nvPr>
            <p:ph type="body" idx="2"/>
          </p:nvPr>
        </p:nvSpPr>
        <p:spPr/>
        <p:txBody>
          <a:bodyPr/>
          <a:lstStyle/>
          <a:p>
            <a:endParaRPr lang="en-US"/>
          </a:p>
        </p:txBody>
      </p:sp>
      <p:sp>
        <p:nvSpPr>
          <p:cNvPr id="6" name="Text Placeholder 5">
            <a:extLst>
              <a:ext uri="{FF2B5EF4-FFF2-40B4-BE49-F238E27FC236}">
                <a16:creationId xmlns:a16="http://schemas.microsoft.com/office/drawing/2014/main" id="{2230D199-3936-A1F3-B0EB-089330973D56}"/>
              </a:ext>
            </a:extLst>
          </p:cNvPr>
          <p:cNvSpPr>
            <a:spLocks noGrp="1"/>
          </p:cNvSpPr>
          <p:nvPr>
            <p:ph type="body" idx="3"/>
          </p:nvPr>
        </p:nvSpPr>
        <p:spPr/>
        <p:txBody>
          <a:bodyPr/>
          <a:lstStyle/>
          <a:p>
            <a:endParaRPr lang="en-US"/>
          </a:p>
        </p:txBody>
      </p:sp>
      <p:sp>
        <p:nvSpPr>
          <p:cNvPr id="7" name="Text Placeholder 6">
            <a:extLst>
              <a:ext uri="{FF2B5EF4-FFF2-40B4-BE49-F238E27FC236}">
                <a16:creationId xmlns:a16="http://schemas.microsoft.com/office/drawing/2014/main" id="{846C0D10-A9D9-A711-D381-3D00C47E0FBF}"/>
              </a:ext>
            </a:extLst>
          </p:cNvPr>
          <p:cNvSpPr>
            <a:spLocks noGrp="1"/>
          </p:cNvSpPr>
          <p:nvPr>
            <p:ph type="body" idx="4"/>
          </p:nvPr>
        </p:nvSpPr>
        <p:spPr/>
        <p:txBody>
          <a:bodyPr/>
          <a:lstStyle/>
          <a:p>
            <a:endParaRPr lang="en-US"/>
          </a:p>
        </p:txBody>
      </p:sp>
      <p:sp>
        <p:nvSpPr>
          <p:cNvPr id="8" name="Text Placeholder 7">
            <a:extLst>
              <a:ext uri="{FF2B5EF4-FFF2-40B4-BE49-F238E27FC236}">
                <a16:creationId xmlns:a16="http://schemas.microsoft.com/office/drawing/2014/main" id="{48D0B74B-73C2-B2A1-57AF-63998F4A4F49}"/>
              </a:ext>
            </a:extLst>
          </p:cNvPr>
          <p:cNvSpPr>
            <a:spLocks noGrp="1"/>
          </p:cNvSpPr>
          <p:nvPr>
            <p:ph type="body" idx="5"/>
          </p:nvPr>
        </p:nvSpPr>
        <p:spPr/>
        <p:txBody>
          <a:bodyPr/>
          <a:lstStyle/>
          <a:p>
            <a:endParaRPr lang="en-US"/>
          </a:p>
        </p:txBody>
      </p:sp>
      <p:sp>
        <p:nvSpPr>
          <p:cNvPr id="9" name="Text Placeholder 8">
            <a:extLst>
              <a:ext uri="{FF2B5EF4-FFF2-40B4-BE49-F238E27FC236}">
                <a16:creationId xmlns:a16="http://schemas.microsoft.com/office/drawing/2014/main" id="{39903D50-9478-61DD-97EF-868FFEC1A203}"/>
              </a:ext>
            </a:extLst>
          </p:cNvPr>
          <p:cNvSpPr>
            <a:spLocks noGrp="1"/>
          </p:cNvSpPr>
          <p:nvPr>
            <p:ph type="body" idx="6"/>
          </p:nvPr>
        </p:nvSpPr>
        <p:spPr/>
        <p:txBody>
          <a:bodyPr/>
          <a:lstStyle/>
          <a:p>
            <a:endParaRPr lang="en-US"/>
          </a:p>
        </p:txBody>
      </p:sp>
      <p:sp>
        <p:nvSpPr>
          <p:cNvPr id="10" name="Text Placeholder 9">
            <a:extLst>
              <a:ext uri="{FF2B5EF4-FFF2-40B4-BE49-F238E27FC236}">
                <a16:creationId xmlns:a16="http://schemas.microsoft.com/office/drawing/2014/main" id="{AE0195E4-F595-93CB-A46C-7430AD0680AD}"/>
              </a:ext>
            </a:extLst>
          </p:cNvPr>
          <p:cNvSpPr>
            <a:spLocks noGrp="1"/>
          </p:cNvSpPr>
          <p:nvPr>
            <p:ph type="body" idx="7"/>
          </p:nvPr>
        </p:nvSpPr>
        <p:spPr/>
        <p:txBody>
          <a:bodyPr/>
          <a:lstStyle/>
          <a:p>
            <a:endParaRPr lang="en-US"/>
          </a:p>
        </p:txBody>
      </p:sp>
      <p:sp>
        <p:nvSpPr>
          <p:cNvPr id="11" name="Text Placeholder 10">
            <a:extLst>
              <a:ext uri="{FF2B5EF4-FFF2-40B4-BE49-F238E27FC236}">
                <a16:creationId xmlns:a16="http://schemas.microsoft.com/office/drawing/2014/main" id="{5B959FF5-1EE2-7B58-60C8-30418EF2E627}"/>
              </a:ext>
            </a:extLst>
          </p:cNvPr>
          <p:cNvSpPr>
            <a:spLocks noGrp="1"/>
          </p:cNvSpPr>
          <p:nvPr>
            <p:ph type="body" idx="8"/>
          </p:nvPr>
        </p:nvSpPr>
        <p:spPr/>
        <p:txBody>
          <a:bodyPr/>
          <a:lstStyle/>
          <a:p>
            <a:endParaRPr lang="en-US"/>
          </a:p>
        </p:txBody>
      </p:sp>
      <p:sp>
        <p:nvSpPr>
          <p:cNvPr id="12" name="Text Placeholder 11">
            <a:extLst>
              <a:ext uri="{FF2B5EF4-FFF2-40B4-BE49-F238E27FC236}">
                <a16:creationId xmlns:a16="http://schemas.microsoft.com/office/drawing/2014/main" id="{BD2EDCAF-FCD3-27B6-7A7D-482980E30A32}"/>
              </a:ext>
            </a:extLst>
          </p:cNvPr>
          <p:cNvSpPr>
            <a:spLocks noGrp="1"/>
          </p:cNvSpPr>
          <p:nvPr>
            <p:ph type="body" idx="9"/>
          </p:nvPr>
        </p:nvSpPr>
        <p:spPr/>
        <p:txBody>
          <a:bodyPr/>
          <a:lstStyle/>
          <a:p>
            <a:endParaRPr lang="en-US"/>
          </a:p>
        </p:txBody>
      </p:sp>
      <p:sp>
        <p:nvSpPr>
          <p:cNvPr id="13" name="Text Placeholder 12">
            <a:extLst>
              <a:ext uri="{FF2B5EF4-FFF2-40B4-BE49-F238E27FC236}">
                <a16:creationId xmlns:a16="http://schemas.microsoft.com/office/drawing/2014/main" id="{B30A370C-AC35-54DB-180E-CF84A6DE97E5}"/>
              </a:ext>
            </a:extLst>
          </p:cNvPr>
          <p:cNvSpPr>
            <a:spLocks noGrp="1"/>
          </p:cNvSpPr>
          <p:nvPr>
            <p:ph type="body" idx="13"/>
          </p:nvPr>
        </p:nvSpPr>
        <p:spPr/>
        <p:txBody>
          <a:bodyPr/>
          <a:lstStyle/>
          <a:p>
            <a:endParaRPr lang="en-US"/>
          </a:p>
        </p:txBody>
      </p:sp>
      <p:sp>
        <p:nvSpPr>
          <p:cNvPr id="377" name="Google Shape;377;p39"/>
          <p:cNvSpPr txBox="1">
            <a:spLocks noGrp="1"/>
          </p:cNvSpPr>
          <p:nvPr>
            <p:ph type="ctrTitle"/>
          </p:nvPr>
        </p:nvSpPr>
        <p:spPr>
          <a:noFill/>
          <a:ln>
            <a:noFill/>
          </a:ln>
        </p:spPr>
        <p:txBody>
          <a:bodyPr spcFirstLastPara="1" wrap="square" lIns="91425" tIns="91425" rIns="91425" bIns="91425" anchor="t" anchorCtr="0">
            <a:normAutofit/>
          </a:bodyPr>
          <a:lstStyle/>
          <a:p>
            <a:pPr lvl="0"/>
            <a:r>
              <a:rPr lang="en-US" dirty="0">
                <a:solidFill>
                  <a:schemeClr val="bg1"/>
                </a:solidFill>
              </a:rPr>
              <a:t>Functions</a:t>
            </a:r>
          </a:p>
        </p:txBody>
      </p:sp>
      <p:sp>
        <p:nvSpPr>
          <p:cNvPr id="14" name="Subtitle 13">
            <a:extLst>
              <a:ext uri="{FF2B5EF4-FFF2-40B4-BE49-F238E27FC236}">
                <a16:creationId xmlns:a16="http://schemas.microsoft.com/office/drawing/2014/main" id="{375DF464-1047-E0FE-E481-3664C51B5C5B}"/>
              </a:ext>
            </a:extLst>
          </p:cNvPr>
          <p:cNvSpPr>
            <a:spLocks noGrp="1"/>
          </p:cNvSpPr>
          <p:nvPr>
            <p:ph type="subTitle" idx="14"/>
          </p:nvPr>
        </p:nvSpPr>
        <p:spPr/>
        <p:txBody>
          <a:bodyPr/>
          <a:lstStyle/>
          <a:p>
            <a:endParaRPr lang="en-US" dirty="0"/>
          </a:p>
        </p:txBody>
      </p:sp>
      <p:sp>
        <p:nvSpPr>
          <p:cNvPr id="15" name="Text Placeholder 14">
            <a:extLst>
              <a:ext uri="{FF2B5EF4-FFF2-40B4-BE49-F238E27FC236}">
                <a16:creationId xmlns:a16="http://schemas.microsoft.com/office/drawing/2014/main" id="{ED1E60D9-3A05-7A61-72B6-7F9C21F9F660}"/>
              </a:ext>
            </a:extLst>
          </p:cNvPr>
          <p:cNvSpPr>
            <a:spLocks noGrp="1"/>
          </p:cNvSpPr>
          <p:nvPr>
            <p:ph type="body" idx="15"/>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9D20E-BD9A-847F-707A-41F7A86C8D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869BD9-8066-F6DB-BC59-621195265012}"/>
              </a:ext>
            </a:extLst>
          </p:cNvPr>
          <p:cNvSpPr>
            <a:spLocks noGrp="1"/>
          </p:cNvSpPr>
          <p:nvPr>
            <p:ph type="title"/>
          </p:nvPr>
        </p:nvSpPr>
        <p:spPr/>
        <p:txBody>
          <a:bodyPr/>
          <a:lstStyle/>
          <a:p>
            <a:br>
              <a:rPr lang="en-US" dirty="0"/>
            </a:br>
            <a:r>
              <a:rPr lang="en-US" dirty="0"/>
              <a:t>Motivation</a:t>
            </a:r>
          </a:p>
        </p:txBody>
      </p:sp>
      <p:pic>
        <p:nvPicPr>
          <p:cNvPr id="3" name="Online Media 2" title="Parkour PARKOUR - The Office US">
            <a:hlinkClick r:id="" action="ppaction://media"/>
            <a:extLst>
              <a:ext uri="{FF2B5EF4-FFF2-40B4-BE49-F238E27FC236}">
                <a16:creationId xmlns:a16="http://schemas.microsoft.com/office/drawing/2014/main" id="{FA0752D9-62DB-4F2A-4CBE-93C77F0E189F}"/>
              </a:ext>
            </a:extLst>
          </p:cNvPr>
          <p:cNvPicPr>
            <a:picLocks noRot="1" noChangeAspect="1"/>
          </p:cNvPicPr>
          <p:nvPr>
            <a:videoFile r:link="rId1"/>
          </p:nvPr>
        </p:nvPicPr>
        <p:blipFill>
          <a:blip r:embed="rId4"/>
          <a:stretch>
            <a:fillRect/>
          </a:stretch>
        </p:blipFill>
        <p:spPr>
          <a:xfrm>
            <a:off x="981308" y="754072"/>
            <a:ext cx="7019500" cy="3965681"/>
          </a:xfrm>
          <a:prstGeom prst="rect">
            <a:avLst/>
          </a:prstGeom>
        </p:spPr>
      </p:pic>
    </p:spTree>
    <p:extLst>
      <p:ext uri="{BB962C8B-B14F-4D97-AF65-F5344CB8AC3E}">
        <p14:creationId xmlns:p14="http://schemas.microsoft.com/office/powerpoint/2010/main" val="2254684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90356-D218-05C2-9300-A24D000265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68B425-1482-C9DD-32B8-CFBBAA424ABB}"/>
              </a:ext>
            </a:extLst>
          </p:cNvPr>
          <p:cNvSpPr>
            <a:spLocks noGrp="1"/>
          </p:cNvSpPr>
          <p:nvPr>
            <p:ph type="title"/>
          </p:nvPr>
        </p:nvSpPr>
        <p:spPr/>
        <p:txBody>
          <a:bodyPr/>
          <a:lstStyle/>
          <a:p>
            <a:br>
              <a:rPr lang="en-US" dirty="0"/>
            </a:br>
            <a:r>
              <a:rPr lang="en-US" dirty="0"/>
              <a:t>The Dunning-Kruger effect</a:t>
            </a:r>
          </a:p>
        </p:txBody>
      </p:sp>
      <p:sp>
        <p:nvSpPr>
          <p:cNvPr id="5" name="TextBox 4">
            <a:extLst>
              <a:ext uri="{FF2B5EF4-FFF2-40B4-BE49-F238E27FC236}">
                <a16:creationId xmlns:a16="http://schemas.microsoft.com/office/drawing/2014/main" id="{978A391B-E79C-E6BA-632B-BBA6798E6682}"/>
              </a:ext>
            </a:extLst>
          </p:cNvPr>
          <p:cNvSpPr txBox="1"/>
          <p:nvPr/>
        </p:nvSpPr>
        <p:spPr>
          <a:xfrm>
            <a:off x="1274956" y="2094696"/>
            <a:ext cx="6477000" cy="1169551"/>
          </a:xfrm>
          <a:prstGeom prst="rect">
            <a:avLst/>
          </a:prstGeom>
          <a:noFill/>
        </p:spPr>
        <p:txBody>
          <a:bodyPr wrap="square">
            <a:spAutoFit/>
          </a:bodyPr>
          <a:lstStyle/>
          <a:p>
            <a:r>
              <a:rPr lang="en-US" b="0" i="0" dirty="0">
                <a:solidFill>
                  <a:srgbClr val="202122"/>
                </a:solidFill>
                <a:effectLst/>
                <a:latin typeface="Arial" panose="020B0604020202020204" pitchFamily="34" charset="0"/>
              </a:rPr>
              <a:t>The </a:t>
            </a:r>
            <a:r>
              <a:rPr lang="en-US" b="1" i="0" dirty="0">
                <a:solidFill>
                  <a:srgbClr val="202122"/>
                </a:solidFill>
                <a:effectLst/>
                <a:latin typeface="Arial" panose="020B0604020202020204" pitchFamily="34" charset="0"/>
              </a:rPr>
              <a:t>Dunning–Kruger effect</a:t>
            </a:r>
            <a:r>
              <a:rPr lang="en-US" b="0" i="0" dirty="0">
                <a:solidFill>
                  <a:srgbClr val="202122"/>
                </a:solidFill>
                <a:effectLst/>
                <a:latin typeface="Arial" panose="020B0604020202020204" pitchFamily="34" charset="0"/>
              </a:rPr>
              <a:t> is a </a:t>
            </a:r>
            <a:r>
              <a:rPr lang="en-US" b="0" i="0" u="none" strike="noStrike" dirty="0">
                <a:solidFill>
                  <a:srgbClr val="3366CC"/>
                </a:solidFill>
                <a:effectLst/>
                <a:latin typeface="Arial" panose="020B0604020202020204" pitchFamily="34" charset="0"/>
                <a:hlinkClick r:id="rId3" tooltip="Cognitive bias"/>
              </a:rPr>
              <a:t>cognitive bias</a:t>
            </a:r>
            <a:r>
              <a:rPr lang="en-US" b="0" i="0" dirty="0">
                <a:solidFill>
                  <a:srgbClr val="202122"/>
                </a:solidFill>
                <a:effectLst/>
                <a:latin typeface="Arial" panose="020B0604020202020204" pitchFamily="34" charset="0"/>
              </a:rPr>
              <a:t> that describes the systematic tendency of people with low </a:t>
            </a:r>
            <a:r>
              <a:rPr lang="en-US" b="0" i="0" u="none" strike="noStrike" dirty="0">
                <a:solidFill>
                  <a:srgbClr val="3366CC"/>
                </a:solidFill>
                <a:effectLst/>
                <a:latin typeface="Arial" panose="020B0604020202020204" pitchFamily="34" charset="0"/>
                <a:hlinkClick r:id="rId4" tooltip="Ability"/>
              </a:rPr>
              <a:t>ability</a:t>
            </a:r>
            <a:r>
              <a:rPr lang="en-US" b="0" i="0" dirty="0">
                <a:solidFill>
                  <a:srgbClr val="202122"/>
                </a:solidFill>
                <a:effectLst/>
                <a:latin typeface="Arial" panose="020B0604020202020204" pitchFamily="34" charset="0"/>
              </a:rPr>
              <a:t> in a specific area to give overly positive assessments of this ability. </a:t>
            </a:r>
          </a:p>
          <a:p>
            <a:endParaRPr lang="en-US" dirty="0">
              <a:solidFill>
                <a:srgbClr val="202122"/>
              </a:solidFill>
              <a:latin typeface="Arial" panose="020B0604020202020204" pitchFamily="34" charset="0"/>
            </a:endParaRPr>
          </a:p>
          <a:p>
            <a:r>
              <a:rPr lang="en-US" dirty="0">
                <a:solidFill>
                  <a:srgbClr val="202122"/>
                </a:solidFill>
                <a:latin typeface="Arial" panose="020B0604020202020204" pitchFamily="34" charset="0"/>
              </a:rPr>
              <a:t>Keep pushing yourself.  Even if you think you’re great.</a:t>
            </a:r>
            <a:endParaRPr lang="en-US" dirty="0"/>
          </a:p>
        </p:txBody>
      </p:sp>
    </p:spTree>
    <p:extLst>
      <p:ext uri="{BB962C8B-B14F-4D97-AF65-F5344CB8AC3E}">
        <p14:creationId xmlns:p14="http://schemas.microsoft.com/office/powerpoint/2010/main" val="2883852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D87CF-5E92-D709-ADC1-CD5AB2C3F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BB9CF-99E0-34C2-13BD-CE711791B329}"/>
              </a:ext>
            </a:extLst>
          </p:cNvPr>
          <p:cNvSpPr>
            <a:spLocks noGrp="1"/>
          </p:cNvSpPr>
          <p:nvPr>
            <p:ph type="title"/>
          </p:nvPr>
        </p:nvSpPr>
        <p:spPr/>
        <p:txBody>
          <a:bodyPr/>
          <a:lstStyle/>
          <a:p>
            <a:br>
              <a:rPr lang="en-US" dirty="0"/>
            </a:br>
            <a:r>
              <a:rPr lang="en-US" dirty="0"/>
              <a:t>Course Schedule</a:t>
            </a:r>
          </a:p>
        </p:txBody>
      </p:sp>
      <p:pic>
        <p:nvPicPr>
          <p:cNvPr id="7" name="Content Placeholder 6">
            <a:extLst>
              <a:ext uri="{FF2B5EF4-FFF2-40B4-BE49-F238E27FC236}">
                <a16:creationId xmlns:a16="http://schemas.microsoft.com/office/drawing/2014/main" id="{D6C03BA8-C242-A7E3-06B9-2FDDD142A3E2}"/>
              </a:ext>
            </a:extLst>
          </p:cNvPr>
          <p:cNvPicPr>
            <a:picLocks noGrp="1" noChangeAspect="1"/>
          </p:cNvPicPr>
          <p:nvPr>
            <p:ph idx="1"/>
          </p:nvPr>
        </p:nvPicPr>
        <p:blipFill>
          <a:blip r:embed="rId3"/>
          <a:stretch>
            <a:fillRect/>
          </a:stretch>
        </p:blipFill>
        <p:spPr>
          <a:xfrm>
            <a:off x="381000" y="989100"/>
            <a:ext cx="8382000" cy="3716356"/>
          </a:xfrm>
          <a:prstGeom prst="rect">
            <a:avLst/>
          </a:prstGeom>
          <a:noFill/>
          <a:ln>
            <a:noFill/>
          </a:ln>
        </p:spPr>
      </p:pic>
      <p:sp>
        <p:nvSpPr>
          <p:cNvPr id="8" name="Rectangle 7">
            <a:extLst>
              <a:ext uri="{FF2B5EF4-FFF2-40B4-BE49-F238E27FC236}">
                <a16:creationId xmlns:a16="http://schemas.microsoft.com/office/drawing/2014/main" id="{0C366FE1-DAFA-E7EC-025F-E1D1E8686851}"/>
              </a:ext>
            </a:extLst>
          </p:cNvPr>
          <p:cNvSpPr/>
          <p:nvPr/>
        </p:nvSpPr>
        <p:spPr>
          <a:xfrm>
            <a:off x="148683" y="1925444"/>
            <a:ext cx="4713249" cy="23045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9185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9F51F-ADCA-105D-6A2E-72EBEFFBB4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D0DA68-9A3E-BE02-724E-F79475A2462B}"/>
              </a:ext>
            </a:extLst>
          </p:cNvPr>
          <p:cNvSpPr>
            <a:spLocks noGrp="1"/>
          </p:cNvSpPr>
          <p:nvPr>
            <p:ph type="title"/>
          </p:nvPr>
        </p:nvSpPr>
        <p:spPr>
          <a:xfrm>
            <a:off x="3791414" y="2279146"/>
            <a:ext cx="1438879" cy="585207"/>
          </a:xfrm>
        </p:spPr>
        <p:txBody>
          <a:bodyPr/>
          <a:lstStyle/>
          <a:p>
            <a:r>
              <a:rPr lang="en-US" dirty="0"/>
              <a:t>Review</a:t>
            </a:r>
          </a:p>
        </p:txBody>
      </p:sp>
    </p:spTree>
    <p:extLst>
      <p:ext uri="{BB962C8B-B14F-4D97-AF65-F5344CB8AC3E}">
        <p14:creationId xmlns:p14="http://schemas.microsoft.com/office/powerpoint/2010/main" val="2846455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body" idx="1"/>
          </p:nvPr>
        </p:nvSpPr>
        <p:spPr>
          <a:xfrm>
            <a:off x="311700" y="213675"/>
            <a:ext cx="8520600" cy="47427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 sz="2500" b="1" u="sng" dirty="0"/>
              <a:t>Problem 1</a:t>
            </a:r>
            <a:endParaRPr sz="2500" b="1" u="sng" dirty="0"/>
          </a:p>
          <a:p>
            <a:pPr marL="0" lvl="0" indent="0" algn="l" rtl="0">
              <a:spcBef>
                <a:spcPts val="1200"/>
              </a:spcBef>
              <a:spcAft>
                <a:spcPts val="0"/>
              </a:spcAft>
              <a:buNone/>
            </a:pPr>
            <a:r>
              <a:rPr lang="en" sz="2500" dirty="0"/>
              <a:t>Print the numbers from 1 to 100.  If the number is divisible by 3, print “Fizz” instead of the number.  If it is divisible by 5, print “Buzz” instead of the number.  If it is divisible by both, print “FizzBuzz” instead of the number.</a:t>
            </a:r>
            <a:endParaRPr sz="2500" dirty="0"/>
          </a:p>
          <a:p>
            <a:pPr marL="0" lvl="0" indent="0" algn="l" rtl="0">
              <a:spcBef>
                <a:spcPts val="1200"/>
              </a:spcBef>
              <a:spcAft>
                <a:spcPts val="0"/>
              </a:spcAft>
              <a:buNone/>
            </a:pPr>
            <a:endParaRPr sz="2500" dirty="0"/>
          </a:p>
          <a:p>
            <a:pPr marL="0" lvl="0" indent="0" algn="l" rtl="0">
              <a:spcBef>
                <a:spcPts val="1200"/>
              </a:spcBef>
              <a:spcAft>
                <a:spcPts val="0"/>
              </a:spcAft>
              <a:buNone/>
            </a:pPr>
            <a:r>
              <a:rPr lang="en" sz="2500" b="1" u="sng" dirty="0"/>
              <a:t>Problem 2</a:t>
            </a:r>
            <a:endParaRPr sz="2500" b="1" u="sng" dirty="0"/>
          </a:p>
          <a:p>
            <a:pPr marL="0" lvl="0" indent="0" algn="l" rtl="0">
              <a:spcBef>
                <a:spcPts val="1200"/>
              </a:spcBef>
              <a:spcAft>
                <a:spcPts val="0"/>
              </a:spcAft>
              <a:buNone/>
            </a:pPr>
            <a:r>
              <a:rPr lang="en" sz="2500" dirty="0"/>
              <a:t>Ask the user for “rock”, “paper”, or “scissors”.  Randomly assign the computer’s choice of “rock”, “paper”, or “scissors”. Display whether the user won, lost, or tied.</a:t>
            </a:r>
            <a:endParaRPr sz="2500" dirty="0"/>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body" idx="1"/>
          </p:nvPr>
        </p:nvSpPr>
        <p:spPr>
          <a:xfrm>
            <a:off x="311700" y="213675"/>
            <a:ext cx="8520600" cy="4742700"/>
          </a:xfrm>
          <a:prstGeom prst="rect">
            <a:avLst/>
          </a:prstGeom>
        </p:spPr>
        <p:txBody>
          <a:bodyPr spcFirstLastPara="1" wrap="square" lIns="91425" tIns="91425" rIns="91425" bIns="91425" anchor="t" anchorCtr="0">
            <a:normAutofit fontScale="62500" lnSpcReduction="20000"/>
          </a:bodyPr>
          <a:lstStyle/>
          <a:p>
            <a:pPr marL="0" lvl="0" indent="0" algn="l" rtl="0">
              <a:spcBef>
                <a:spcPts val="0"/>
              </a:spcBef>
              <a:spcAft>
                <a:spcPts val="0"/>
              </a:spcAft>
              <a:buNone/>
            </a:pPr>
            <a:r>
              <a:rPr lang="en" sz="2500" b="1" u="sng"/>
              <a:t>Problem 3</a:t>
            </a:r>
            <a:endParaRPr sz="2500" b="1" u="sng"/>
          </a:p>
          <a:p>
            <a:pPr marL="0" lvl="0" indent="0" algn="l" rtl="0">
              <a:spcBef>
                <a:spcPts val="1200"/>
              </a:spcBef>
              <a:spcAft>
                <a:spcPts val="0"/>
              </a:spcAft>
              <a:buNone/>
            </a:pPr>
            <a:r>
              <a:rPr lang="en" sz="2500"/>
              <a:t>Create a guessing game.  Randomly assign a number from 1 to 100 (using the random module).  Ask the user to guess the number.  If the user guesses higher, display “Too high”.  If the user guesses lower, display “Too low”.  Congratulate the user when they guess the correct number.  Continually ask the user until they get the number correct.</a:t>
            </a:r>
            <a:endParaRPr sz="2500"/>
          </a:p>
          <a:p>
            <a:pPr marL="0" lvl="0" indent="0" algn="l" rtl="0">
              <a:spcBef>
                <a:spcPts val="1200"/>
              </a:spcBef>
              <a:spcAft>
                <a:spcPts val="0"/>
              </a:spcAft>
              <a:buNone/>
            </a:pPr>
            <a:r>
              <a:rPr lang="en" sz="2500" b="1"/>
              <a:t>Bonus:  </a:t>
            </a:r>
            <a:r>
              <a:rPr lang="en" sz="2500"/>
              <a:t>Display to the user how many times they guessed.</a:t>
            </a:r>
            <a:endParaRPr sz="2500"/>
          </a:p>
          <a:p>
            <a:pPr marL="0" lvl="0" indent="0" algn="l" rtl="0">
              <a:spcBef>
                <a:spcPts val="1200"/>
              </a:spcBef>
              <a:spcAft>
                <a:spcPts val="0"/>
              </a:spcAft>
              <a:buNone/>
            </a:pPr>
            <a:endParaRPr sz="2500"/>
          </a:p>
          <a:p>
            <a:pPr marL="0" lvl="0" indent="0" algn="l" rtl="0">
              <a:spcBef>
                <a:spcPts val="1200"/>
              </a:spcBef>
              <a:spcAft>
                <a:spcPts val="0"/>
              </a:spcAft>
              <a:buNone/>
            </a:pPr>
            <a:r>
              <a:rPr lang="en" sz="2500" b="1" u="sng"/>
              <a:t>Problem 4</a:t>
            </a:r>
            <a:r>
              <a:rPr lang="en" sz="2500"/>
              <a:t>:</a:t>
            </a:r>
            <a:endParaRPr sz="2500"/>
          </a:p>
          <a:p>
            <a:pPr marL="0" lvl="0" indent="0" algn="l" rtl="0">
              <a:spcBef>
                <a:spcPts val="1200"/>
              </a:spcBef>
              <a:spcAft>
                <a:spcPts val="0"/>
              </a:spcAft>
              <a:buNone/>
            </a:pPr>
            <a:r>
              <a:rPr lang="en" sz="2500"/>
              <a:t>Write a program to help you track your student’s grades.  Ask the user how many students are in the class.  For each student, ask their name and their grade.  Display the class average.  Display the highest grade in the class. Display the lowest grade in the class.</a:t>
            </a:r>
            <a:endParaRPr sz="2500"/>
          </a:p>
          <a:p>
            <a:pPr marL="0" lvl="0" indent="0" algn="l" rtl="0">
              <a:spcBef>
                <a:spcPts val="1200"/>
              </a:spcBef>
              <a:spcAft>
                <a:spcPts val="0"/>
              </a:spcAft>
              <a:buNone/>
            </a:pPr>
            <a:br>
              <a:rPr lang="en" sz="2500"/>
            </a:br>
            <a:r>
              <a:rPr lang="en" sz="2500" b="1"/>
              <a:t>Bonus:  </a:t>
            </a:r>
            <a:r>
              <a:rPr lang="en" sz="2500"/>
              <a:t>Display who got the highest grade in the class.</a:t>
            </a:r>
            <a:endParaRPr sz="2500"/>
          </a:p>
          <a:p>
            <a:pPr marL="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CF93E-5639-82B9-F48F-8AEF8C9A5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B7CDC2-0AFB-55FB-DF29-1C300D0E861F}"/>
              </a:ext>
            </a:extLst>
          </p:cNvPr>
          <p:cNvSpPr>
            <a:spLocks noGrp="1"/>
          </p:cNvSpPr>
          <p:nvPr>
            <p:ph type="title"/>
          </p:nvPr>
        </p:nvSpPr>
        <p:spPr>
          <a:xfrm>
            <a:off x="3791414" y="2279146"/>
            <a:ext cx="1438879" cy="585207"/>
          </a:xfrm>
        </p:spPr>
        <p:txBody>
          <a:bodyPr/>
          <a:lstStyle/>
          <a:p>
            <a:r>
              <a:rPr lang="en-US" dirty="0"/>
              <a:t>Modules</a:t>
            </a:r>
          </a:p>
        </p:txBody>
      </p:sp>
    </p:spTree>
    <p:extLst>
      <p:ext uri="{BB962C8B-B14F-4D97-AF65-F5344CB8AC3E}">
        <p14:creationId xmlns:p14="http://schemas.microsoft.com/office/powerpoint/2010/main" val="299971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F0E6DB-EE9E-45C5-B784-49ED7052A2EB}"/>
              </a:ext>
            </a:extLst>
          </p:cNvPr>
          <p:cNvSpPr>
            <a:spLocks noGrp="1"/>
          </p:cNvSpPr>
          <p:nvPr>
            <p:ph type="sldNum" sz="quarter" idx="4"/>
          </p:nvPr>
        </p:nvSpPr>
        <p:spPr/>
        <p:txBody>
          <a:bodyPr/>
          <a:lstStyle/>
          <a:p>
            <a:fld id="{71B8893A-F325-44A6-8EFB-883C20332CFE}" type="slidenum">
              <a:rPr lang="en-US" smtClean="0"/>
              <a:pPr/>
              <a:t>9</a:t>
            </a:fld>
            <a:endParaRPr lang="en-US"/>
          </a:p>
        </p:txBody>
      </p:sp>
      <p:sp>
        <p:nvSpPr>
          <p:cNvPr id="3" name="Title 2">
            <a:extLst>
              <a:ext uri="{FF2B5EF4-FFF2-40B4-BE49-F238E27FC236}">
                <a16:creationId xmlns:a16="http://schemas.microsoft.com/office/drawing/2014/main" id="{DA67ABD9-8A31-4CB9-94E1-A0DA84E71640}"/>
              </a:ext>
            </a:extLst>
          </p:cNvPr>
          <p:cNvSpPr>
            <a:spLocks noGrp="1"/>
          </p:cNvSpPr>
          <p:nvPr>
            <p:ph type="title"/>
          </p:nvPr>
        </p:nvSpPr>
        <p:spPr>
          <a:xfrm>
            <a:off x="381000" y="1857375"/>
            <a:ext cx="8382000" cy="857250"/>
          </a:xfrm>
        </p:spPr>
        <p:txBody>
          <a:bodyPr/>
          <a:lstStyle/>
          <a:p>
            <a:r>
              <a:rPr lang="en-US" dirty="0"/>
              <a:t>What are some built-in Python functions that we have learned about?</a:t>
            </a:r>
          </a:p>
        </p:txBody>
      </p:sp>
    </p:spTree>
    <p:extLst>
      <p:ext uri="{BB962C8B-B14F-4D97-AF65-F5344CB8AC3E}">
        <p14:creationId xmlns:p14="http://schemas.microsoft.com/office/powerpoint/2010/main" val="1359797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F20AC-5077-D85E-BCA1-2B4A57EC154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38265D-0575-AC88-F7A0-071259C3C8D2}"/>
              </a:ext>
            </a:extLst>
          </p:cNvPr>
          <p:cNvSpPr>
            <a:spLocks noGrp="1"/>
          </p:cNvSpPr>
          <p:nvPr>
            <p:ph type="sldNum" sz="quarter" idx="4"/>
          </p:nvPr>
        </p:nvSpPr>
        <p:spPr/>
        <p:txBody>
          <a:bodyPr/>
          <a:lstStyle/>
          <a:p>
            <a:fld id="{71B8893A-F325-44A6-8EFB-883C20332CFE}" type="slidenum">
              <a:rPr lang="en-US" smtClean="0"/>
              <a:pPr/>
              <a:t>10</a:t>
            </a:fld>
            <a:endParaRPr lang="en-US"/>
          </a:p>
        </p:txBody>
      </p:sp>
      <p:sp>
        <p:nvSpPr>
          <p:cNvPr id="3" name="Title 2">
            <a:extLst>
              <a:ext uri="{FF2B5EF4-FFF2-40B4-BE49-F238E27FC236}">
                <a16:creationId xmlns:a16="http://schemas.microsoft.com/office/drawing/2014/main" id="{4296F6CA-B942-A6FD-6B04-8BA82FB5C406}"/>
              </a:ext>
            </a:extLst>
          </p:cNvPr>
          <p:cNvSpPr>
            <a:spLocks noGrp="1"/>
          </p:cNvSpPr>
          <p:nvPr>
            <p:ph type="title"/>
          </p:nvPr>
        </p:nvSpPr>
        <p:spPr>
          <a:xfrm>
            <a:off x="381000" y="1857375"/>
            <a:ext cx="8382000" cy="857250"/>
          </a:xfrm>
        </p:spPr>
        <p:txBody>
          <a:bodyPr/>
          <a:lstStyle/>
          <a:p>
            <a:r>
              <a:rPr lang="en-US" dirty="0"/>
              <a:t>What if we want to add in some extra functionality to Python?  Give it a little boost?</a:t>
            </a:r>
          </a:p>
        </p:txBody>
      </p:sp>
    </p:spTree>
    <p:extLst>
      <p:ext uri="{BB962C8B-B14F-4D97-AF65-F5344CB8AC3E}">
        <p14:creationId xmlns:p14="http://schemas.microsoft.com/office/powerpoint/2010/main" val="1397559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0E72A-6256-EEE8-D541-9E5AB2BD747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35AC38-EE35-8424-9735-AE15C89EF0D7}"/>
              </a:ext>
            </a:extLst>
          </p:cNvPr>
          <p:cNvSpPr>
            <a:spLocks noGrp="1"/>
          </p:cNvSpPr>
          <p:nvPr>
            <p:ph type="sldNum" sz="quarter" idx="4"/>
          </p:nvPr>
        </p:nvSpPr>
        <p:spPr/>
        <p:txBody>
          <a:bodyPr/>
          <a:lstStyle/>
          <a:p>
            <a:fld id="{71B8893A-F325-44A6-8EFB-883C20332CFE}" type="slidenum">
              <a:rPr lang="en-US" smtClean="0"/>
              <a:pPr/>
              <a:t>11</a:t>
            </a:fld>
            <a:endParaRPr lang="en-US"/>
          </a:p>
        </p:txBody>
      </p:sp>
      <p:sp>
        <p:nvSpPr>
          <p:cNvPr id="3" name="Title 2">
            <a:extLst>
              <a:ext uri="{FF2B5EF4-FFF2-40B4-BE49-F238E27FC236}">
                <a16:creationId xmlns:a16="http://schemas.microsoft.com/office/drawing/2014/main" id="{BFE6CBFB-96F7-529F-498E-D8F119ACF161}"/>
              </a:ext>
            </a:extLst>
          </p:cNvPr>
          <p:cNvSpPr>
            <a:spLocks noGrp="1"/>
          </p:cNvSpPr>
          <p:nvPr>
            <p:ph type="title"/>
          </p:nvPr>
        </p:nvSpPr>
        <p:spPr>
          <a:xfrm>
            <a:off x="381000" y="556399"/>
            <a:ext cx="8382000" cy="857250"/>
          </a:xfrm>
        </p:spPr>
        <p:txBody>
          <a:bodyPr/>
          <a:lstStyle/>
          <a:p>
            <a:r>
              <a:rPr lang="en-US" dirty="0"/>
              <a:t>What are modules?</a:t>
            </a:r>
            <a:br>
              <a:rPr lang="en-US" dirty="0"/>
            </a:br>
            <a:br>
              <a:rPr lang="en-US" dirty="0"/>
            </a:br>
            <a:br>
              <a:rPr lang="en-US" dirty="0"/>
            </a:br>
            <a:endParaRPr lang="en-US" dirty="0"/>
          </a:p>
        </p:txBody>
      </p:sp>
      <p:sp>
        <p:nvSpPr>
          <p:cNvPr id="5" name="TextBox 4">
            <a:extLst>
              <a:ext uri="{FF2B5EF4-FFF2-40B4-BE49-F238E27FC236}">
                <a16:creationId xmlns:a16="http://schemas.microsoft.com/office/drawing/2014/main" id="{A0D08983-ACED-93E8-C04E-7B209ACAF471}"/>
              </a:ext>
            </a:extLst>
          </p:cNvPr>
          <p:cNvSpPr txBox="1"/>
          <p:nvPr/>
        </p:nvSpPr>
        <p:spPr>
          <a:xfrm>
            <a:off x="464633" y="1190536"/>
            <a:ext cx="7921083" cy="1015663"/>
          </a:xfrm>
          <a:prstGeom prst="rect">
            <a:avLst/>
          </a:prstGeom>
          <a:noFill/>
        </p:spPr>
        <p:txBody>
          <a:bodyPr wrap="square">
            <a:spAutoFit/>
          </a:bodyPr>
          <a:lstStyle/>
          <a:p>
            <a:r>
              <a:rPr lang="en-US" sz="2000" dirty="0"/>
              <a:t>A Python module is simply a file containing Python code — variables, functions, or classes— that you can import and use in other files.</a:t>
            </a:r>
          </a:p>
        </p:txBody>
      </p:sp>
    </p:spTree>
    <p:extLst>
      <p:ext uri="{BB962C8B-B14F-4D97-AF65-F5344CB8AC3E}">
        <p14:creationId xmlns:p14="http://schemas.microsoft.com/office/powerpoint/2010/main" val="2488558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50C06-9317-0D71-FECA-5A21D88F462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019EBD0-5071-8560-F3BE-960E914FC48C}"/>
              </a:ext>
            </a:extLst>
          </p:cNvPr>
          <p:cNvSpPr>
            <a:spLocks noGrp="1"/>
          </p:cNvSpPr>
          <p:nvPr>
            <p:ph type="sldNum" sz="quarter" idx="4"/>
          </p:nvPr>
        </p:nvSpPr>
        <p:spPr/>
        <p:txBody>
          <a:bodyPr/>
          <a:lstStyle/>
          <a:p>
            <a:fld id="{71B8893A-F325-44A6-8EFB-883C20332CFE}" type="slidenum">
              <a:rPr lang="en-US" smtClean="0"/>
              <a:pPr/>
              <a:t>12</a:t>
            </a:fld>
            <a:endParaRPr lang="en-US"/>
          </a:p>
        </p:txBody>
      </p:sp>
      <p:sp>
        <p:nvSpPr>
          <p:cNvPr id="3" name="Title 2">
            <a:extLst>
              <a:ext uri="{FF2B5EF4-FFF2-40B4-BE49-F238E27FC236}">
                <a16:creationId xmlns:a16="http://schemas.microsoft.com/office/drawing/2014/main" id="{C1C2E383-13B1-1593-D976-0AA8AB9AE573}"/>
              </a:ext>
            </a:extLst>
          </p:cNvPr>
          <p:cNvSpPr>
            <a:spLocks noGrp="1"/>
          </p:cNvSpPr>
          <p:nvPr>
            <p:ph type="title"/>
          </p:nvPr>
        </p:nvSpPr>
        <p:spPr>
          <a:xfrm>
            <a:off x="381000" y="556399"/>
            <a:ext cx="8382000" cy="857250"/>
          </a:xfrm>
        </p:spPr>
        <p:txBody>
          <a:bodyPr/>
          <a:lstStyle/>
          <a:p>
            <a:r>
              <a:rPr lang="en-US" dirty="0"/>
              <a:t>3 types of modules</a:t>
            </a:r>
            <a:br>
              <a:rPr lang="en-US" dirty="0"/>
            </a:br>
            <a:br>
              <a:rPr lang="en-US" dirty="0"/>
            </a:br>
            <a:br>
              <a:rPr lang="en-US" dirty="0"/>
            </a:br>
            <a:endParaRPr lang="en-US" dirty="0"/>
          </a:p>
        </p:txBody>
      </p:sp>
      <p:sp>
        <p:nvSpPr>
          <p:cNvPr id="5" name="TextBox 4">
            <a:extLst>
              <a:ext uri="{FF2B5EF4-FFF2-40B4-BE49-F238E27FC236}">
                <a16:creationId xmlns:a16="http://schemas.microsoft.com/office/drawing/2014/main" id="{DA7C2BBE-6A68-4E5F-A4D8-A2533829260E}"/>
              </a:ext>
            </a:extLst>
          </p:cNvPr>
          <p:cNvSpPr txBox="1"/>
          <p:nvPr/>
        </p:nvSpPr>
        <p:spPr>
          <a:xfrm>
            <a:off x="472067" y="1698368"/>
            <a:ext cx="7921083" cy="2862322"/>
          </a:xfrm>
          <a:prstGeom prst="rect">
            <a:avLst/>
          </a:prstGeom>
          <a:noFill/>
        </p:spPr>
        <p:txBody>
          <a:bodyPr wrap="square">
            <a:spAutoFit/>
          </a:bodyPr>
          <a:lstStyle/>
          <a:p>
            <a:pPr marL="457200" indent="-457200">
              <a:buFont typeface="+mj-lt"/>
              <a:buAutoNum type="arabicPeriod"/>
            </a:pPr>
            <a:r>
              <a:rPr lang="en-US" sz="2000" dirty="0"/>
              <a:t>Built-in Modules – they come with Python, no installation necessary</a:t>
            </a:r>
          </a:p>
          <a:p>
            <a:pPr marL="457200" indent="-457200">
              <a:buFont typeface="+mj-lt"/>
              <a:buAutoNum type="arabicPeriod"/>
            </a:pPr>
            <a:endParaRPr lang="en-US" sz="2000" dirty="0"/>
          </a:p>
          <a:p>
            <a:pPr marL="457200" indent="-457200">
              <a:buFont typeface="+mj-lt"/>
              <a:buAutoNum type="arabicPeriod"/>
            </a:pPr>
            <a:r>
              <a:rPr lang="en-US" sz="2000" dirty="0"/>
              <a:t>Your own modules – any .</a:t>
            </a:r>
            <a:r>
              <a:rPr lang="en-US" sz="2000" dirty="0" err="1"/>
              <a:t>py</a:t>
            </a:r>
            <a:r>
              <a:rPr lang="en-US" sz="2000" dirty="0"/>
              <a:t> file you write yourself</a:t>
            </a:r>
          </a:p>
          <a:p>
            <a:pPr marL="457200" indent="-457200">
              <a:buFont typeface="+mj-lt"/>
              <a:buAutoNum type="arabicPeriod"/>
            </a:pPr>
            <a:endParaRPr lang="en-US" sz="2000" dirty="0"/>
          </a:p>
          <a:p>
            <a:pPr marL="457200" indent="-457200">
              <a:buFont typeface="+mj-lt"/>
              <a:buAutoNum type="arabicPeriod"/>
            </a:pPr>
            <a:r>
              <a:rPr lang="en-US" sz="2000" dirty="0"/>
              <a:t>Third-party modules – installed via pip</a:t>
            </a:r>
          </a:p>
          <a:p>
            <a:endParaRPr lang="en-US" sz="2000" dirty="0"/>
          </a:p>
          <a:p>
            <a:endParaRPr lang="en-US" sz="2000" dirty="0"/>
          </a:p>
          <a:p>
            <a:endParaRPr lang="en-US" sz="2000" dirty="0"/>
          </a:p>
        </p:txBody>
      </p:sp>
    </p:spTree>
    <p:extLst>
      <p:ext uri="{BB962C8B-B14F-4D97-AF65-F5344CB8AC3E}">
        <p14:creationId xmlns:p14="http://schemas.microsoft.com/office/powerpoint/2010/main" val="1541683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F0E6DB-EE9E-45C5-B784-49ED7052A2EB}"/>
              </a:ext>
            </a:extLst>
          </p:cNvPr>
          <p:cNvSpPr>
            <a:spLocks noGrp="1"/>
          </p:cNvSpPr>
          <p:nvPr>
            <p:ph type="sldNum" sz="quarter" idx="4"/>
          </p:nvPr>
        </p:nvSpPr>
        <p:spPr/>
        <p:txBody>
          <a:bodyPr/>
          <a:lstStyle/>
          <a:p>
            <a:fld id="{71B8893A-F325-44A6-8EFB-883C20332CFE}" type="slidenum">
              <a:rPr lang="en-US" smtClean="0"/>
              <a:pPr/>
              <a:t>13</a:t>
            </a:fld>
            <a:endParaRPr lang="en-US"/>
          </a:p>
        </p:txBody>
      </p:sp>
      <p:pic>
        <p:nvPicPr>
          <p:cNvPr id="7" name="Picture 6">
            <a:extLst>
              <a:ext uri="{FF2B5EF4-FFF2-40B4-BE49-F238E27FC236}">
                <a16:creationId xmlns:a16="http://schemas.microsoft.com/office/drawing/2014/main" id="{4E4D1488-7246-E96D-2CBB-734266C92AF2}"/>
              </a:ext>
            </a:extLst>
          </p:cNvPr>
          <p:cNvPicPr>
            <a:picLocks noChangeAspect="1"/>
          </p:cNvPicPr>
          <p:nvPr/>
        </p:nvPicPr>
        <p:blipFill>
          <a:blip r:embed="rId3"/>
          <a:stretch>
            <a:fillRect/>
          </a:stretch>
        </p:blipFill>
        <p:spPr>
          <a:xfrm>
            <a:off x="0" y="1108995"/>
            <a:ext cx="9144000" cy="2315910"/>
          </a:xfrm>
          <a:prstGeom prst="rect">
            <a:avLst/>
          </a:prstGeom>
        </p:spPr>
      </p:pic>
      <p:sp>
        <p:nvSpPr>
          <p:cNvPr id="11" name="TextBox 10">
            <a:extLst>
              <a:ext uri="{FF2B5EF4-FFF2-40B4-BE49-F238E27FC236}">
                <a16:creationId xmlns:a16="http://schemas.microsoft.com/office/drawing/2014/main" id="{361EF9C1-678D-5616-8596-A542087FDA40}"/>
              </a:ext>
            </a:extLst>
          </p:cNvPr>
          <p:cNvSpPr txBox="1"/>
          <p:nvPr/>
        </p:nvSpPr>
        <p:spPr>
          <a:xfrm>
            <a:off x="2414238" y="3726728"/>
            <a:ext cx="4315523" cy="307777"/>
          </a:xfrm>
          <a:prstGeom prst="rect">
            <a:avLst/>
          </a:prstGeom>
          <a:noFill/>
        </p:spPr>
        <p:txBody>
          <a:bodyPr wrap="square">
            <a:spAutoFit/>
          </a:bodyPr>
          <a:lstStyle/>
          <a:p>
            <a:r>
              <a:rPr lang="en-US" dirty="0"/>
              <a:t>Import modules at the top of your code!!!!</a:t>
            </a:r>
            <a:endParaRPr lang="en-US" sz="1400" dirty="0"/>
          </a:p>
        </p:txBody>
      </p:sp>
    </p:spTree>
    <p:extLst>
      <p:ext uri="{BB962C8B-B14F-4D97-AF65-F5344CB8AC3E}">
        <p14:creationId xmlns:p14="http://schemas.microsoft.com/office/powerpoint/2010/main" val="3014002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5A42C-4404-9EBA-928C-3D6869EFD9D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911087-9CA2-7142-52B5-71B95C942F3B}"/>
              </a:ext>
            </a:extLst>
          </p:cNvPr>
          <p:cNvSpPr>
            <a:spLocks noGrp="1"/>
          </p:cNvSpPr>
          <p:nvPr>
            <p:ph type="sldNum" sz="quarter" idx="4"/>
          </p:nvPr>
        </p:nvSpPr>
        <p:spPr/>
        <p:txBody>
          <a:bodyPr/>
          <a:lstStyle/>
          <a:p>
            <a:fld id="{71B8893A-F325-44A6-8EFB-883C20332CFE}" type="slidenum">
              <a:rPr lang="en-US" smtClean="0"/>
              <a:pPr/>
              <a:t>14</a:t>
            </a:fld>
            <a:endParaRPr lang="en-US"/>
          </a:p>
        </p:txBody>
      </p:sp>
      <p:sp>
        <p:nvSpPr>
          <p:cNvPr id="3" name="Title 2">
            <a:extLst>
              <a:ext uri="{FF2B5EF4-FFF2-40B4-BE49-F238E27FC236}">
                <a16:creationId xmlns:a16="http://schemas.microsoft.com/office/drawing/2014/main" id="{10F08DE0-0E04-3981-9FE9-B19FE7A316CE}"/>
              </a:ext>
            </a:extLst>
          </p:cNvPr>
          <p:cNvSpPr>
            <a:spLocks noGrp="1"/>
          </p:cNvSpPr>
          <p:nvPr>
            <p:ph type="title"/>
          </p:nvPr>
        </p:nvSpPr>
        <p:spPr>
          <a:xfrm>
            <a:off x="381000" y="556399"/>
            <a:ext cx="8382000" cy="857250"/>
          </a:xfrm>
        </p:spPr>
        <p:txBody>
          <a:bodyPr/>
          <a:lstStyle/>
          <a:p>
            <a:r>
              <a:rPr lang="en-US" dirty="0"/>
              <a:t>Built-in Modules</a:t>
            </a:r>
            <a:br>
              <a:rPr lang="en-US" dirty="0"/>
            </a:br>
            <a:br>
              <a:rPr lang="en-US" dirty="0"/>
            </a:br>
            <a:br>
              <a:rPr lang="en-US" dirty="0"/>
            </a:br>
            <a:endParaRPr lang="en-US" dirty="0"/>
          </a:p>
        </p:txBody>
      </p:sp>
      <p:sp>
        <p:nvSpPr>
          <p:cNvPr id="5" name="TextBox 4">
            <a:extLst>
              <a:ext uri="{FF2B5EF4-FFF2-40B4-BE49-F238E27FC236}">
                <a16:creationId xmlns:a16="http://schemas.microsoft.com/office/drawing/2014/main" id="{3A14CBAB-D614-26FC-FD85-60F2915D9FB5}"/>
              </a:ext>
            </a:extLst>
          </p:cNvPr>
          <p:cNvSpPr txBox="1"/>
          <p:nvPr/>
        </p:nvSpPr>
        <p:spPr>
          <a:xfrm>
            <a:off x="472067" y="1698368"/>
            <a:ext cx="7921083" cy="2554545"/>
          </a:xfrm>
          <a:prstGeom prst="rect">
            <a:avLst/>
          </a:prstGeom>
          <a:noFill/>
        </p:spPr>
        <p:txBody>
          <a:bodyPr wrap="square">
            <a:spAutoFit/>
          </a:bodyPr>
          <a:lstStyle/>
          <a:p>
            <a:r>
              <a:rPr lang="en-US" sz="2000" dirty="0"/>
              <a:t>There are many built-in modules, but we are going to look at two…</a:t>
            </a:r>
          </a:p>
          <a:p>
            <a:endParaRPr lang="en-US" sz="2000" dirty="0"/>
          </a:p>
          <a:p>
            <a:pPr marL="457200" indent="-457200">
              <a:buFont typeface="+mj-lt"/>
              <a:buAutoNum type="arabicPeriod"/>
            </a:pPr>
            <a:r>
              <a:rPr lang="en-US" sz="2000" dirty="0"/>
              <a:t>random module</a:t>
            </a:r>
          </a:p>
          <a:p>
            <a:pPr marL="457200" indent="-457200">
              <a:buFont typeface="+mj-lt"/>
              <a:buAutoNum type="arabicPeriod"/>
            </a:pPr>
            <a:endParaRPr lang="en-US" sz="2000" dirty="0"/>
          </a:p>
          <a:p>
            <a:pPr marL="457200" indent="-457200">
              <a:buFont typeface="+mj-lt"/>
              <a:buAutoNum type="arabicPeriod"/>
            </a:pPr>
            <a:r>
              <a:rPr lang="en-US" sz="2000" dirty="0"/>
              <a:t>math module</a:t>
            </a:r>
          </a:p>
          <a:p>
            <a:endParaRPr lang="en-US" sz="2000" dirty="0"/>
          </a:p>
          <a:p>
            <a:endParaRPr lang="en-US" sz="2000" dirty="0"/>
          </a:p>
          <a:p>
            <a:endParaRPr lang="en-US" sz="2000" dirty="0"/>
          </a:p>
        </p:txBody>
      </p:sp>
    </p:spTree>
    <p:extLst>
      <p:ext uri="{BB962C8B-B14F-4D97-AF65-F5344CB8AC3E}">
        <p14:creationId xmlns:p14="http://schemas.microsoft.com/office/powerpoint/2010/main" val="2585704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C18A4-5230-E62A-3A38-D9B28094513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2952565-BAFC-16E7-3E39-0E0990C6197D}"/>
              </a:ext>
            </a:extLst>
          </p:cNvPr>
          <p:cNvSpPr>
            <a:spLocks noGrp="1"/>
          </p:cNvSpPr>
          <p:nvPr>
            <p:ph type="sldNum" sz="quarter" idx="4"/>
          </p:nvPr>
        </p:nvSpPr>
        <p:spPr/>
        <p:txBody>
          <a:bodyPr/>
          <a:lstStyle/>
          <a:p>
            <a:fld id="{71B8893A-F325-44A6-8EFB-883C20332CFE}" type="slidenum">
              <a:rPr lang="en-US" smtClean="0"/>
              <a:pPr/>
              <a:t>15</a:t>
            </a:fld>
            <a:endParaRPr lang="en-US"/>
          </a:p>
        </p:txBody>
      </p:sp>
      <p:sp>
        <p:nvSpPr>
          <p:cNvPr id="3" name="Title 2">
            <a:extLst>
              <a:ext uri="{FF2B5EF4-FFF2-40B4-BE49-F238E27FC236}">
                <a16:creationId xmlns:a16="http://schemas.microsoft.com/office/drawing/2014/main" id="{C5F83B2B-EDEC-6C13-CE86-734D01512122}"/>
              </a:ext>
            </a:extLst>
          </p:cNvPr>
          <p:cNvSpPr>
            <a:spLocks noGrp="1"/>
          </p:cNvSpPr>
          <p:nvPr>
            <p:ph type="title"/>
          </p:nvPr>
        </p:nvSpPr>
        <p:spPr>
          <a:xfrm>
            <a:off x="381000" y="556399"/>
            <a:ext cx="8382000" cy="857250"/>
          </a:xfrm>
        </p:spPr>
        <p:txBody>
          <a:bodyPr/>
          <a:lstStyle/>
          <a:p>
            <a:r>
              <a:rPr lang="en-US" dirty="0"/>
              <a:t>Random Module</a:t>
            </a:r>
            <a:br>
              <a:rPr lang="en-US" dirty="0"/>
            </a:br>
            <a:br>
              <a:rPr lang="en-US" dirty="0"/>
            </a:br>
            <a:br>
              <a:rPr lang="en-US" dirty="0"/>
            </a:br>
            <a:br>
              <a:rPr lang="en-US" dirty="0"/>
            </a:br>
            <a:endParaRPr lang="en-US" dirty="0"/>
          </a:p>
        </p:txBody>
      </p:sp>
      <p:sp>
        <p:nvSpPr>
          <p:cNvPr id="5" name="TextBox 4">
            <a:extLst>
              <a:ext uri="{FF2B5EF4-FFF2-40B4-BE49-F238E27FC236}">
                <a16:creationId xmlns:a16="http://schemas.microsoft.com/office/drawing/2014/main" id="{BF30BD29-CC0F-2ECD-C818-AF2BF9AE4191}"/>
              </a:ext>
            </a:extLst>
          </p:cNvPr>
          <p:cNvSpPr txBox="1"/>
          <p:nvPr/>
        </p:nvSpPr>
        <p:spPr>
          <a:xfrm>
            <a:off x="381000" y="1105872"/>
            <a:ext cx="7921083" cy="3077766"/>
          </a:xfrm>
          <a:prstGeom prst="rect">
            <a:avLst/>
          </a:prstGeom>
          <a:noFill/>
        </p:spPr>
        <p:txBody>
          <a:bodyPr wrap="square">
            <a:spAutoFit/>
          </a:bodyPr>
          <a:lstStyle/>
          <a:p>
            <a:r>
              <a:rPr lang="en-US" dirty="0"/>
              <a:t>This module implements pseudo-random number generators for various distributions.</a:t>
            </a:r>
          </a:p>
          <a:p>
            <a:endParaRPr lang="en-US" sz="2000" dirty="0"/>
          </a:p>
          <a:p>
            <a:r>
              <a:rPr lang="en-US" sz="2000" dirty="0"/>
              <a:t>Go to </a:t>
            </a:r>
            <a:r>
              <a:rPr lang="en-US" sz="2000" dirty="0">
                <a:hlinkClick r:id="rId3"/>
              </a:rPr>
              <a:t>https://docs.python.org/3/library/random.html</a:t>
            </a:r>
            <a:r>
              <a:rPr lang="en-US" sz="2000" dirty="0"/>
              <a:t> and look at the following functions.  What do they do?</a:t>
            </a:r>
          </a:p>
          <a:p>
            <a:endParaRPr lang="en-US" sz="2000" dirty="0"/>
          </a:p>
          <a:p>
            <a:r>
              <a:rPr lang="en-US" sz="2000" dirty="0" err="1"/>
              <a:t>random.randint</a:t>
            </a:r>
            <a:r>
              <a:rPr lang="en-US" sz="2000" dirty="0"/>
              <a:t>(</a:t>
            </a:r>
            <a:r>
              <a:rPr lang="en-US" sz="2000" dirty="0" err="1"/>
              <a:t>a,b</a:t>
            </a:r>
            <a:r>
              <a:rPr lang="en-US" sz="2000" dirty="0"/>
              <a:t>)</a:t>
            </a:r>
          </a:p>
          <a:p>
            <a:endParaRPr lang="en-US" sz="2000" dirty="0"/>
          </a:p>
          <a:p>
            <a:r>
              <a:rPr lang="en-US" sz="2000" dirty="0" err="1"/>
              <a:t>random.choice</a:t>
            </a:r>
            <a:r>
              <a:rPr lang="en-US" sz="2000" dirty="0"/>
              <a:t>(seq)</a:t>
            </a:r>
          </a:p>
          <a:p>
            <a:endParaRPr lang="en-US" sz="2000" dirty="0"/>
          </a:p>
          <a:p>
            <a:r>
              <a:rPr lang="en-US" sz="2000" dirty="0" err="1"/>
              <a:t>random.random</a:t>
            </a:r>
            <a:r>
              <a:rPr lang="en-US" sz="2000" dirty="0"/>
              <a:t>()</a:t>
            </a:r>
          </a:p>
        </p:txBody>
      </p:sp>
    </p:spTree>
    <p:extLst>
      <p:ext uri="{BB962C8B-B14F-4D97-AF65-F5344CB8AC3E}">
        <p14:creationId xmlns:p14="http://schemas.microsoft.com/office/powerpoint/2010/main" val="2849010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F0E6DB-EE9E-45C5-B784-49ED7052A2EB}"/>
              </a:ext>
            </a:extLst>
          </p:cNvPr>
          <p:cNvSpPr>
            <a:spLocks noGrp="1"/>
          </p:cNvSpPr>
          <p:nvPr>
            <p:ph type="sldNum" sz="quarter" idx="4"/>
          </p:nvPr>
        </p:nvSpPr>
        <p:spPr/>
        <p:txBody>
          <a:bodyPr/>
          <a:lstStyle/>
          <a:p>
            <a:fld id="{71B8893A-F325-44A6-8EFB-883C20332CFE}" type="slidenum">
              <a:rPr lang="en-US" smtClean="0"/>
              <a:pPr/>
              <a:t>16</a:t>
            </a:fld>
            <a:endParaRPr lang="en-US"/>
          </a:p>
        </p:txBody>
      </p:sp>
      <p:sp>
        <p:nvSpPr>
          <p:cNvPr id="3" name="Title 2">
            <a:extLst>
              <a:ext uri="{FF2B5EF4-FFF2-40B4-BE49-F238E27FC236}">
                <a16:creationId xmlns:a16="http://schemas.microsoft.com/office/drawing/2014/main" id="{DA67ABD9-8A31-4CB9-94E1-A0DA84E71640}"/>
              </a:ext>
            </a:extLst>
          </p:cNvPr>
          <p:cNvSpPr>
            <a:spLocks noGrp="1"/>
          </p:cNvSpPr>
          <p:nvPr>
            <p:ph type="title"/>
          </p:nvPr>
        </p:nvSpPr>
        <p:spPr>
          <a:xfrm>
            <a:off x="381000" y="1143697"/>
            <a:ext cx="8382000" cy="857250"/>
          </a:xfrm>
        </p:spPr>
        <p:txBody>
          <a:bodyPr/>
          <a:lstStyle/>
          <a:p>
            <a:r>
              <a:rPr lang="en-US" dirty="0"/>
              <a:t>Write a Python Script that randomly generates an integer from 0 to 100.  </a:t>
            </a:r>
            <a:br>
              <a:rPr lang="en-US" dirty="0"/>
            </a:br>
            <a:br>
              <a:rPr lang="en-US" dirty="0"/>
            </a:br>
            <a:r>
              <a:rPr lang="en-US" dirty="0"/>
              <a:t>If the integer is less than 50, state “The number is less than 50”</a:t>
            </a:r>
            <a:br>
              <a:rPr lang="en-US" dirty="0"/>
            </a:br>
            <a:r>
              <a:rPr lang="en-US" dirty="0"/>
              <a:t>if the number is 50, state “The number is 50”</a:t>
            </a:r>
            <a:br>
              <a:rPr lang="en-US" dirty="0"/>
            </a:br>
            <a:r>
              <a:rPr lang="en-US" dirty="0"/>
              <a:t>if the number is greater than 50, state “The number is greater than 50”</a:t>
            </a:r>
            <a:br>
              <a:rPr lang="en-US" dirty="0"/>
            </a:br>
            <a:br>
              <a:rPr lang="en-US" dirty="0"/>
            </a:br>
            <a:r>
              <a:rPr lang="en-US" dirty="0"/>
              <a:t>*Display the number to check your code*</a:t>
            </a:r>
          </a:p>
        </p:txBody>
      </p:sp>
    </p:spTree>
    <p:extLst>
      <p:ext uri="{BB962C8B-B14F-4D97-AF65-F5344CB8AC3E}">
        <p14:creationId xmlns:p14="http://schemas.microsoft.com/office/powerpoint/2010/main" val="3743467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A0284-140A-62F3-9FEC-F52652C9231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BF886C-F0D3-50A9-36C3-A573CDFD3AED}"/>
              </a:ext>
            </a:extLst>
          </p:cNvPr>
          <p:cNvSpPr>
            <a:spLocks noGrp="1"/>
          </p:cNvSpPr>
          <p:nvPr>
            <p:ph type="sldNum" sz="quarter" idx="4"/>
          </p:nvPr>
        </p:nvSpPr>
        <p:spPr/>
        <p:txBody>
          <a:bodyPr/>
          <a:lstStyle/>
          <a:p>
            <a:fld id="{71B8893A-F325-44A6-8EFB-883C20332CFE}" type="slidenum">
              <a:rPr lang="en-US" smtClean="0"/>
              <a:pPr/>
              <a:t>17</a:t>
            </a:fld>
            <a:endParaRPr lang="en-US"/>
          </a:p>
        </p:txBody>
      </p:sp>
      <p:sp>
        <p:nvSpPr>
          <p:cNvPr id="3" name="Title 2">
            <a:extLst>
              <a:ext uri="{FF2B5EF4-FFF2-40B4-BE49-F238E27FC236}">
                <a16:creationId xmlns:a16="http://schemas.microsoft.com/office/drawing/2014/main" id="{CB4AD686-95C5-C5AD-683E-B9BDB0549245}"/>
              </a:ext>
            </a:extLst>
          </p:cNvPr>
          <p:cNvSpPr>
            <a:spLocks noGrp="1"/>
          </p:cNvSpPr>
          <p:nvPr>
            <p:ph type="title"/>
          </p:nvPr>
        </p:nvSpPr>
        <p:spPr>
          <a:xfrm>
            <a:off x="381000" y="1143697"/>
            <a:ext cx="8382000" cy="857250"/>
          </a:xfrm>
        </p:spPr>
        <p:txBody>
          <a:bodyPr/>
          <a:lstStyle/>
          <a:p>
            <a:r>
              <a:rPr lang="en-US" dirty="0"/>
              <a:t>Write a Python script that:</a:t>
            </a:r>
            <a:br>
              <a:rPr lang="en-US" dirty="0"/>
            </a:br>
            <a:br>
              <a:rPr lang="en-US" dirty="0"/>
            </a:br>
            <a:br>
              <a:rPr lang="en-US" dirty="0"/>
            </a:br>
            <a:r>
              <a:rPr lang="en-US" dirty="0" err="1"/>
              <a:t>name_list</a:t>
            </a:r>
            <a:r>
              <a:rPr lang="en-US" dirty="0"/>
              <a:t> = [“John”, “Rachel”, “Sam”, “Carlos”, “Jane”]</a:t>
            </a:r>
            <a:br>
              <a:rPr lang="en-US" dirty="0"/>
            </a:br>
            <a:br>
              <a:rPr lang="en-US" dirty="0"/>
            </a:br>
            <a:r>
              <a:rPr lang="en-US" dirty="0"/>
              <a:t>Randomly picks a name from the list.  </a:t>
            </a:r>
            <a:br>
              <a:rPr lang="en-US" dirty="0"/>
            </a:br>
            <a:br>
              <a:rPr lang="en-US" dirty="0"/>
            </a:br>
            <a:r>
              <a:rPr lang="en-US" dirty="0"/>
              <a:t>Print the name.</a:t>
            </a:r>
          </a:p>
        </p:txBody>
      </p:sp>
    </p:spTree>
    <p:extLst>
      <p:ext uri="{BB962C8B-B14F-4D97-AF65-F5344CB8AC3E}">
        <p14:creationId xmlns:p14="http://schemas.microsoft.com/office/powerpoint/2010/main" val="3653447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46AD0-7079-3299-E833-8B13CD843BA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30125A-E362-2C30-FB2A-39CC17C95418}"/>
              </a:ext>
            </a:extLst>
          </p:cNvPr>
          <p:cNvSpPr>
            <a:spLocks noGrp="1"/>
          </p:cNvSpPr>
          <p:nvPr>
            <p:ph type="sldNum" sz="quarter" idx="4"/>
          </p:nvPr>
        </p:nvSpPr>
        <p:spPr/>
        <p:txBody>
          <a:bodyPr/>
          <a:lstStyle/>
          <a:p>
            <a:fld id="{71B8893A-F325-44A6-8EFB-883C20332CFE}" type="slidenum">
              <a:rPr lang="en-US" smtClean="0"/>
              <a:pPr/>
              <a:t>18</a:t>
            </a:fld>
            <a:endParaRPr lang="en-US"/>
          </a:p>
        </p:txBody>
      </p:sp>
      <p:sp>
        <p:nvSpPr>
          <p:cNvPr id="3" name="Title 2">
            <a:extLst>
              <a:ext uri="{FF2B5EF4-FFF2-40B4-BE49-F238E27FC236}">
                <a16:creationId xmlns:a16="http://schemas.microsoft.com/office/drawing/2014/main" id="{DB6CAD27-4834-FC9D-BA9C-FEEBE504B87D}"/>
              </a:ext>
            </a:extLst>
          </p:cNvPr>
          <p:cNvSpPr>
            <a:spLocks noGrp="1"/>
          </p:cNvSpPr>
          <p:nvPr>
            <p:ph type="title"/>
          </p:nvPr>
        </p:nvSpPr>
        <p:spPr>
          <a:xfrm>
            <a:off x="381000" y="556399"/>
            <a:ext cx="8382000" cy="857250"/>
          </a:xfrm>
        </p:spPr>
        <p:txBody>
          <a:bodyPr/>
          <a:lstStyle/>
          <a:p>
            <a:r>
              <a:rPr lang="en-US" dirty="0"/>
              <a:t>Math Module</a:t>
            </a:r>
            <a:br>
              <a:rPr lang="en-US" dirty="0"/>
            </a:br>
            <a:br>
              <a:rPr lang="en-US" dirty="0"/>
            </a:br>
            <a:br>
              <a:rPr lang="en-US" dirty="0"/>
            </a:br>
            <a:br>
              <a:rPr lang="en-US" dirty="0"/>
            </a:br>
            <a:endParaRPr lang="en-US" dirty="0"/>
          </a:p>
        </p:txBody>
      </p:sp>
      <p:sp>
        <p:nvSpPr>
          <p:cNvPr id="5" name="TextBox 4">
            <a:extLst>
              <a:ext uri="{FF2B5EF4-FFF2-40B4-BE49-F238E27FC236}">
                <a16:creationId xmlns:a16="http://schemas.microsoft.com/office/drawing/2014/main" id="{B590859F-EB65-BB3D-67D6-BED8A63150B0}"/>
              </a:ext>
            </a:extLst>
          </p:cNvPr>
          <p:cNvSpPr txBox="1"/>
          <p:nvPr/>
        </p:nvSpPr>
        <p:spPr>
          <a:xfrm>
            <a:off x="381000" y="1105872"/>
            <a:ext cx="7921083" cy="3293209"/>
          </a:xfrm>
          <a:prstGeom prst="rect">
            <a:avLst/>
          </a:prstGeom>
          <a:noFill/>
        </p:spPr>
        <p:txBody>
          <a:bodyPr wrap="square">
            <a:spAutoFit/>
          </a:bodyPr>
          <a:lstStyle/>
          <a:p>
            <a:r>
              <a:rPr lang="en-US" dirty="0"/>
              <a:t>This module provides access to common mathematical functions and constants such as sin() and pi.</a:t>
            </a:r>
          </a:p>
          <a:p>
            <a:endParaRPr lang="en-US" sz="2000" dirty="0"/>
          </a:p>
          <a:p>
            <a:r>
              <a:rPr lang="en-US" sz="2000" dirty="0"/>
              <a:t>Go to </a:t>
            </a:r>
            <a:r>
              <a:rPr lang="en-US" sz="2000" dirty="0">
                <a:hlinkClick r:id="rId3"/>
              </a:rPr>
              <a:t>https://docs.python.org/3/library/math.html</a:t>
            </a:r>
            <a:r>
              <a:rPr lang="en-US" sz="2000" dirty="0"/>
              <a:t> and look at the following functions/constants.  What do they do?</a:t>
            </a:r>
          </a:p>
          <a:p>
            <a:endParaRPr lang="en-US" sz="2000" dirty="0"/>
          </a:p>
          <a:p>
            <a:r>
              <a:rPr lang="en-US" sz="2000" dirty="0" err="1"/>
              <a:t>math.dist</a:t>
            </a:r>
            <a:r>
              <a:rPr lang="en-US" sz="2000" dirty="0"/>
              <a:t>(p, q)</a:t>
            </a:r>
          </a:p>
          <a:p>
            <a:endParaRPr lang="en-US" sz="2000" dirty="0"/>
          </a:p>
          <a:p>
            <a:r>
              <a:rPr lang="en-US" sz="2000" dirty="0" err="1"/>
              <a:t>math.pi</a:t>
            </a:r>
            <a:endParaRPr lang="en-US" sz="2000" dirty="0"/>
          </a:p>
          <a:p>
            <a:endParaRPr lang="en-US" sz="2000" dirty="0"/>
          </a:p>
          <a:p>
            <a:r>
              <a:rPr lang="en-US" sz="2000" dirty="0" err="1"/>
              <a:t>math.degrees</a:t>
            </a:r>
            <a:r>
              <a:rPr lang="en-US" sz="2000" dirty="0"/>
              <a:t>(x)</a:t>
            </a:r>
          </a:p>
        </p:txBody>
      </p:sp>
    </p:spTree>
    <p:extLst>
      <p:ext uri="{BB962C8B-B14F-4D97-AF65-F5344CB8AC3E}">
        <p14:creationId xmlns:p14="http://schemas.microsoft.com/office/powerpoint/2010/main" val="1756041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F0E6DB-EE9E-45C5-B784-49ED7052A2EB}"/>
              </a:ext>
            </a:extLst>
          </p:cNvPr>
          <p:cNvSpPr>
            <a:spLocks noGrp="1"/>
          </p:cNvSpPr>
          <p:nvPr>
            <p:ph type="sldNum" sz="quarter" idx="4"/>
          </p:nvPr>
        </p:nvSpPr>
        <p:spPr/>
        <p:txBody>
          <a:bodyPr/>
          <a:lstStyle/>
          <a:p>
            <a:fld id="{71B8893A-F325-44A6-8EFB-883C20332CFE}" type="slidenum">
              <a:rPr lang="en-US" smtClean="0"/>
              <a:pPr/>
              <a:t>19</a:t>
            </a:fld>
            <a:endParaRPr lang="en-US"/>
          </a:p>
        </p:txBody>
      </p:sp>
      <p:sp>
        <p:nvSpPr>
          <p:cNvPr id="3" name="Title 2">
            <a:extLst>
              <a:ext uri="{FF2B5EF4-FFF2-40B4-BE49-F238E27FC236}">
                <a16:creationId xmlns:a16="http://schemas.microsoft.com/office/drawing/2014/main" id="{DA67ABD9-8A31-4CB9-94E1-A0DA84E71640}"/>
              </a:ext>
            </a:extLst>
          </p:cNvPr>
          <p:cNvSpPr>
            <a:spLocks noGrp="1"/>
          </p:cNvSpPr>
          <p:nvPr>
            <p:ph type="title"/>
          </p:nvPr>
        </p:nvSpPr>
        <p:spPr>
          <a:xfrm>
            <a:off x="546409" y="906053"/>
            <a:ext cx="7898780" cy="857250"/>
          </a:xfrm>
        </p:spPr>
        <p:txBody>
          <a:bodyPr/>
          <a:lstStyle/>
          <a:p>
            <a:r>
              <a:rPr lang="en-US" dirty="0"/>
              <a:t>You want to build a circular patio for your home.  Write a program that prompts the user for the diameter of their patio (in feet).  With the diameter, calculate the total area of the patio.  </a:t>
            </a:r>
            <a:br>
              <a:rPr lang="en-US" dirty="0"/>
            </a:br>
            <a:br>
              <a:rPr lang="en-US" dirty="0"/>
            </a:br>
            <a:r>
              <a:rPr lang="en-US" dirty="0"/>
              <a:t>Print the total area of the patio.</a:t>
            </a:r>
            <a:br>
              <a:rPr lang="en-US" dirty="0"/>
            </a:br>
            <a:br>
              <a:rPr lang="en-US" dirty="0"/>
            </a:br>
            <a:r>
              <a:rPr lang="en-US" dirty="0"/>
              <a:t>Print the number of bricks you suggest the user buys for their project. (Bricks are 4” x 6”)</a:t>
            </a:r>
            <a:br>
              <a:rPr lang="en-US" dirty="0"/>
            </a:br>
            <a:br>
              <a:rPr lang="en-US" dirty="0"/>
            </a:br>
            <a:r>
              <a:rPr lang="en-US" dirty="0"/>
              <a:t>Use </a:t>
            </a:r>
            <a:r>
              <a:rPr lang="en-US" dirty="0" err="1"/>
              <a:t>math.pi</a:t>
            </a:r>
            <a:endParaRPr lang="en-US" dirty="0"/>
          </a:p>
        </p:txBody>
      </p:sp>
    </p:spTree>
    <p:extLst>
      <p:ext uri="{BB962C8B-B14F-4D97-AF65-F5344CB8AC3E}">
        <p14:creationId xmlns:p14="http://schemas.microsoft.com/office/powerpoint/2010/main" val="1824374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997E6-9B67-7E71-8648-BFDBD95BF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1DDF9-4134-283C-96D4-BBEA7FB4DA7C}"/>
              </a:ext>
            </a:extLst>
          </p:cNvPr>
          <p:cNvSpPr>
            <a:spLocks noGrp="1"/>
          </p:cNvSpPr>
          <p:nvPr>
            <p:ph type="title"/>
          </p:nvPr>
        </p:nvSpPr>
        <p:spPr>
          <a:xfrm>
            <a:off x="2999677" y="2189937"/>
            <a:ext cx="3144645" cy="585207"/>
          </a:xfrm>
        </p:spPr>
        <p:txBody>
          <a:bodyPr/>
          <a:lstStyle/>
          <a:p>
            <a:r>
              <a:rPr lang="en-US" dirty="0"/>
              <a:t>User defined functions</a:t>
            </a:r>
          </a:p>
        </p:txBody>
      </p:sp>
    </p:spTree>
    <p:extLst>
      <p:ext uri="{BB962C8B-B14F-4D97-AF65-F5344CB8AC3E}">
        <p14:creationId xmlns:p14="http://schemas.microsoft.com/office/powerpoint/2010/main" val="24808796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FFBF-64D9-49B2-877B-51A6A3E8AE6D}"/>
              </a:ext>
            </a:extLst>
          </p:cNvPr>
          <p:cNvSpPr>
            <a:spLocks noGrp="1"/>
          </p:cNvSpPr>
          <p:nvPr>
            <p:ph type="title"/>
          </p:nvPr>
        </p:nvSpPr>
        <p:spPr>
          <a:xfrm>
            <a:off x="381000" y="427219"/>
            <a:ext cx="8382000" cy="857250"/>
          </a:xfrm>
        </p:spPr>
        <p:txBody>
          <a:bodyPr/>
          <a:lstStyle/>
          <a:p>
            <a:r>
              <a:rPr lang="en-US" dirty="0"/>
              <a:t>How do we create our own functions?</a:t>
            </a:r>
          </a:p>
        </p:txBody>
      </p:sp>
      <p:sp>
        <p:nvSpPr>
          <p:cNvPr id="3" name="TextBox 2">
            <a:extLst>
              <a:ext uri="{FF2B5EF4-FFF2-40B4-BE49-F238E27FC236}">
                <a16:creationId xmlns:a16="http://schemas.microsoft.com/office/drawing/2014/main" id="{FC03860C-B292-8590-D005-CE973C1D7E88}"/>
              </a:ext>
            </a:extLst>
          </p:cNvPr>
          <p:cNvSpPr txBox="1"/>
          <p:nvPr/>
        </p:nvSpPr>
        <p:spPr>
          <a:xfrm>
            <a:off x="381000" y="1189463"/>
            <a:ext cx="2124307" cy="738664"/>
          </a:xfrm>
          <a:prstGeom prst="rect">
            <a:avLst/>
          </a:prstGeom>
          <a:noFill/>
        </p:spPr>
        <p:txBody>
          <a:bodyPr wrap="square" rtlCol="0">
            <a:spAutoFit/>
          </a:bodyPr>
          <a:lstStyle/>
          <a:p>
            <a:pPr marL="342900" indent="-342900">
              <a:buAutoNum type="arabicParenR"/>
            </a:pPr>
            <a:r>
              <a:rPr lang="en-US" dirty="0"/>
              <a:t>Define the function</a:t>
            </a:r>
          </a:p>
          <a:p>
            <a:pPr marL="342900" indent="-342900">
              <a:buAutoNum type="arabicParenR"/>
            </a:pPr>
            <a:endParaRPr lang="en-US" dirty="0"/>
          </a:p>
          <a:p>
            <a:pPr lvl="2"/>
            <a:r>
              <a:rPr lang="en-US" dirty="0"/>
              <a:t>               </a:t>
            </a:r>
          </a:p>
        </p:txBody>
      </p:sp>
      <p:sp>
        <p:nvSpPr>
          <p:cNvPr id="5" name="TextBox 4">
            <a:extLst>
              <a:ext uri="{FF2B5EF4-FFF2-40B4-BE49-F238E27FC236}">
                <a16:creationId xmlns:a16="http://schemas.microsoft.com/office/drawing/2014/main" id="{902E6F6D-DB09-92DD-52C8-EC3975264529}"/>
              </a:ext>
            </a:extLst>
          </p:cNvPr>
          <p:cNvSpPr txBox="1"/>
          <p:nvPr/>
        </p:nvSpPr>
        <p:spPr>
          <a:xfrm>
            <a:off x="303273" y="1699296"/>
            <a:ext cx="479502" cy="307777"/>
          </a:xfrm>
          <a:prstGeom prst="rect">
            <a:avLst/>
          </a:prstGeom>
          <a:noFill/>
        </p:spPr>
        <p:txBody>
          <a:bodyPr wrap="square">
            <a:spAutoFit/>
          </a:bodyPr>
          <a:lstStyle/>
          <a:p>
            <a:r>
              <a:rPr lang="en-US" b="0" i="0" dirty="0">
                <a:solidFill>
                  <a:srgbClr val="222222"/>
                </a:solidFill>
                <a:effectLst/>
                <a:latin typeface="Arial" panose="020B0604020202020204" pitchFamily="34" charset="0"/>
              </a:rPr>
              <a:t>def</a:t>
            </a:r>
            <a:endParaRPr lang="en-US" dirty="0"/>
          </a:p>
        </p:txBody>
      </p:sp>
      <p:sp>
        <p:nvSpPr>
          <p:cNvPr id="6" name="TextBox 5">
            <a:extLst>
              <a:ext uri="{FF2B5EF4-FFF2-40B4-BE49-F238E27FC236}">
                <a16:creationId xmlns:a16="http://schemas.microsoft.com/office/drawing/2014/main" id="{BA8EC86A-3DDD-BAB3-6BC6-68549B696384}"/>
              </a:ext>
            </a:extLst>
          </p:cNvPr>
          <p:cNvSpPr txBox="1"/>
          <p:nvPr/>
        </p:nvSpPr>
        <p:spPr>
          <a:xfrm>
            <a:off x="688601" y="1699295"/>
            <a:ext cx="1424886" cy="307777"/>
          </a:xfrm>
          <a:prstGeom prst="rect">
            <a:avLst/>
          </a:prstGeom>
          <a:noFill/>
        </p:spPr>
        <p:txBody>
          <a:bodyPr wrap="square">
            <a:spAutoFit/>
          </a:bodyPr>
          <a:lstStyle/>
          <a:p>
            <a:r>
              <a:rPr lang="en-US" dirty="0" err="1"/>
              <a:t>function_name</a:t>
            </a:r>
            <a:endParaRPr lang="en-US" dirty="0"/>
          </a:p>
        </p:txBody>
      </p:sp>
      <p:sp>
        <p:nvSpPr>
          <p:cNvPr id="7" name="TextBox 6">
            <a:extLst>
              <a:ext uri="{FF2B5EF4-FFF2-40B4-BE49-F238E27FC236}">
                <a16:creationId xmlns:a16="http://schemas.microsoft.com/office/drawing/2014/main" id="{50658AEE-C947-C8C9-971C-0DFBDAE5F3AF}"/>
              </a:ext>
            </a:extLst>
          </p:cNvPr>
          <p:cNvSpPr txBox="1"/>
          <p:nvPr/>
        </p:nvSpPr>
        <p:spPr>
          <a:xfrm>
            <a:off x="1918976" y="1699294"/>
            <a:ext cx="2811331" cy="307777"/>
          </a:xfrm>
          <a:prstGeom prst="rect">
            <a:avLst/>
          </a:prstGeom>
          <a:noFill/>
        </p:spPr>
        <p:txBody>
          <a:bodyPr wrap="square">
            <a:spAutoFit/>
          </a:bodyPr>
          <a:lstStyle/>
          <a:p>
            <a:r>
              <a:rPr lang="en-US" dirty="0"/>
              <a:t>(parameter1, parameter2…):</a:t>
            </a:r>
          </a:p>
        </p:txBody>
      </p:sp>
      <p:sp>
        <p:nvSpPr>
          <p:cNvPr id="8" name="TextBox 7">
            <a:extLst>
              <a:ext uri="{FF2B5EF4-FFF2-40B4-BE49-F238E27FC236}">
                <a16:creationId xmlns:a16="http://schemas.microsoft.com/office/drawing/2014/main" id="{6FF93740-06F4-6A93-9359-2798370DD977}"/>
              </a:ext>
            </a:extLst>
          </p:cNvPr>
          <p:cNvSpPr txBox="1"/>
          <p:nvPr/>
        </p:nvSpPr>
        <p:spPr>
          <a:xfrm>
            <a:off x="746839" y="2007071"/>
            <a:ext cx="2811331" cy="307777"/>
          </a:xfrm>
          <a:prstGeom prst="rect">
            <a:avLst/>
          </a:prstGeom>
          <a:noFill/>
        </p:spPr>
        <p:txBody>
          <a:bodyPr wrap="square">
            <a:spAutoFit/>
          </a:bodyPr>
          <a:lstStyle/>
          <a:p>
            <a:r>
              <a:rPr lang="en-US" dirty="0"/>
              <a:t>FUNCTION BODY</a:t>
            </a:r>
          </a:p>
        </p:txBody>
      </p:sp>
      <p:sp>
        <p:nvSpPr>
          <p:cNvPr id="9" name="TextBox 8">
            <a:extLst>
              <a:ext uri="{FF2B5EF4-FFF2-40B4-BE49-F238E27FC236}">
                <a16:creationId xmlns:a16="http://schemas.microsoft.com/office/drawing/2014/main" id="{5981E237-AF64-458F-8AE5-1F8362761333}"/>
              </a:ext>
            </a:extLst>
          </p:cNvPr>
          <p:cNvSpPr txBox="1"/>
          <p:nvPr/>
        </p:nvSpPr>
        <p:spPr>
          <a:xfrm>
            <a:off x="746839" y="2325528"/>
            <a:ext cx="2811331" cy="307777"/>
          </a:xfrm>
          <a:prstGeom prst="rect">
            <a:avLst/>
          </a:prstGeom>
          <a:noFill/>
        </p:spPr>
        <p:txBody>
          <a:bodyPr wrap="square">
            <a:spAutoFit/>
          </a:bodyPr>
          <a:lstStyle/>
          <a:p>
            <a:r>
              <a:rPr lang="en-US" dirty="0"/>
              <a:t>return statement</a:t>
            </a:r>
          </a:p>
        </p:txBody>
      </p:sp>
      <p:sp>
        <p:nvSpPr>
          <p:cNvPr id="10" name="TextBox 9">
            <a:extLst>
              <a:ext uri="{FF2B5EF4-FFF2-40B4-BE49-F238E27FC236}">
                <a16:creationId xmlns:a16="http://schemas.microsoft.com/office/drawing/2014/main" id="{9452B335-40BA-2E1A-A940-85EDCDE0C291}"/>
              </a:ext>
            </a:extLst>
          </p:cNvPr>
          <p:cNvSpPr txBox="1"/>
          <p:nvPr/>
        </p:nvSpPr>
        <p:spPr>
          <a:xfrm>
            <a:off x="4730307" y="1189463"/>
            <a:ext cx="2124307" cy="738664"/>
          </a:xfrm>
          <a:prstGeom prst="rect">
            <a:avLst/>
          </a:prstGeom>
          <a:noFill/>
        </p:spPr>
        <p:txBody>
          <a:bodyPr wrap="square" rtlCol="0">
            <a:spAutoFit/>
          </a:bodyPr>
          <a:lstStyle/>
          <a:p>
            <a:r>
              <a:rPr lang="en-US" dirty="0"/>
              <a:t>2)  Call the function</a:t>
            </a:r>
          </a:p>
          <a:p>
            <a:pPr marL="342900" indent="-342900">
              <a:buAutoNum type="arabicParenR"/>
            </a:pPr>
            <a:endParaRPr lang="en-US" dirty="0"/>
          </a:p>
          <a:p>
            <a:pPr lvl="2"/>
            <a:r>
              <a:rPr lang="en-US" dirty="0"/>
              <a:t>               </a:t>
            </a:r>
          </a:p>
        </p:txBody>
      </p:sp>
      <p:sp>
        <p:nvSpPr>
          <p:cNvPr id="11" name="TextBox 10">
            <a:extLst>
              <a:ext uri="{FF2B5EF4-FFF2-40B4-BE49-F238E27FC236}">
                <a16:creationId xmlns:a16="http://schemas.microsoft.com/office/drawing/2014/main" id="{65C816D8-821E-D079-4CDA-F60D7837F69A}"/>
              </a:ext>
            </a:extLst>
          </p:cNvPr>
          <p:cNvSpPr txBox="1"/>
          <p:nvPr/>
        </p:nvSpPr>
        <p:spPr>
          <a:xfrm>
            <a:off x="4788545" y="1699294"/>
            <a:ext cx="2811331" cy="307777"/>
          </a:xfrm>
          <a:prstGeom prst="rect">
            <a:avLst/>
          </a:prstGeom>
          <a:noFill/>
        </p:spPr>
        <p:txBody>
          <a:bodyPr wrap="square">
            <a:spAutoFit/>
          </a:bodyPr>
          <a:lstStyle/>
          <a:p>
            <a:r>
              <a:rPr lang="en-US" dirty="0" err="1"/>
              <a:t>function_name</a:t>
            </a:r>
            <a:endParaRPr lang="en-US" dirty="0"/>
          </a:p>
        </p:txBody>
      </p:sp>
      <p:sp>
        <p:nvSpPr>
          <p:cNvPr id="12" name="TextBox 11">
            <a:extLst>
              <a:ext uri="{FF2B5EF4-FFF2-40B4-BE49-F238E27FC236}">
                <a16:creationId xmlns:a16="http://schemas.microsoft.com/office/drawing/2014/main" id="{663956BB-E43A-CC57-283E-B09AC726B62F}"/>
              </a:ext>
            </a:extLst>
          </p:cNvPr>
          <p:cNvSpPr txBox="1"/>
          <p:nvPr/>
        </p:nvSpPr>
        <p:spPr>
          <a:xfrm>
            <a:off x="5983584" y="1689484"/>
            <a:ext cx="2811331" cy="307777"/>
          </a:xfrm>
          <a:prstGeom prst="rect">
            <a:avLst/>
          </a:prstGeom>
          <a:noFill/>
        </p:spPr>
        <p:txBody>
          <a:bodyPr wrap="square">
            <a:spAutoFit/>
          </a:bodyPr>
          <a:lstStyle/>
          <a:p>
            <a:r>
              <a:rPr lang="en-US" dirty="0"/>
              <a:t>(argument1, argument2…)</a:t>
            </a:r>
          </a:p>
        </p:txBody>
      </p:sp>
      <p:sp>
        <p:nvSpPr>
          <p:cNvPr id="13" name="TextBox 12">
            <a:extLst>
              <a:ext uri="{FF2B5EF4-FFF2-40B4-BE49-F238E27FC236}">
                <a16:creationId xmlns:a16="http://schemas.microsoft.com/office/drawing/2014/main" id="{569A5F5A-A85D-B64A-ED5C-A4D26830EB75}"/>
              </a:ext>
            </a:extLst>
          </p:cNvPr>
          <p:cNvSpPr txBox="1"/>
          <p:nvPr/>
        </p:nvSpPr>
        <p:spPr>
          <a:xfrm>
            <a:off x="303273" y="2931385"/>
            <a:ext cx="479502" cy="307777"/>
          </a:xfrm>
          <a:prstGeom prst="rect">
            <a:avLst/>
          </a:prstGeom>
          <a:noFill/>
        </p:spPr>
        <p:txBody>
          <a:bodyPr wrap="square">
            <a:spAutoFit/>
          </a:bodyPr>
          <a:lstStyle/>
          <a:p>
            <a:r>
              <a:rPr lang="en-US" b="0" i="0" dirty="0">
                <a:solidFill>
                  <a:srgbClr val="222222"/>
                </a:solidFill>
                <a:effectLst/>
                <a:latin typeface="Arial" panose="020B0604020202020204" pitchFamily="34" charset="0"/>
              </a:rPr>
              <a:t>def</a:t>
            </a:r>
            <a:endParaRPr lang="en-US" dirty="0"/>
          </a:p>
        </p:txBody>
      </p:sp>
      <p:sp>
        <p:nvSpPr>
          <p:cNvPr id="14" name="TextBox 13">
            <a:extLst>
              <a:ext uri="{FF2B5EF4-FFF2-40B4-BE49-F238E27FC236}">
                <a16:creationId xmlns:a16="http://schemas.microsoft.com/office/drawing/2014/main" id="{B2E91B79-F9AE-DD3B-349B-57CF7F742C6F}"/>
              </a:ext>
            </a:extLst>
          </p:cNvPr>
          <p:cNvSpPr txBox="1"/>
          <p:nvPr/>
        </p:nvSpPr>
        <p:spPr>
          <a:xfrm>
            <a:off x="727618" y="2931383"/>
            <a:ext cx="3442938" cy="307777"/>
          </a:xfrm>
          <a:prstGeom prst="rect">
            <a:avLst/>
          </a:prstGeom>
          <a:noFill/>
        </p:spPr>
        <p:txBody>
          <a:bodyPr wrap="square">
            <a:spAutoFit/>
          </a:bodyPr>
          <a:lstStyle/>
          <a:p>
            <a:r>
              <a:rPr lang="en-US" dirty="0" err="1"/>
              <a:t>add_together</a:t>
            </a:r>
            <a:endParaRPr lang="en-US" dirty="0"/>
          </a:p>
        </p:txBody>
      </p:sp>
      <p:sp>
        <p:nvSpPr>
          <p:cNvPr id="16" name="TextBox 15">
            <a:extLst>
              <a:ext uri="{FF2B5EF4-FFF2-40B4-BE49-F238E27FC236}">
                <a16:creationId xmlns:a16="http://schemas.microsoft.com/office/drawing/2014/main" id="{025D96E4-4FEA-4F29-7F87-BFE40ECCE9BD}"/>
              </a:ext>
            </a:extLst>
          </p:cNvPr>
          <p:cNvSpPr txBox="1"/>
          <p:nvPr/>
        </p:nvSpPr>
        <p:spPr>
          <a:xfrm>
            <a:off x="1795347" y="2931381"/>
            <a:ext cx="4572000" cy="307777"/>
          </a:xfrm>
          <a:prstGeom prst="rect">
            <a:avLst/>
          </a:prstGeom>
          <a:noFill/>
        </p:spPr>
        <p:txBody>
          <a:bodyPr wrap="square">
            <a:spAutoFit/>
          </a:bodyPr>
          <a:lstStyle/>
          <a:p>
            <a:r>
              <a:rPr lang="en-US" dirty="0"/>
              <a:t>(number1, number2):</a:t>
            </a:r>
          </a:p>
        </p:txBody>
      </p:sp>
      <p:sp>
        <p:nvSpPr>
          <p:cNvPr id="17" name="TextBox 16">
            <a:extLst>
              <a:ext uri="{FF2B5EF4-FFF2-40B4-BE49-F238E27FC236}">
                <a16:creationId xmlns:a16="http://schemas.microsoft.com/office/drawing/2014/main" id="{FF4757C2-59BD-7198-CDEA-3902BE512F65}"/>
              </a:ext>
            </a:extLst>
          </p:cNvPr>
          <p:cNvSpPr txBox="1"/>
          <p:nvPr/>
        </p:nvSpPr>
        <p:spPr>
          <a:xfrm>
            <a:off x="688601" y="3239158"/>
            <a:ext cx="4572000" cy="307777"/>
          </a:xfrm>
          <a:prstGeom prst="rect">
            <a:avLst/>
          </a:prstGeom>
          <a:noFill/>
        </p:spPr>
        <p:txBody>
          <a:bodyPr wrap="square">
            <a:spAutoFit/>
          </a:bodyPr>
          <a:lstStyle/>
          <a:p>
            <a:r>
              <a:rPr lang="en-US" dirty="0"/>
              <a:t> sum = number1 + number2</a:t>
            </a:r>
          </a:p>
        </p:txBody>
      </p:sp>
      <p:sp>
        <p:nvSpPr>
          <p:cNvPr id="18" name="TextBox 17">
            <a:extLst>
              <a:ext uri="{FF2B5EF4-FFF2-40B4-BE49-F238E27FC236}">
                <a16:creationId xmlns:a16="http://schemas.microsoft.com/office/drawing/2014/main" id="{97E7A6F6-730A-FB1C-78FB-8B05EE46B4E2}"/>
              </a:ext>
            </a:extLst>
          </p:cNvPr>
          <p:cNvSpPr txBox="1"/>
          <p:nvPr/>
        </p:nvSpPr>
        <p:spPr>
          <a:xfrm>
            <a:off x="727618" y="3514063"/>
            <a:ext cx="2811331" cy="307777"/>
          </a:xfrm>
          <a:prstGeom prst="rect">
            <a:avLst/>
          </a:prstGeom>
          <a:noFill/>
        </p:spPr>
        <p:txBody>
          <a:bodyPr wrap="square">
            <a:spAutoFit/>
          </a:bodyPr>
          <a:lstStyle/>
          <a:p>
            <a:r>
              <a:rPr lang="en-US" dirty="0"/>
              <a:t>return sum</a:t>
            </a:r>
          </a:p>
        </p:txBody>
      </p:sp>
      <p:sp>
        <p:nvSpPr>
          <p:cNvPr id="19" name="TextBox 18">
            <a:extLst>
              <a:ext uri="{FF2B5EF4-FFF2-40B4-BE49-F238E27FC236}">
                <a16:creationId xmlns:a16="http://schemas.microsoft.com/office/drawing/2014/main" id="{9DF1A6EF-10C3-59EC-C311-1B21B81E86D9}"/>
              </a:ext>
            </a:extLst>
          </p:cNvPr>
          <p:cNvSpPr txBox="1"/>
          <p:nvPr/>
        </p:nvSpPr>
        <p:spPr>
          <a:xfrm>
            <a:off x="4841819" y="2908210"/>
            <a:ext cx="3442938" cy="307777"/>
          </a:xfrm>
          <a:prstGeom prst="rect">
            <a:avLst/>
          </a:prstGeom>
          <a:noFill/>
        </p:spPr>
        <p:txBody>
          <a:bodyPr wrap="square">
            <a:spAutoFit/>
          </a:bodyPr>
          <a:lstStyle/>
          <a:p>
            <a:r>
              <a:rPr lang="en-US" dirty="0"/>
              <a:t>result1 = </a:t>
            </a:r>
            <a:r>
              <a:rPr lang="en-US" dirty="0" err="1"/>
              <a:t>add_together</a:t>
            </a:r>
            <a:endParaRPr lang="en-US" dirty="0"/>
          </a:p>
        </p:txBody>
      </p:sp>
      <p:sp>
        <p:nvSpPr>
          <p:cNvPr id="20" name="TextBox 19">
            <a:extLst>
              <a:ext uri="{FF2B5EF4-FFF2-40B4-BE49-F238E27FC236}">
                <a16:creationId xmlns:a16="http://schemas.microsoft.com/office/drawing/2014/main" id="{F50CA314-1F19-EF08-50C1-F1D61F4853D4}"/>
              </a:ext>
            </a:extLst>
          </p:cNvPr>
          <p:cNvSpPr txBox="1"/>
          <p:nvPr/>
        </p:nvSpPr>
        <p:spPr>
          <a:xfrm>
            <a:off x="6620427" y="2898988"/>
            <a:ext cx="4572000" cy="523220"/>
          </a:xfrm>
          <a:prstGeom prst="rect">
            <a:avLst/>
          </a:prstGeom>
          <a:noFill/>
        </p:spPr>
        <p:txBody>
          <a:bodyPr wrap="square">
            <a:spAutoFit/>
          </a:bodyPr>
          <a:lstStyle/>
          <a:p>
            <a:r>
              <a:rPr lang="en-US" dirty="0"/>
              <a:t>(10, 20)</a:t>
            </a:r>
          </a:p>
          <a:p>
            <a:endParaRPr lang="en-US" dirty="0"/>
          </a:p>
        </p:txBody>
      </p:sp>
      <p:sp>
        <p:nvSpPr>
          <p:cNvPr id="21" name="TextBox 20">
            <a:extLst>
              <a:ext uri="{FF2B5EF4-FFF2-40B4-BE49-F238E27FC236}">
                <a16:creationId xmlns:a16="http://schemas.microsoft.com/office/drawing/2014/main" id="{34F3142D-23A4-D7CF-F9C2-BF549BD76B6A}"/>
              </a:ext>
            </a:extLst>
          </p:cNvPr>
          <p:cNvSpPr txBox="1"/>
          <p:nvPr/>
        </p:nvSpPr>
        <p:spPr>
          <a:xfrm>
            <a:off x="4841819" y="3214342"/>
            <a:ext cx="3442938" cy="307777"/>
          </a:xfrm>
          <a:prstGeom prst="rect">
            <a:avLst/>
          </a:prstGeom>
          <a:noFill/>
        </p:spPr>
        <p:txBody>
          <a:bodyPr wrap="square">
            <a:spAutoFit/>
          </a:bodyPr>
          <a:lstStyle/>
          <a:p>
            <a:r>
              <a:rPr lang="en-US" dirty="0"/>
              <a:t>result2 = </a:t>
            </a:r>
            <a:r>
              <a:rPr lang="en-US" dirty="0" err="1"/>
              <a:t>add_together</a:t>
            </a:r>
            <a:r>
              <a:rPr lang="en-US" dirty="0"/>
              <a:t>(5, 7)</a:t>
            </a:r>
          </a:p>
        </p:txBody>
      </p:sp>
      <p:sp>
        <p:nvSpPr>
          <p:cNvPr id="22" name="TextBox 21">
            <a:extLst>
              <a:ext uri="{FF2B5EF4-FFF2-40B4-BE49-F238E27FC236}">
                <a16:creationId xmlns:a16="http://schemas.microsoft.com/office/drawing/2014/main" id="{D11113CB-D694-2CDC-C1D1-E06EAAF3AD64}"/>
              </a:ext>
            </a:extLst>
          </p:cNvPr>
          <p:cNvSpPr txBox="1"/>
          <p:nvPr/>
        </p:nvSpPr>
        <p:spPr>
          <a:xfrm>
            <a:off x="4841819" y="3501915"/>
            <a:ext cx="3442938" cy="307777"/>
          </a:xfrm>
          <a:prstGeom prst="rect">
            <a:avLst/>
          </a:prstGeom>
          <a:noFill/>
        </p:spPr>
        <p:txBody>
          <a:bodyPr wrap="square">
            <a:spAutoFit/>
          </a:bodyPr>
          <a:lstStyle/>
          <a:p>
            <a:r>
              <a:rPr lang="en-US" dirty="0"/>
              <a:t>result3 = </a:t>
            </a:r>
            <a:r>
              <a:rPr lang="en-US" dirty="0" err="1"/>
              <a:t>add_together</a:t>
            </a:r>
            <a:r>
              <a:rPr lang="en-US" dirty="0"/>
              <a:t>(100, 10)</a:t>
            </a:r>
          </a:p>
        </p:txBody>
      </p:sp>
      <p:sp>
        <p:nvSpPr>
          <p:cNvPr id="23" name="TextBox 22">
            <a:extLst>
              <a:ext uri="{FF2B5EF4-FFF2-40B4-BE49-F238E27FC236}">
                <a16:creationId xmlns:a16="http://schemas.microsoft.com/office/drawing/2014/main" id="{9B4E1A0E-7435-530F-1B74-12CCE07EC9CF}"/>
              </a:ext>
            </a:extLst>
          </p:cNvPr>
          <p:cNvSpPr txBox="1"/>
          <p:nvPr/>
        </p:nvSpPr>
        <p:spPr>
          <a:xfrm>
            <a:off x="3838808" y="3884852"/>
            <a:ext cx="5057078" cy="307777"/>
          </a:xfrm>
          <a:prstGeom prst="rect">
            <a:avLst/>
          </a:prstGeom>
          <a:noFill/>
        </p:spPr>
        <p:txBody>
          <a:bodyPr wrap="square">
            <a:spAutoFit/>
          </a:bodyPr>
          <a:lstStyle/>
          <a:p>
            <a:r>
              <a:rPr lang="en-US" dirty="0"/>
              <a:t>What would be printed out if we ran these three lines of code?</a:t>
            </a:r>
          </a:p>
        </p:txBody>
      </p:sp>
      <p:sp>
        <p:nvSpPr>
          <p:cNvPr id="24" name="TextBox 23">
            <a:extLst>
              <a:ext uri="{FF2B5EF4-FFF2-40B4-BE49-F238E27FC236}">
                <a16:creationId xmlns:a16="http://schemas.microsoft.com/office/drawing/2014/main" id="{9B41B926-C803-7DDF-DCA2-8EB4D818CC24}"/>
              </a:ext>
            </a:extLst>
          </p:cNvPr>
          <p:cNvSpPr txBox="1"/>
          <p:nvPr/>
        </p:nvSpPr>
        <p:spPr>
          <a:xfrm>
            <a:off x="4841819" y="4192975"/>
            <a:ext cx="3442938" cy="738664"/>
          </a:xfrm>
          <a:prstGeom prst="rect">
            <a:avLst/>
          </a:prstGeom>
          <a:noFill/>
        </p:spPr>
        <p:txBody>
          <a:bodyPr wrap="square">
            <a:spAutoFit/>
          </a:bodyPr>
          <a:lstStyle/>
          <a:p>
            <a:r>
              <a:rPr lang="en-US" dirty="0"/>
              <a:t>print(result1)</a:t>
            </a:r>
          </a:p>
          <a:p>
            <a:r>
              <a:rPr lang="en-US" dirty="0"/>
              <a:t>print(result2)</a:t>
            </a:r>
          </a:p>
          <a:p>
            <a:r>
              <a:rPr lang="en-US" dirty="0"/>
              <a:t>print(result3)</a:t>
            </a:r>
          </a:p>
        </p:txBody>
      </p:sp>
    </p:spTree>
    <p:extLst>
      <p:ext uri="{BB962C8B-B14F-4D97-AF65-F5344CB8AC3E}">
        <p14:creationId xmlns:p14="http://schemas.microsoft.com/office/powerpoint/2010/main" val="3652852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P spid="9" grpId="0"/>
      <p:bldP spid="10" grpId="0"/>
      <p:bldP spid="11" grpId="0"/>
      <p:bldP spid="12" grpId="0"/>
      <p:bldP spid="13" grpId="0"/>
      <p:bldP spid="14" grpId="0"/>
      <p:bldP spid="16" grpId="0"/>
      <p:bldP spid="17" grpId="0"/>
      <p:bldP spid="18" grpId="0"/>
      <p:bldP spid="19" grpId="0"/>
      <p:bldP spid="20" grpId="0"/>
      <p:bldP spid="21" grpId="0"/>
      <p:bldP spid="22" grpId="0"/>
      <p:bldP spid="23" grpId="0"/>
      <p:bldP spid="2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33CB63-0862-4EC6-8BA7-94D8619835CD}"/>
              </a:ext>
            </a:extLst>
          </p:cNvPr>
          <p:cNvSpPr>
            <a:spLocks noGrp="1"/>
          </p:cNvSpPr>
          <p:nvPr>
            <p:ph idx="1"/>
          </p:nvPr>
        </p:nvSpPr>
        <p:spPr/>
        <p:txBody>
          <a:bodyPr>
            <a:normAutofit/>
          </a:bodyPr>
          <a:lstStyle/>
          <a:p>
            <a:r>
              <a:rPr lang="en-US" dirty="0"/>
              <a:t>Write a python function that calculates and </a:t>
            </a:r>
            <a:r>
              <a:rPr lang="en-US" b="1" dirty="0"/>
              <a:t>returns </a:t>
            </a:r>
            <a:r>
              <a:rPr lang="en-US" dirty="0"/>
              <a:t>the area of a rectangle using two integer inputs from the user! Outside of the function call, print the area.</a:t>
            </a:r>
          </a:p>
        </p:txBody>
      </p:sp>
      <p:sp>
        <p:nvSpPr>
          <p:cNvPr id="2" name="Title 1">
            <a:extLst>
              <a:ext uri="{FF2B5EF4-FFF2-40B4-BE49-F238E27FC236}">
                <a16:creationId xmlns:a16="http://schemas.microsoft.com/office/drawing/2014/main" id="{56BB22C1-C97C-7358-F5A7-8EABD5DFEE3A}"/>
              </a:ext>
            </a:extLst>
          </p:cNvPr>
          <p:cNvSpPr>
            <a:spLocks noGrp="1"/>
          </p:cNvSpPr>
          <p:nvPr>
            <p:ph type="title"/>
          </p:nvPr>
        </p:nvSpPr>
        <p:spPr>
          <a:xfrm>
            <a:off x="381000" y="0"/>
            <a:ext cx="8382000" cy="857250"/>
          </a:xfrm>
        </p:spPr>
        <p:txBody>
          <a:bodyPr/>
          <a:lstStyle/>
          <a:p>
            <a:r>
              <a:rPr lang="en-US" dirty="0"/>
              <a:t>In Class Exercise #1</a:t>
            </a:r>
          </a:p>
        </p:txBody>
      </p:sp>
    </p:spTree>
    <p:extLst>
      <p:ext uri="{BB962C8B-B14F-4D97-AF65-F5344CB8AC3E}">
        <p14:creationId xmlns:p14="http://schemas.microsoft.com/office/powerpoint/2010/main" val="305716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FFBF-64D9-49B2-877B-51A6A3E8AE6D}"/>
              </a:ext>
            </a:extLst>
          </p:cNvPr>
          <p:cNvSpPr>
            <a:spLocks noGrp="1"/>
          </p:cNvSpPr>
          <p:nvPr>
            <p:ph type="title"/>
          </p:nvPr>
        </p:nvSpPr>
        <p:spPr/>
        <p:txBody>
          <a:bodyPr/>
          <a:lstStyle/>
          <a:p>
            <a:r>
              <a:rPr lang="en-US" dirty="0"/>
              <a:t>In Class Exercise #2</a:t>
            </a:r>
          </a:p>
        </p:txBody>
      </p:sp>
      <p:sp>
        <p:nvSpPr>
          <p:cNvPr id="3" name="Content Placeholder 2">
            <a:extLst>
              <a:ext uri="{FF2B5EF4-FFF2-40B4-BE49-F238E27FC236}">
                <a16:creationId xmlns:a16="http://schemas.microsoft.com/office/drawing/2014/main" id="{6933CB63-0862-4EC6-8BA7-94D8619835CD}"/>
              </a:ext>
            </a:extLst>
          </p:cNvPr>
          <p:cNvSpPr>
            <a:spLocks noGrp="1"/>
          </p:cNvSpPr>
          <p:nvPr>
            <p:ph idx="1"/>
          </p:nvPr>
        </p:nvSpPr>
        <p:spPr/>
        <p:txBody>
          <a:bodyPr>
            <a:normAutofit/>
          </a:bodyPr>
          <a:lstStyle/>
          <a:p>
            <a:r>
              <a:rPr lang="en-US" dirty="0"/>
              <a:t>Write a function called tip() that has two parameters named total and percentage.</a:t>
            </a:r>
          </a:p>
          <a:p>
            <a:endParaRPr lang="en-US" dirty="0"/>
          </a:p>
          <a:p>
            <a:r>
              <a:rPr lang="en-US" dirty="0"/>
              <a:t>This function should </a:t>
            </a:r>
            <a:r>
              <a:rPr lang="en-US" b="1" dirty="0"/>
              <a:t>return</a:t>
            </a:r>
            <a:r>
              <a:rPr lang="en-US" dirty="0"/>
              <a:t> the amount you should tip given a total and the percentage you want to tip.  Print the amount returned outside of the function call.</a:t>
            </a:r>
          </a:p>
          <a:p>
            <a:endParaRPr lang="en-US" dirty="0"/>
          </a:p>
          <a:p>
            <a:pPr marL="0" indent="0">
              <a:buNone/>
            </a:pPr>
            <a:r>
              <a:rPr lang="en-US" dirty="0"/>
              <a:t>       tip(10, 25) = 2.5</a:t>
            </a:r>
          </a:p>
        </p:txBody>
      </p:sp>
    </p:spTree>
    <p:extLst>
      <p:ext uri="{BB962C8B-B14F-4D97-AF65-F5344CB8AC3E}">
        <p14:creationId xmlns:p14="http://schemas.microsoft.com/office/powerpoint/2010/main" val="18525927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FFBF-64D9-49B2-877B-51A6A3E8AE6D}"/>
              </a:ext>
            </a:extLst>
          </p:cNvPr>
          <p:cNvSpPr>
            <a:spLocks noGrp="1"/>
          </p:cNvSpPr>
          <p:nvPr>
            <p:ph type="title"/>
          </p:nvPr>
        </p:nvSpPr>
        <p:spPr/>
        <p:txBody>
          <a:bodyPr/>
          <a:lstStyle/>
          <a:p>
            <a:r>
              <a:rPr lang="en-US" dirty="0"/>
              <a:t>In Class Exercise #3</a:t>
            </a:r>
          </a:p>
        </p:txBody>
      </p:sp>
      <p:sp>
        <p:nvSpPr>
          <p:cNvPr id="3" name="Content Placeholder 2">
            <a:extLst>
              <a:ext uri="{FF2B5EF4-FFF2-40B4-BE49-F238E27FC236}">
                <a16:creationId xmlns:a16="http://schemas.microsoft.com/office/drawing/2014/main" id="{6933CB63-0862-4EC6-8BA7-94D8619835CD}"/>
              </a:ext>
            </a:extLst>
          </p:cNvPr>
          <p:cNvSpPr>
            <a:spLocks noGrp="1"/>
          </p:cNvSpPr>
          <p:nvPr>
            <p:ph idx="1"/>
          </p:nvPr>
        </p:nvSpPr>
        <p:spPr/>
        <p:txBody>
          <a:bodyPr>
            <a:normAutofit/>
          </a:bodyPr>
          <a:lstStyle/>
          <a:p>
            <a:r>
              <a:rPr lang="en-US" dirty="0"/>
              <a:t>Write a function that takes a numerical input from the user, cubes that number, and then </a:t>
            </a:r>
            <a:r>
              <a:rPr lang="en-US" b="1" dirty="0"/>
              <a:t>returns</a:t>
            </a:r>
            <a:r>
              <a:rPr lang="en-US" dirty="0"/>
              <a:t> the result.  Print the result outside of the function call.</a:t>
            </a:r>
          </a:p>
          <a:p>
            <a:endParaRPr lang="en-US" dirty="0"/>
          </a:p>
        </p:txBody>
      </p:sp>
    </p:spTree>
    <p:extLst>
      <p:ext uri="{BB962C8B-B14F-4D97-AF65-F5344CB8AC3E}">
        <p14:creationId xmlns:p14="http://schemas.microsoft.com/office/powerpoint/2010/main" val="24801266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FFBF-64D9-49B2-877B-51A6A3E8AE6D}"/>
              </a:ext>
            </a:extLst>
          </p:cNvPr>
          <p:cNvSpPr>
            <a:spLocks noGrp="1"/>
          </p:cNvSpPr>
          <p:nvPr>
            <p:ph type="title"/>
          </p:nvPr>
        </p:nvSpPr>
        <p:spPr/>
        <p:txBody>
          <a:bodyPr/>
          <a:lstStyle/>
          <a:p>
            <a:r>
              <a:rPr lang="en-US" dirty="0"/>
              <a:t>In Class Exercise #4</a:t>
            </a:r>
          </a:p>
        </p:txBody>
      </p:sp>
      <p:sp>
        <p:nvSpPr>
          <p:cNvPr id="3" name="Content Placeholder 2">
            <a:extLst>
              <a:ext uri="{FF2B5EF4-FFF2-40B4-BE49-F238E27FC236}">
                <a16:creationId xmlns:a16="http://schemas.microsoft.com/office/drawing/2014/main" id="{6933CB63-0862-4EC6-8BA7-94D8619835CD}"/>
              </a:ext>
            </a:extLst>
          </p:cNvPr>
          <p:cNvSpPr>
            <a:spLocks noGrp="1"/>
          </p:cNvSpPr>
          <p:nvPr>
            <p:ph idx="1"/>
          </p:nvPr>
        </p:nvSpPr>
        <p:spPr/>
        <p:txBody>
          <a:bodyPr>
            <a:normAutofit/>
          </a:bodyPr>
          <a:lstStyle/>
          <a:p>
            <a:r>
              <a:rPr lang="en-US" dirty="0"/>
              <a:t>Write a function that is called “</a:t>
            </a:r>
            <a:r>
              <a:rPr lang="en-US" dirty="0" err="1"/>
              <a:t>has_more_letters</a:t>
            </a:r>
            <a:r>
              <a:rPr lang="en-US" dirty="0"/>
              <a:t>”.  This function should accept two strings as arguments, and will </a:t>
            </a:r>
            <a:r>
              <a:rPr lang="en-US" b="1" u="sng" dirty="0"/>
              <a:t>return</a:t>
            </a:r>
            <a:r>
              <a:rPr lang="en-US" dirty="0"/>
              <a:t> the string that has more letters.  Outside of the function call, print the string with more letters.</a:t>
            </a:r>
          </a:p>
        </p:txBody>
      </p:sp>
    </p:spTree>
    <p:extLst>
      <p:ext uri="{BB962C8B-B14F-4D97-AF65-F5344CB8AC3E}">
        <p14:creationId xmlns:p14="http://schemas.microsoft.com/office/powerpoint/2010/main" val="18183658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FFBF-64D9-49B2-877B-51A6A3E8AE6D}"/>
              </a:ext>
            </a:extLst>
          </p:cNvPr>
          <p:cNvSpPr>
            <a:spLocks noGrp="1"/>
          </p:cNvSpPr>
          <p:nvPr>
            <p:ph type="title"/>
          </p:nvPr>
        </p:nvSpPr>
        <p:spPr/>
        <p:txBody>
          <a:bodyPr/>
          <a:lstStyle/>
          <a:p>
            <a:r>
              <a:rPr lang="en-US" dirty="0"/>
              <a:t>In Class Exercise #5</a:t>
            </a:r>
          </a:p>
        </p:txBody>
      </p:sp>
      <p:sp>
        <p:nvSpPr>
          <p:cNvPr id="3" name="Content Placeholder 2">
            <a:extLst>
              <a:ext uri="{FF2B5EF4-FFF2-40B4-BE49-F238E27FC236}">
                <a16:creationId xmlns:a16="http://schemas.microsoft.com/office/drawing/2014/main" id="{6933CB63-0862-4EC6-8BA7-94D8619835CD}"/>
              </a:ext>
            </a:extLst>
          </p:cNvPr>
          <p:cNvSpPr>
            <a:spLocks noGrp="1"/>
          </p:cNvSpPr>
          <p:nvPr>
            <p:ph idx="1"/>
          </p:nvPr>
        </p:nvSpPr>
        <p:spPr/>
        <p:txBody>
          <a:bodyPr>
            <a:normAutofit/>
          </a:bodyPr>
          <a:lstStyle/>
          <a:p>
            <a:r>
              <a:rPr lang="en-US" dirty="0"/>
              <a:t>Write a function that is called “</a:t>
            </a:r>
            <a:r>
              <a:rPr lang="en-US" dirty="0" err="1"/>
              <a:t>count_char_x</a:t>
            </a:r>
            <a:r>
              <a:rPr lang="en-US" dirty="0"/>
              <a:t>”.  This function should accept two inputs, a word and a character.  The function will return how many instances of the character are in the word.</a:t>
            </a:r>
          </a:p>
        </p:txBody>
      </p:sp>
    </p:spTree>
    <p:extLst>
      <p:ext uri="{BB962C8B-B14F-4D97-AF65-F5344CB8AC3E}">
        <p14:creationId xmlns:p14="http://schemas.microsoft.com/office/powerpoint/2010/main" val="21804544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8B6A-04FD-4F39-B24F-5A6F46DC3CF0}"/>
              </a:ext>
            </a:extLst>
          </p:cNvPr>
          <p:cNvSpPr>
            <a:spLocks noGrp="1"/>
          </p:cNvSpPr>
          <p:nvPr>
            <p:ph type="title"/>
          </p:nvPr>
        </p:nvSpPr>
        <p:spPr>
          <a:xfrm>
            <a:off x="381000" y="1967163"/>
            <a:ext cx="8382000" cy="857250"/>
          </a:xfrm>
        </p:spPr>
        <p:txBody>
          <a:bodyPr/>
          <a:lstStyle/>
          <a:p>
            <a:r>
              <a:rPr lang="en-US" dirty="0"/>
              <a:t>What did you learn?</a:t>
            </a:r>
          </a:p>
        </p:txBody>
      </p:sp>
    </p:spTree>
    <p:extLst>
      <p:ext uri="{BB962C8B-B14F-4D97-AF65-F5344CB8AC3E}">
        <p14:creationId xmlns:p14="http://schemas.microsoft.com/office/powerpoint/2010/main" val="29958051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a:xfrm>
            <a:off x="685800" y="2020491"/>
            <a:ext cx="7772400" cy="1102519"/>
          </a:xfrm>
        </p:spPr>
        <p:txBody>
          <a:bodyPr/>
          <a:lstStyle/>
          <a:p>
            <a:pPr eaLnBrk="1" hangingPunct="1"/>
            <a:r>
              <a:rPr lang="en-US" altLang="en-US" sz="4500" dirty="0"/>
              <a:t>Admin</a:t>
            </a:r>
            <a:endParaRPr lang="en-US" altLang="en-US" dirty="0"/>
          </a:p>
        </p:txBody>
      </p:sp>
    </p:spTree>
    <p:extLst>
      <p:ext uri="{BB962C8B-B14F-4D97-AF65-F5344CB8AC3E}">
        <p14:creationId xmlns:p14="http://schemas.microsoft.com/office/powerpoint/2010/main" val="2524704764"/>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1554</TotalTime>
  <Words>1186</Words>
  <Application>Microsoft Office PowerPoint</Application>
  <PresentationFormat>On-screen Show (16:9)</PresentationFormat>
  <Paragraphs>150</Paragraphs>
  <Slides>28</Slides>
  <Notes>27</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Roboto</vt:lpstr>
      <vt:lpstr>US Army 2023 AFC DEVCOM Logo</vt:lpstr>
      <vt:lpstr>Functions</vt:lpstr>
      <vt:lpstr> Motivation</vt:lpstr>
      <vt:lpstr> The Dunning-Kruger effect</vt:lpstr>
      <vt:lpstr> Course Schedule</vt:lpstr>
      <vt:lpstr>Review</vt:lpstr>
      <vt:lpstr>PowerPoint Presentation</vt:lpstr>
      <vt:lpstr>PowerPoint Presentation</vt:lpstr>
      <vt:lpstr>Modules</vt:lpstr>
      <vt:lpstr>What are some built-in Python functions that we have learned about?</vt:lpstr>
      <vt:lpstr>What if we want to add in some extra functionality to Python?  Give it a little boost?</vt:lpstr>
      <vt:lpstr>What are modules?   </vt:lpstr>
      <vt:lpstr>3 types of modules   </vt:lpstr>
      <vt:lpstr>PowerPoint Presentation</vt:lpstr>
      <vt:lpstr>Built-in Modules   </vt:lpstr>
      <vt:lpstr>Random Module    </vt:lpstr>
      <vt:lpstr>Write a Python Script that randomly generates an integer from 0 to 100.    If the integer is less than 50, state “The number is less than 50” if the number is 50, state “The number is 50” if the number is greater than 50, state “The number is greater than 50”  *Display the number to check your code*</vt:lpstr>
      <vt:lpstr>Write a Python script that:   name_list = [“John”, “Rachel”, “Sam”, “Carlos”, “Jane”]  Randomly picks a name from the list.    Print the name.</vt:lpstr>
      <vt:lpstr>Math Module    </vt:lpstr>
      <vt:lpstr>You want to build a circular patio for your home.  Write a program that prompts the user for the diameter of their patio (in feet).  With the diameter, calculate the total area of the patio.    Print the total area of the patio.  Print the number of bricks you suggest the user buys for their project. (Bricks are 4” x 6”)  Use math.pi</vt:lpstr>
      <vt:lpstr>User defined functions</vt:lpstr>
      <vt:lpstr>How do we create our own functions?</vt:lpstr>
      <vt:lpstr>In Class Exercise #1</vt:lpstr>
      <vt:lpstr>In Class Exercise #2</vt:lpstr>
      <vt:lpstr>In Class Exercise #3</vt:lpstr>
      <vt:lpstr>In Class Exercise #4</vt:lpstr>
      <vt:lpstr>In Class Exercise #5</vt:lpstr>
      <vt:lpstr>What did you learn?</vt:lpstr>
      <vt:lpstr>Admin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Ryan Neville</cp:lastModifiedBy>
  <cp:revision>13</cp:revision>
  <dcterms:modified xsi:type="dcterms:W3CDTF">2026-06-19T17:37:45Z</dcterms:modified>
</cp:coreProperties>
</file>
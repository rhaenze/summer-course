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0" r:id="rId5"/>
  </p:sldMasterIdLst>
  <p:notesMasterIdLst>
    <p:notesMasterId r:id="rId20"/>
  </p:notesMasterIdLst>
  <p:sldIdLst>
    <p:sldId id="256" r:id="rId6"/>
    <p:sldId id="266" r:id="rId7"/>
    <p:sldId id="257" r:id="rId8"/>
    <p:sldId id="259" r:id="rId9"/>
    <p:sldId id="264" r:id="rId10"/>
    <p:sldId id="268" r:id="rId11"/>
    <p:sldId id="265" r:id="rId12"/>
    <p:sldId id="258" r:id="rId13"/>
    <p:sldId id="260" r:id="rId14"/>
    <p:sldId id="262" r:id="rId15"/>
    <p:sldId id="263" r:id="rId16"/>
    <p:sldId id="270" r:id="rId17"/>
    <p:sldId id="267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8889" autoAdjust="0"/>
  </p:normalViewPr>
  <p:slideViewPr>
    <p:cSldViewPr snapToGrid="0">
      <p:cViewPr varScale="1">
        <p:scale>
          <a:sx n="71" d="100"/>
          <a:sy n="71" d="100"/>
        </p:scale>
        <p:origin x="56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588C-9717-44ED-B9A9-CBD9D1909AD4}" type="datetimeFigureOut">
              <a:rPr lang="en-US" smtClean="0"/>
              <a:t>24-Apr-26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0BBBCE-FA44-432B-84B0-7537B15976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29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(math) problems</a:t>
            </a:r>
          </a:p>
          <a:p>
            <a:r>
              <a:rPr lang="en-US" dirty="0"/>
              <a:t>Over 500 participants</a:t>
            </a:r>
          </a:p>
          <a:p>
            <a:r>
              <a:rPr lang="en-US" dirty="0"/>
              <a:t>Significant differences in groups (ANOVA)</a:t>
            </a:r>
          </a:p>
          <a:p>
            <a:endParaRPr lang="en-US" dirty="0"/>
          </a:p>
          <a:p>
            <a:r>
              <a:rPr lang="en-US" dirty="0"/>
              <a:t>https://arxiv.org/pdf/2604.04721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0BBBCE-FA44-432B-84B0-7537B15976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343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24 April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2915227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24 April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29208701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24 April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17796439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61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075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24 April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49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24 April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6037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24 April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661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24 April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9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24 April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63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24 April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9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24 April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7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24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328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67294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2545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24 April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61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24 April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90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24 April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944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870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898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72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597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24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056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24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83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24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33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24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62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24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339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24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360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24 April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489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601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24 April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0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5" r:id="rId13"/>
    <p:sldLayoutId id="2147483696" r:id="rId14"/>
    <p:sldLayoutId id="2147483697" r:id="rId15"/>
    <p:sldLayoutId id="2147483698" r:id="rId16"/>
    <p:sldLayoutId id="2147483699" r:id="rId17"/>
    <p:sldLayoutId id="2147483700" r:id="rId18"/>
    <p:sldLayoutId id="2147483701" r:id="rId19"/>
    <p:sldLayoutId id="2147483702" r:id="rId20"/>
    <p:sldLayoutId id="2147483703" r:id="rId21"/>
    <p:sldLayoutId id="2147483704" r:id="rId22"/>
    <p:sldLayoutId id="2147483705" r:id="rId23"/>
    <p:sldLayoutId id="2147483706" r:id="rId24"/>
    <p:sldLayoutId id="2147483707" r:id="rId25"/>
    <p:sldLayoutId id="2147483708" r:id="rId26"/>
    <p:sldLayoutId id="2147483709" r:id="rId27"/>
    <p:sldLayoutId id="2147483710" r:id="rId28"/>
    <p:sldLayoutId id="2147483711" r:id="rId29"/>
    <p:sldLayoutId id="2147483712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24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0DEDE9-4858-4C27-B4C6-4C6F5810836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E8D803-C316-B231-5C32-BF98564CBF6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E7DFB44-CB5A-D055-D208-29292EB83BA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27A23D-1264-C18B-8704-3BB8D3DDA81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55E2838-989D-7DF0-B18F-588792413AF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0621F-5C65-6818-0B88-534447F06CA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F84DC2-27D1-49EA-21F0-873B61A4379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AA21EBF-49CF-7D00-81EE-8DF3FE1242A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F38A44-B326-F4AE-602A-A0BEB3F1F43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9A58B16-C2F4-48E1-ADC9-25487CB5A9F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AI2C Course Intro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B6654-3FFC-A3A1-9164-25CDC978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333B6-F4A9-71BB-5470-0808A0EFC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Scheduling</a:t>
            </a:r>
          </a:p>
          <a:p>
            <a:r>
              <a:rPr lang="en-US" dirty="0"/>
              <a:t>Introductions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15155-18C3-DAA6-FC60-5AD4DC67B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24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0974A-437A-BFDF-9835-2ABB5CC47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59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C74CE5AE-5F74-8B53-9A6A-107510D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AC1A4853-2BE5-324F-194E-A65A4FDE2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Summer prep</a:t>
            </a:r>
          </a:p>
          <a:p>
            <a:r>
              <a:rPr lang="en-US" dirty="0"/>
              <a:t>CMU course</a:t>
            </a:r>
          </a:p>
          <a:p>
            <a:r>
              <a:rPr lang="en-US" dirty="0"/>
              <a:t>AI2C specifics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476938-33C4-D69D-C040-76FBCAEE7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24 April 2026</a:t>
            </a:fld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98FC7C2-68FB-353B-BACE-D9C68FBC75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3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E2E2A-93CC-228B-5D5D-F248940C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Summer Schedule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2D5C26D-6EF8-167E-E837-90FED81D1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536" y="1325881"/>
            <a:ext cx="11586927" cy="474605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555EF5-7236-389B-A096-020C6BD2B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A2635F-9AA6-9FE3-2A0C-E6C297FC66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344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30BA8-3CB6-0820-95DD-D4DF6E5F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Fall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B01E5-85B2-23DD-3DEC-95B976A7F3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21241-C0DA-590C-8635-E7CC002EE22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AF8C8-16DF-8237-872C-03B463147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ABC33E-B08E-351C-3C45-018F62A003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94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62A93-3009-6775-7E5C-19BEF313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CMU Schedule - Spring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97331-9A2A-82D0-BA4C-11D6F2FEC6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F3FCA-9EDB-EAC1-11EB-BFD0A0C5C5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9D8F6-9AEE-1FA3-E9E6-B67D676E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A3263F-8CDF-524B-DA61-A9CD0AEB46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24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D2D9-F3DC-085B-D5E7-C14EEAC54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AI2C Specifics - TBD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3509F69-3232-70FE-5C54-E8FC234790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397" y="1314155"/>
            <a:ext cx="8231292" cy="470965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A9356A-C6A1-1CA4-96F8-C108165D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F44555-9573-5A24-777B-0CE5D875AE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0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9E56E2B-F7F0-66BD-FE9C-392C14379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Schedule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D88B9-3357-EC07-CBC8-2BC307869C6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0900 – UTC – Morning class</a:t>
            </a:r>
          </a:p>
          <a:p>
            <a:r>
              <a:rPr lang="en-US" dirty="0"/>
              <a:t>1300 – UTC – Afternoon class</a:t>
            </a:r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4E78C1C-E064-347C-2437-40225FA9E3E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E2388-31A1-DD2E-2E5F-A5BD9A217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24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1A057-81B7-19AA-B0FD-7BF9FCA712C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40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CF2C6-D220-675D-1DA2-0D02F5793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Instructor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056F4-5930-A8DB-D462-2F188819AE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EAF692-C1F1-617F-9C2D-8BD3836DE6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0ACD7-0217-6059-FF43-8F111E44C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79715-71BB-9FB0-36B5-F206A17975F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44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07C8E-BBE1-1620-CD8C-FDEE7F1AE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Intros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9F202-B34B-3F90-05A2-14991C467C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>
                <a:sym typeface="Arial"/>
              </a:rPr>
              <a:t> Name</a:t>
            </a:r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Rank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What you do in the Army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Where you're coming from</a:t>
            </a:r>
            <a:endParaRPr lang="en-US" dirty="0"/>
          </a:p>
          <a:p>
            <a:pPr lvl="0"/>
            <a:endParaRPr lang="en-US" dirty="0">
              <a:sym typeface="Arial"/>
            </a:endParaRPr>
          </a:p>
          <a:p>
            <a:pPr lvl="0"/>
            <a:r>
              <a:rPr lang="en-US" dirty="0">
                <a:sym typeface="Arial"/>
              </a:rPr>
              <a:t> Your experience level with AI/Tech/Coding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7E88B4-6DCD-526F-D991-FB715395631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40EFC-913A-CB78-1FFB-140336903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6AA8E-E414-56E9-5916-7185B58E62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1085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31D11-BC39-04CB-F47C-2B7646869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E2F505-137B-1AC7-B0E0-8C0E9FF80DF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College courses</a:t>
            </a:r>
          </a:p>
          <a:p>
            <a:r>
              <a:rPr lang="en-US" dirty="0"/>
              <a:t>Python experience</a:t>
            </a:r>
          </a:p>
          <a:p>
            <a:pPr lvl="1"/>
            <a:r>
              <a:rPr lang="en-US" dirty="0"/>
              <a:t>DevOps</a:t>
            </a:r>
          </a:p>
          <a:p>
            <a:pPr lvl="1"/>
            <a:r>
              <a:rPr lang="en-US" dirty="0"/>
              <a:t>Cloud</a:t>
            </a:r>
          </a:p>
          <a:p>
            <a:r>
              <a:rPr lang="en-US" dirty="0"/>
              <a:t>Garbage in, garbage out</a:t>
            </a:r>
          </a:p>
          <a:p>
            <a:pPr lvl="1"/>
            <a:r>
              <a:rPr lang="en-US" dirty="0"/>
              <a:t>Do the material</a:t>
            </a:r>
          </a:p>
          <a:p>
            <a:pPr lvl="1"/>
            <a:r>
              <a:rPr lang="en-US" dirty="0"/>
              <a:t>Optional exercises</a:t>
            </a:r>
          </a:p>
          <a:p>
            <a:pPr lvl="1"/>
            <a:r>
              <a:rPr lang="en-US" dirty="0"/>
              <a:t>Accelerated program, no spoon-feeding</a:t>
            </a:r>
          </a:p>
          <a:p>
            <a:r>
              <a:rPr lang="en-US" dirty="0"/>
              <a:t>Academic Freedom / Equality</a:t>
            </a:r>
          </a:p>
          <a:p>
            <a:r>
              <a:rPr lang="en-US" dirty="0"/>
              <a:t>What do you want out of this?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76D62-E1B2-E345-5E34-1114082718D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CEAE7-E57F-4F11-1616-8208D3492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1D439-9617-EA17-D66A-F765FC7673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3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19F20-6347-584A-BCA2-BAE9AC8D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Assistance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8DC1FAFD-6C27-EB89-AF6C-D97D7CFBAE1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13692" y="1600200"/>
            <a:ext cx="6132482" cy="312671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32950-D79C-7986-0803-F6B857C67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E8291-E5F1-5171-CE44-034A6E101B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3C2F17F-325B-5CC6-C3B0-F07B7DD01C7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tretch>
            <a:fillRect/>
          </a:stretch>
        </p:blipFill>
        <p:spPr>
          <a:xfrm>
            <a:off x="945356" y="1600200"/>
            <a:ext cx="4572000" cy="4572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76BDAE6-F25C-FCF7-4ED5-5CBC3D4C1879}"/>
              </a:ext>
            </a:extLst>
          </p:cNvPr>
          <p:cNvSpPr txBox="1"/>
          <p:nvPr/>
        </p:nvSpPr>
        <p:spPr>
          <a:xfrm>
            <a:off x="5620870" y="5011270"/>
            <a:ext cx="6225303" cy="11609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not “don’t use AI”</a:t>
            </a:r>
          </a:p>
          <a:p>
            <a:pPr marL="182880" indent="-182880">
              <a:lnSpc>
                <a:spcPct val="95000"/>
              </a:lnSpc>
              <a:spcBef>
                <a:spcPts val="1000"/>
              </a:spcBef>
              <a:buSzPct val="100000"/>
              <a:buFont typeface="Arial"/>
              <a:buChar char="▪"/>
            </a:pPr>
            <a:r>
              <a:rPr lang="en-US" sz="1700" dirty="0"/>
              <a:t>It’s “use AI intelligently”</a:t>
            </a:r>
          </a:p>
        </p:txBody>
      </p:sp>
    </p:spTree>
    <p:extLst>
      <p:ext uri="{BB962C8B-B14F-4D97-AF65-F5344CB8AC3E}">
        <p14:creationId xmlns:p14="http://schemas.microsoft.com/office/powerpoint/2010/main" val="57844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4D5FD76-351F-7FD4-F9C6-32F168AF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Icebreaker - Human Bingo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D4283-DB82-2E73-7955-FBCA45E06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24 April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96F742-F0A4-7083-8E03-9A0A1148B6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9" name="Google Shape;181;p34">
            <a:extLst>
              <a:ext uri="{FF2B5EF4-FFF2-40B4-BE49-F238E27FC236}">
                <a16:creationId xmlns:a16="http://schemas.microsoft.com/office/drawing/2014/main" id="{6ECD85E3-B507-6E4C-1775-3A1EB7E25EB7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 rotWithShape="1">
          <a:blip r:embed="rId2">
            <a:alphaModFix/>
          </a:blip>
          <a:stretch/>
        </p:blipFill>
        <p:spPr>
          <a:xfrm>
            <a:off x="1736558" y="1542147"/>
            <a:ext cx="8718884" cy="4904372"/>
          </a:xfr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7760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9DDED307-F3C1-DA17-D86F-D7E088779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0353" y="3902885"/>
            <a:ext cx="8231293" cy="1189037"/>
          </a:xfrm>
        </p:spPr>
        <p:txBody>
          <a:bodyPr/>
          <a:lstStyle/>
          <a:p>
            <a:pPr algn="ctr"/>
            <a:r>
              <a:rPr lang="en-US" dirty="0"/>
              <a:t>Questions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51812-9F5B-FB55-52C9-F98B40D9EF5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24 April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14371-2A36-3BA2-968A-C671C4FDD13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1693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4FEF590B341F46AAAF568C3B82DA74" ma:contentTypeVersion="126" ma:contentTypeDescription="Create a new document." ma:contentTypeScope="" ma:versionID="da2759216466bc3ec804369b15a902a5">
  <xsd:schema xmlns:xsd="http://www.w3.org/2001/XMLSchema" xmlns:xs="http://www.w3.org/2001/XMLSchema" xmlns:p="http://schemas.microsoft.com/office/2006/metadata/properties" xmlns:ns1="http://schemas.microsoft.com/sharepoint/v3" xmlns:ns2="819a213c-e595-4af7-868c-5311d0f07b09" xmlns:ns3="43c4306d-bcae-48a3-b5b4-6245fba36c72" targetNamespace="http://schemas.microsoft.com/office/2006/metadata/properties" ma:root="true" ma:fieldsID="23a203c7101a14e7e286c2f61aba86b7" ns1:_="" ns2:_="" ns3:_="">
    <xsd:import namespace="http://schemas.microsoft.com/sharepoint/v3"/>
    <xsd:import namespace="819a213c-e595-4af7-868c-5311d0f07b09"/>
    <xsd:import namespace="43c4306d-bcae-48a3-b5b4-6245fba36c72"/>
    <xsd:element name="properties">
      <xsd:complexType>
        <xsd:sequence>
          <xsd:element name="documentManagement">
            <xsd:complexType>
              <xsd:all>
                <xsd:element ref="ns2:Name_x0028_Outlook_x0029_" minOccurs="0"/>
                <xsd:element ref="ns2:Status" minOccurs="0"/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k1cd0d7a50e348e5b2cecacdbb53a3ff" minOccurs="0"/>
                <xsd:element ref="ns3:TaxCatchAll" minOccurs="0"/>
                <xsd:element ref="ns2:k4bd3d618c344bb496a0035fa1bfa95e" minOccurs="0"/>
                <xsd:element ref="ns2:b3e0283348f04d719dc2db6c1ad0eab0" minOccurs="0"/>
                <xsd:element ref="ns2:n050dff107b041e7a8136cabb03c9f16" minOccurs="0"/>
                <xsd:element ref="ns2:m3911d227d12438196938f21bccbb829" minOccurs="0"/>
                <xsd:element ref="ns2:kf187aa08ef840c0be306c2b7cf181cc" minOccurs="0"/>
                <xsd:element ref="ns2:dbcc5996da9743a2aff52ccb96daf316" minOccurs="0"/>
                <xsd:element ref="ns2:e7bf107ab2e246c2ae3b25ccb19c4fe7" minOccurs="0"/>
                <xsd:element ref="ns2:k8ed72fc0ac74230bc2bce9a30aa3ff1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j3cec2dc15da4ea9ae4c2914aab734b8" minOccurs="0"/>
                <xsd:element ref="ns2:j85403ed819e4ad59bb8aa44734c7278" minOccurs="0"/>
                <xsd:element ref="ns3:_dlc_DocId" minOccurs="0"/>
                <xsd:element ref="ns3:_dlc_DocIdUrl" minOccurs="0"/>
                <xsd:element ref="ns3:_dlc_DocIdPersistId" minOccurs="0"/>
                <xsd:element ref="ns2:lcf76f155ced4ddcb4097134ff3c332f" minOccurs="0"/>
                <xsd:element ref="ns2:b2c7cbb6fa064dd095a8ebf73878e15c" minOccurs="0"/>
                <xsd:element ref="ns2:e41571422c3345b4bda9d3ac979b0442" minOccurs="0"/>
                <xsd:element ref="ns2:kf4578e6b9744d06891b013fb9171991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Teams" minOccurs="0"/>
                <xsd:element ref="ns2:MediaServiceObjectDetectorVersions" minOccurs="0"/>
                <xsd:element ref="ns2:MediaServiceSearchProperties" minOccurs="0"/>
                <xsd:element ref="ns2:Comments" minOccurs="0"/>
                <xsd:element ref="ns2:MediaServiceBillingMetadata" minOccurs="0"/>
                <xsd:element ref="ns2:Projec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56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57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9a213c-e595-4af7-868c-5311d0f07b09" elementFormDefault="qualified">
    <xsd:import namespace="http://schemas.microsoft.com/office/2006/documentManagement/types"/>
    <xsd:import namespace="http://schemas.microsoft.com/office/infopath/2007/PartnerControls"/>
    <xsd:element name="Name_x0028_Outlook_x0029_" ma:index="7" nillable="true" ma:displayName="Name (Outlook)" ma:format="Dropdown" ma:list="UserInfo" ma:SharePointGroup="0" ma:internalName="Name_x0028_Outlook_x0029_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atus" ma:index="16" nillable="true" ma:displayName="Status" ma:format="Dropdown" ma:hidden="true" ma:internalName="Status" ma:readOnly="false">
      <xsd:simpleType>
        <xsd:restriction base="dms:Choice">
          <xsd:enumeration value="Current"/>
          <xsd:enumeration value="Archive/Old"/>
          <xsd:enumeration value="NA"/>
          <xsd:enumeration value="Draft"/>
        </xsd:restriction>
      </xsd:simpleType>
    </xsd:element>
    <xsd:element name="MediaServiceMetadata" ma:index="2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25" nillable="true" ma:displayName="Tags" ma:hidden="true" ma:internalName="MediaServiceAutoTags" ma:readOnly="true">
      <xsd:simpleType>
        <xsd:restriction base="dms:Text"/>
      </xsd:simpleType>
    </xsd:element>
    <xsd:element name="MediaServiceOCR" ma:index="26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2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8" nillable="true" ma:displayName="MediaServiceEventHashCode" ma:hidden="true" ma:internalName="MediaServiceEventHashCode" ma:readOnly="true">
      <xsd:simpleType>
        <xsd:restriction base="dms:Text"/>
      </xsd:simpleType>
    </xsd:element>
    <xsd:element name="k1cd0d7a50e348e5b2cecacdbb53a3ff" ma:index="29" nillable="true" ma:taxonomy="true" ma:internalName="k1cd0d7a50e348e5b2cecacdbb53a3ff" ma:taxonomyFieldName="Solicitation_x0020_Status" ma:displayName="Solicitation Status" ma:readOnly="false" ma:default="1;#NA|6c779868-fdfe-4433-a583-74f72965e832" ma:fieldId="{41cd0d7a-50e3-48e5-b2ce-cacdbb53a3ff}" ma:sspId="cc874fec-6985-468d-9a86-0194f6fd86dc" ma:termSetId="a7e84a42-a39b-4531-845c-ea1fc61829d2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k4bd3d618c344bb496a0035fa1bfa95e" ma:index="31" nillable="true" ma:taxonomy="true" ma:internalName="k4bd3d618c344bb496a0035fa1bfa95e" ma:taxonomyFieldName="LOE" ma:displayName="LOE" ma:readOnly="false" ma:default="2;#NA|14e9068e-14f9-49cc-a753-38a742264b27" ma:fieldId="{44bd3d61-8c34-4bb4-96a0-035fa1bfa95e}" ma:sspId="cc874fec-6985-468d-9a86-0194f6fd86dc" ma:termSetId="e3775769-8da3-4df4-a925-8d72e92048b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b3e0283348f04d719dc2db6c1ad0eab0" ma:index="32" nillable="true" ma:taxonomy="true" ma:internalName="b3e0283348f04d719dc2db6c1ad0eab0" ma:taxonomyFieldName="Area_x0020_of_x0020_Interest" ma:displayName="Area of Interest" ma:readOnly="false" ma:default="" ma:fieldId="{b3e02833-48f0-4d71-9dc2-db6c1ad0eab0}" ma:sspId="cc874fec-6985-468d-9a86-0194f6fd86dc" ma:termSetId="ee579622-d2f1-4c74-b2cd-b7508c8c2fe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050dff107b041e7a8136cabb03c9f16" ma:index="33" nillable="true" ma:taxonomy="true" ma:internalName="n050dff107b041e7a8136cabb03c9f16" ma:taxonomyFieldName="Topic" ma:displayName="Topic" ma:default="" ma:fieldId="{7050dff1-07b0-41e7-a813-6cabb03c9f16}" ma:taxonomyMulti="true" ma:sspId="cc874fec-6985-468d-9a86-0194f6fd86dc" ma:termSetId="564c2603-edaa-4279-ba20-a50b6c34904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3911d227d12438196938f21bccbb829" ma:index="34" ma:taxonomy="true" ma:internalName="m3911d227d12438196938f21bccbb829" ma:taxonomyFieldName="Classification" ma:displayName="Classification" ma:default="5;#Unclassified|0e44ab2e-9e75-4d69-bacf-b9adbba64961" ma:fieldId="{63911d22-7d12-4381-9693-8f21bccbb829}" ma:sspId="cc874fec-6985-468d-9a86-0194f6fd86dc" ma:termSetId="cafe8798-7058-4f05-ac98-c72cef79a14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187aa08ef840c0be306c2b7cf181cc" ma:index="35" nillable="true" ma:taxonomy="true" ma:internalName="kf187aa08ef840c0be306c2b7cf181cc" ma:taxonomyFieldName="Directorate" ma:displayName="Document Owner" ma:indexed="true" ma:default="" ma:fieldId="{4f187aa0-8ef8-40c0-be30-6c2b7cf181cc}" ma:sspId="cc874fec-6985-468d-9a86-0194f6fd86dc" ma:termSetId="6a5736ba-8146-4f3f-8364-3314cb933e7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bcc5996da9743a2aff52ccb96daf316" ma:index="36" nillable="true" ma:taxonomy="true" ma:internalName="dbcc5996da9743a2aff52ccb96daf316" ma:taxonomyFieldName="Content_x0020_Type" ma:displayName="Document Type" ma:indexed="true" ma:readOnly="false" ma:default="" ma:fieldId="{dbcc5996-da97-43a2-aff5-2ccb96daf316}" ma:sspId="cc874fec-6985-468d-9a86-0194f6fd86dc" ma:termSetId="3a54f6fc-06b1-4d2e-9f56-417cd4a3a7b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7bf107ab2e246c2ae3b25ccb19c4fe7" ma:index="37" nillable="true" ma:taxonomy="true" ma:internalName="e7bf107ab2e246c2ae3b25ccb19c4fe7" ma:taxonomyFieldName="Fiscal_x0020_Year" ma:displayName="Fiscal Year" ma:indexed="true" ma:readOnly="false" ma:default="" ma:fieldId="{e7bf107a-b2e2-46c2-ae3b-25ccb19c4fe7}" ma:sspId="cc874fec-6985-468d-9a86-0194f6fd86dc" ma:termSetId="0f34983b-b629-4dd2-99ed-0c06de97fa1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8ed72fc0ac74230bc2bce9a30aa3ff1" ma:index="38" nillable="true" ma:taxonomy="true" ma:internalName="k8ed72fc0ac74230bc2bce9a30aa3ff1" ma:taxonomyFieldName="WorkStream_x002f_Portfolio" ma:displayName="Workstream/Portfolio" ma:indexed="true" ma:readOnly="false" ma:default="" ma:fieldId="{48ed72fc-0ac7-4230-bc2b-ce9a30aa3ff1}" ma:sspId="cc874fec-6985-468d-9a86-0194f6fd86dc" ma:termSetId="5662a39b-a151-4706-9a08-c9eda8c3d99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DateTaken" ma:index="4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42" nillable="true" ma:displayName="MediaLengthInSeconds" ma:hidden="true" ma:internalName="MediaLengthInSeconds" ma:readOnly="true">
      <xsd:simpleType>
        <xsd:restriction base="dms:Unknown"/>
      </xsd:simpleType>
    </xsd:element>
    <xsd:element name="j3cec2dc15da4ea9ae4c2914aab734b8" ma:index="43" nillable="true" ma:taxonomy="true" ma:internalName="j3cec2dc15da4ea9ae4c2914aab734b8" ma:taxonomyFieldName="Record_x0020_Type" ma:displayName="Record" ma:default="88;#Unofficial|fb72a3e1-cd07-4e90-8aa1-1e35bcf7448f" ma:fieldId="{33cec2dc-15da-4ea9-ae4c-2914aab734b8}" ma:sspId="cc874fec-6985-468d-9a86-0194f6fd86dc" ma:termSetId="0cf31371-acd7-4671-9576-2f3358482f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5403ed819e4ad59bb8aa44734c7278" ma:index="44" nillable="true" ma:taxonomy="true" ma:internalName="j85403ed819e4ad59bb8aa44734c7278" ma:taxonomyFieldName="External_x0020_Source_x002f_Partner" ma:displayName="External Source/Partner" ma:readOnly="false" ma:default="117;#NA|c413e2e5-7da6-4fb4-9318-c07a4c95104c" ma:fieldId="{385403ed-819e-4ad5-9bb8-aa44734c7278}" ma:taxonomyMulti="true" ma:sspId="cc874fec-6985-468d-9a86-0194f6fd86dc" ma:termSetId="67f66003-577c-443c-9b72-f88486c1170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cf76f155ced4ddcb4097134ff3c332f" ma:index="48" nillable="true" ma:taxonomy="true" ma:internalName="lcf76f155ced4ddcb4097134ff3c332f" ma:taxonomyFieldName="MediaServiceImageTags" ma:displayName="Image Tags" ma:readOnly="false" ma:fieldId="{5cf76f15-5ced-4ddc-b409-7134ff3c332f}" ma:taxonomyMulti="true" ma:sspId="cc874fec-6985-468d-9a86-0194f6fd86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b2c7cbb6fa064dd095a8ebf73878e15c" ma:index="49" ma:taxonomy="true" ma:internalName="b2c7cbb6fa064dd095a8ebf73878e15c" ma:taxonomyFieldName="Releasability" ma:displayName="Releasability" ma:default="332;#D|e66b2925-d207-445d-a7ac-7bf5587a61c3" ma:fieldId="{b2c7cbb6-fa06-4dd0-95a8-ebf73878e15c}" ma:sspId="cc874fec-6985-468d-9a86-0194f6fd86dc" ma:termSetId="fe1278fb-562c-4ee8-9a91-4df2c40d117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e41571422c3345b4bda9d3ac979b0442" ma:index="50" nillable="true" ma:taxonomy="true" ma:internalName="e41571422c3345b4bda9d3ac979b0442" ma:taxonomyFieldName="Disposition_x0020_Policy" ma:displayName="Disposition Policy" ma:default="336;#Destroy|81460359-14dd-47b4-9102-5fada66d1614" ma:fieldId="{e4157142-2c33-45b4-bda9-d3ac979b0442}" ma:sspId="cc874fec-6985-468d-9a86-0194f6fd86dc" ma:termSetId="fe128be2-986f-4032-8b9a-c7656f4d544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f4578e6b9744d06891b013fb9171991" ma:index="51" ma:taxonomy="true" ma:internalName="kf4578e6b9744d06891b013fb9171991" ma:taxonomyFieldName="Office_x0020_Symbol" ma:displayName="Office Symbol" ma:indexed="true" ma:default="352;#FCAI|fd9e9f27-4afa-4bd6-9815-b72522a6dee4" ma:fieldId="{4f4578e6-b974-4d06-891b-013fb9171991}" ma:sspId="cc874fec-6985-468d-9a86-0194f6fd86dc" ma:termSetId="d0686f46-3eb7-4613-84d0-e0dbe892c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Location" ma:index="52" nillable="true" ma:displayName="Location" ma:description="" ma:hidden="true" ma:internalName="MediaServiceLocation" ma:readOnly="true">
      <xsd:simpleType>
        <xsd:restriction base="dms:Text"/>
      </xsd:simpleType>
    </xsd:element>
    <xsd:element name="Teams" ma:index="59" nillable="true" ma:displayName="Account Status" ma:format="Dropdown" ma:hidden="true" ma:internalName="Teams" ma:readOnly="false">
      <xsd:simpleType>
        <xsd:restriction base="dms:Choice">
          <xsd:enumeration value="Pending Documents"/>
          <xsd:enumeration value="New Request (w/G2)"/>
          <xsd:enumeration value="In-Progress (w/cyber/ISSO)"/>
          <xsd:enumeration value="Completed"/>
          <xsd:enumeration value="NA"/>
        </xsd:restriction>
      </xsd:simpleType>
    </xsd:element>
    <xsd:element name="MediaServiceObjectDetectorVersions" ma:index="60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6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mments" ma:index="62" nillable="true" ma:displayName="To Open Comments" ma:format="Dropdown" ma:hidden="true" ma:internalName="Comments" ma:readOnly="false">
      <xsd:simpleType>
        <xsd:restriction base="dms:Note"/>
      </xsd:simpleType>
    </xsd:element>
    <xsd:element name="MediaServiceBillingMetadata" ma:index="63" nillable="true" ma:displayName="MediaServiceBillingMetadata" ma:hidden="true" ma:internalName="MediaServiceBillingMetadata" ma:readOnly="true">
      <xsd:simpleType>
        <xsd:restriction base="dms:Note"/>
      </xsd:simpleType>
    </xsd:element>
    <xsd:element name="Project" ma:index="64" nillable="true" ma:displayName="Project" ma:format="Dropdown" ma:internalName="Project">
      <xsd:simpleType>
        <xsd:restriction base="dms:Choice">
          <xsd:enumeration value="Shrike Nano"/>
          <xsd:enumeration value="Peregrine"/>
          <xsd:enumeration value="Crowstorm"/>
          <xsd:enumeration value="TacML"/>
          <xsd:enumeration value="N/A"/>
          <xsd:enumeration value="Shrike Core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c4306d-bcae-48a3-b5b4-6245fba36c72" elementFormDefault="qualified">
    <xsd:import namespace="http://schemas.microsoft.com/office/2006/documentManagement/types"/>
    <xsd:import namespace="http://schemas.microsoft.com/office/infopath/2007/PartnerControls"/>
    <xsd:element name="TaxCatchAll" ma:index="30" nillable="true" ma:displayName="Taxonomy Catch All Column" ma:hidden="true" ma:list="{22c06353-c04d-4988-ac38-5490097f12b5}" ma:internalName="TaxCatchAll" ma:readOnly="false" ma:showField="CatchAllData" ma:web="43c4306d-bcae-48a3-b5b4-6245fba36c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39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hidden="true" ma:internalName="SharedWithDetails" ma:readOnly="true">
      <xsd:simpleType>
        <xsd:restriction base="dms:Note"/>
      </xsd:simpleType>
    </xsd:element>
    <xsd:element name="_dlc_DocId" ma:index="45" nillable="true" ma:displayName="Document ID Value" ma:description="The value of the document ID assigned to this item." ma:hidden="true" ma:internalName="_dlc_DocId" ma:readOnly="true">
      <xsd:simpleType>
        <xsd:restriction base="dms:Text"/>
      </xsd:simpleType>
    </xsd:element>
    <xsd:element name="_dlc_DocIdUrl" ma:index="46" nillable="true" ma:displayName="Document ID" ma:description="Permanent link to this document." ma:hidden="true" ma:internalName="_dlc_DocIdUr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47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ame_x0028_Outlook_x0029_ xmlns="819a213c-e595-4af7-868c-5311d0f07b09">
      <UserInfo>
        <DisplayName/>
        <AccountId xsi:nil="true"/>
        <AccountType/>
      </UserInfo>
    </Name_x0028_Outlook_x0029_>
    <_ip_UnifiedCompliancePolicyUIAction xmlns="http://schemas.microsoft.com/sharepoint/v3" xsi:nil="true"/>
    <TaxCatchAll xmlns="43c4306d-bcae-48a3-b5b4-6245fba36c72">
      <Value>117</Value>
      <Value>336</Value>
      <Value>352</Value>
      <Value>332</Value>
      <Value>330</Value>
      <Value>5</Value>
      <Value>88</Value>
      <Value>2</Value>
      <Value>1</Value>
    </TaxCatchAll>
    <Project xmlns="819a213c-e595-4af7-868c-5311d0f07b09">Shrike</Project>
    <b3e0283348f04d719dc2db6c1ad0eab0 xmlns="819a213c-e595-4af7-868c-5311d0f07b09">
      <Terms xmlns="http://schemas.microsoft.com/office/infopath/2007/PartnerControls"/>
    </b3e0283348f04d719dc2db6c1ad0eab0>
    <kf4578e6b9744d06891b013fb9171991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FCAI</TermName>
          <TermId xmlns="http://schemas.microsoft.com/office/infopath/2007/PartnerControls">fd9e9f27-4afa-4bd6-9815-b72522a6dee4</TermId>
        </TermInfo>
      </Terms>
    </kf4578e6b9744d06891b013fb9171991>
    <e7bf107ab2e246c2ae3b25ccb19c4fe7 xmlns="819a213c-e595-4af7-868c-5311d0f07b09">
      <Terms xmlns="http://schemas.microsoft.com/office/infopath/2007/PartnerControls"/>
    </e7bf107ab2e246c2ae3b25ccb19c4fe7>
    <Status xmlns="819a213c-e595-4af7-868c-5311d0f07b09">NA</Status>
    <k1cd0d7a50e348e5b2cecacdbb53a3ff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6c779868-fdfe-4433-a583-74f72965e832</TermId>
        </TermInfo>
      </Terms>
    </k1cd0d7a50e348e5b2cecacdbb53a3ff>
    <k4bd3d618c344bb496a0035fa1bfa95e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14e9068e-14f9-49cc-a753-38a742264b27</TermId>
        </TermInfo>
      </Terms>
    </k4bd3d618c344bb496a0035fa1bfa95e>
    <m3911d227d12438196938f21bccbb829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Unclassified</TermName>
          <TermId xmlns="http://schemas.microsoft.com/office/infopath/2007/PartnerControls">0e44ab2e-9e75-4d69-bacf-b9adbba64961</TermId>
        </TermInfo>
      </Terms>
    </m3911d227d12438196938f21bccbb829>
    <j85403ed819e4ad59bb8aa44734c727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NA</TermName>
          <TermId xmlns="http://schemas.microsoft.com/office/infopath/2007/PartnerControls">c413e2e5-7da6-4fb4-9318-c07a4c95104c</TermId>
        </TermInfo>
      </Terms>
    </j85403ed819e4ad59bb8aa44734c7278>
    <e41571422c3345b4bda9d3ac979b0442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Destroy</TermName>
          <TermId xmlns="http://schemas.microsoft.com/office/infopath/2007/PartnerControls">81460359-14dd-47b4-9102-5fada66d1614</TermId>
        </TermInfo>
      </Terms>
    </e41571422c3345b4bda9d3ac979b0442>
    <b2c7cbb6fa064dd095a8ebf73878e15c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D</TermName>
          <TermId xmlns="http://schemas.microsoft.com/office/infopath/2007/PartnerControls">e66b2925-d207-445d-a7ac-7bf5587a61c3</TermId>
        </TermInfo>
      </Terms>
    </b2c7cbb6fa064dd095a8ebf73878e15c>
    <n050dff107b041e7a8136cabb03c9f16 xmlns="819a213c-e595-4af7-868c-5311d0f07b09">
      <Terms xmlns="http://schemas.microsoft.com/office/infopath/2007/PartnerControls"/>
    </n050dff107b041e7a8136cabb03c9f16>
    <dbcc5996da9743a2aff52ccb96daf316 xmlns="819a213c-e595-4af7-868c-5311d0f07b09">
      <Terms xmlns="http://schemas.microsoft.com/office/infopath/2007/PartnerControls"/>
    </dbcc5996da9743a2aff52ccb96daf316>
    <_ip_UnifiedCompliancePolicyProperties xmlns="http://schemas.microsoft.com/sharepoint/v3" xsi:nil="true"/>
    <Comments xmlns="819a213c-e595-4af7-868c-5311d0f07b09" xsi:nil="true"/>
    <_dlc_DocIdPersistId xmlns="43c4306d-bcae-48a3-b5b4-6245fba36c72" xsi:nil="true"/>
    <_dlc_DocIdUrl xmlns="43c4306d-bcae-48a3-b5b4-6245fba36c72">
      <Url>https://armyeitaas.sharepoint-mil.us/teams/AI2CKMDevelopmentTeam/_layouts/15/DocIdRedir.aspx?ID=PNCAVZZWCJMJ-719779062-26496</Url>
      <Description>PNCAVZZWCJMJ-719779062-26496</Description>
    </_dlc_DocIdUrl>
    <Teams xmlns="819a213c-e595-4af7-868c-5311d0f07b09">NA</Teams>
    <lcf76f155ced4ddcb4097134ff3c332f xmlns="819a213c-e595-4af7-868c-5311d0f07b09">
      <Terms xmlns="http://schemas.microsoft.com/office/infopath/2007/PartnerControls"/>
    </lcf76f155ced4ddcb4097134ff3c332f>
    <kf187aa08ef840c0be306c2b7cf181cc xmlns="819a213c-e595-4af7-868c-5311d0f07b09">
      <Terms xmlns="http://schemas.microsoft.com/office/infopath/2007/PartnerControls"/>
    </kf187aa08ef840c0be306c2b7cf181cc>
    <k8ed72fc0ac74230bc2bce9a30aa3ff1 xmlns="819a213c-e595-4af7-868c-5311d0f07b09">
      <Terms xmlns="http://schemas.microsoft.com/office/infopath/2007/PartnerControls"/>
    </k8ed72fc0ac74230bc2bce9a30aa3ff1>
    <j3cec2dc15da4ea9ae4c2914aab734b8 xmlns="819a213c-e595-4af7-868c-5311d0f07b09">
      <Terms xmlns="http://schemas.microsoft.com/office/infopath/2007/PartnerControls">
        <TermInfo xmlns="http://schemas.microsoft.com/office/infopath/2007/PartnerControls">
          <TermName xmlns="http://schemas.microsoft.com/office/infopath/2007/PartnerControls">Unofficial</TermName>
          <TermId xmlns="http://schemas.microsoft.com/office/infopath/2007/PartnerControls">fb72a3e1-cd07-4e90-8aa1-1e35bcf7448f</TermId>
        </TermInfo>
      </Terms>
    </j3cec2dc15da4ea9ae4c2914aab734b8>
    <_dlc_DocId xmlns="43c4306d-bcae-48a3-b5b4-6245fba36c72">PNCAVZZWCJMJ-719779062-26496</_dlc_DocId>
  </documentManagement>
</p:properties>
</file>

<file path=customXml/itemProps1.xml><?xml version="1.0" encoding="utf-8"?>
<ds:datastoreItem xmlns:ds="http://schemas.openxmlformats.org/officeDocument/2006/customXml" ds:itemID="{8F325A96-F9CD-4C1F-BC68-5ED8156DC1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9a213c-e595-4af7-868c-5311d0f07b09"/>
    <ds:schemaRef ds:uri="43c4306d-bcae-48a3-b5b4-6245fba36c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5A9CCD-8D95-4E29-9BBC-62ED344D200A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5CBC06A-5433-41AC-89E1-93399C4B6D23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64B5808-DACA-4273-92AE-F78AD06EB5C9}">
  <ds:schemaRefs>
    <ds:schemaRef ds:uri="http://schemas.microsoft.com/office/2006/metadata/properties"/>
    <ds:schemaRef ds:uri="http://schemas.microsoft.com/office/infopath/2007/PartnerControls"/>
    <ds:schemaRef ds:uri="819a213c-e595-4af7-868c-5311d0f07b09"/>
    <ds:schemaRef ds:uri="http://schemas.microsoft.com/sharepoint/v3"/>
    <ds:schemaRef ds:uri="43c4306d-bcae-48a3-b5b4-6245fba36c72"/>
  </ds:schemaRefs>
</ds:datastoreItem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346</TotalTime>
  <Words>179</Words>
  <Application>Microsoft Office PowerPoint</Application>
  <PresentationFormat>Widescreen</PresentationFormat>
  <Paragraphs>76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Arial</vt:lpstr>
      <vt:lpstr>Arial Bold</vt:lpstr>
      <vt:lpstr>US Army 2023 AFC DEVCOM Logo</vt:lpstr>
      <vt:lpstr>AI2C Course Intro</vt:lpstr>
      <vt:lpstr>Agenda</vt:lpstr>
      <vt:lpstr>Course Structure</vt:lpstr>
      <vt:lpstr>Summer Schedule</vt:lpstr>
      <vt:lpstr>CMU Schedule - Fall</vt:lpstr>
      <vt:lpstr>CMU Schedule - Spring</vt:lpstr>
      <vt:lpstr>AI2C Specifics - TBD</vt:lpstr>
      <vt:lpstr>Daily Schedule</vt:lpstr>
      <vt:lpstr>Instructor Intros</vt:lpstr>
      <vt:lpstr>Class Intros</vt:lpstr>
      <vt:lpstr>Expectations</vt:lpstr>
      <vt:lpstr>AI Assistance</vt:lpstr>
      <vt:lpstr>Icebreaker - Human Bingo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Lohff, Matthew J CPT USARMY AFC AI2C (USA)</dc:creator>
  <cp:lastModifiedBy>Ethan Shafer</cp:lastModifiedBy>
  <cp:revision>51</cp:revision>
  <dcterms:created xsi:type="dcterms:W3CDTF">2024-10-01T14:45:26Z</dcterms:created>
  <dcterms:modified xsi:type="dcterms:W3CDTF">2026-04-24T14:51:41Z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0x010100744FEF590B341F46AAAF568C3B82DA74</vt:lpwstr>
  </property>
  <property fmtid="{D5CDD505-2E9C-101B-9397-08002B2CF9AE}" pid="3" name="n6d39dfb0ba548ee81d3cb7c7a871b2f">
    <vt:lpwstr>KE6|ee114a7c-f57d-45a8-a4c9-243f1aa339d5</vt:lpwstr>
  </property>
  <property fmtid="{D5CDD505-2E9C-101B-9397-08002B2CF9AE}" pid="4" name="Disposition Policy">
    <vt:lpwstr>336;#Destroy|81460359-14dd-47b4-9102-5fada66d1614</vt:lpwstr>
  </property>
  <property fmtid="{D5CDD505-2E9C-101B-9397-08002B2CF9AE}" pid="5" name="Releasability">
    <vt:lpwstr>332;#D|e66b2925-d207-445d-a7ac-7bf5587a61c3</vt:lpwstr>
  </property>
  <property fmtid="{D5CDD505-2E9C-101B-9397-08002B2CF9AE}" pid="6" name="_dlc_DocIdItemGuid">
    <vt:lpwstr>ad8a59db-f610-480d-be0c-f410d4cfb6b3</vt:lpwstr>
  </property>
  <property fmtid="{D5CDD505-2E9C-101B-9397-08002B2CF9AE}" pid="7" name="Classification">
    <vt:lpwstr>5;#Unclassified|0e44ab2e-9e75-4d69-bacf-b9adbba64961</vt:lpwstr>
  </property>
  <property fmtid="{D5CDD505-2E9C-101B-9397-08002B2CF9AE}" pid="8" name="LOE">
    <vt:lpwstr>2;#NA|14e9068e-14f9-49cc-a753-38a742264b27</vt:lpwstr>
  </property>
  <property fmtid="{D5CDD505-2E9C-101B-9397-08002B2CF9AE}" pid="9" name="Solicitation Status">
    <vt:lpwstr>1;#NA|6c779868-fdfe-4433-a583-74f72965e832</vt:lpwstr>
  </property>
  <property fmtid="{D5CDD505-2E9C-101B-9397-08002B2CF9AE}" pid="10" name="Record Type">
    <vt:lpwstr>88;#Unofficial|fb72a3e1-cd07-4e90-8aa1-1e35bcf7448f</vt:lpwstr>
  </property>
  <property fmtid="{D5CDD505-2E9C-101B-9397-08002B2CF9AE}" pid="11" name="External Source/Partner">
    <vt:lpwstr>117;#NA|c413e2e5-7da6-4fb4-9318-c07a4c95104c</vt:lpwstr>
  </property>
  <property fmtid="{D5CDD505-2E9C-101B-9397-08002B2CF9AE}" pid="12" name="Office Symbol">
    <vt:lpwstr>352;#FCAI|fd9e9f27-4afa-4bd6-9815-b72522a6dee4</vt:lpwstr>
  </property>
  <property fmtid="{D5CDD505-2E9C-101B-9397-08002B2CF9AE}" pid="13" name="Fiscal_x0020_Year">
    <vt:lpwstr/>
  </property>
  <property fmtid="{D5CDD505-2E9C-101B-9397-08002B2CF9AE}" pid="14" name="Topic">
    <vt:lpwstr/>
  </property>
  <property fmtid="{D5CDD505-2E9C-101B-9397-08002B2CF9AE}" pid="15" name="Area_x0020_of_x0020_Interest">
    <vt:lpwstr/>
  </property>
  <property fmtid="{D5CDD505-2E9C-101B-9397-08002B2CF9AE}" pid="16" name="ob4d4f0a431643b9a8e658b5742a2731">
    <vt:lpwstr/>
  </property>
  <property fmtid="{D5CDD505-2E9C-101B-9397-08002B2CF9AE}" pid="17" name="Content_x0020_Type">
    <vt:lpwstr/>
  </property>
  <property fmtid="{D5CDD505-2E9C-101B-9397-08002B2CF9AE}" pid="18" name="MediaServiceImageTags">
    <vt:lpwstr/>
  </property>
  <property fmtid="{D5CDD505-2E9C-101B-9397-08002B2CF9AE}" pid="19" name="External_x0020_Source_x002f_Partner">
    <vt:lpwstr>117;#NA|c413e2e5-7da6-4fb4-9318-c07a4c95104c</vt:lpwstr>
  </property>
  <property fmtid="{D5CDD505-2E9C-101B-9397-08002B2CF9AE}" pid="20" name="Office_x0020_Symbol">
    <vt:lpwstr>352;#FCAI|fd9e9f27-4afa-4bd6-9815-b72522a6dee4</vt:lpwstr>
  </property>
  <property fmtid="{D5CDD505-2E9C-101B-9397-08002B2CF9AE}" pid="21" name="Retention Policy1">
    <vt:lpwstr>330;#KE6|ee114a7c-f57d-45a8-a4c9-243f1aa339d5</vt:lpwstr>
  </property>
  <property fmtid="{D5CDD505-2E9C-101B-9397-08002B2CF9AE}" pid="22" name="Content Type">
    <vt:lpwstr/>
  </property>
  <property fmtid="{D5CDD505-2E9C-101B-9397-08002B2CF9AE}" pid="23" name="Retention_x0020_Policy1">
    <vt:lpwstr>330;#KE6|ee114a7c-f57d-45a8-a4c9-243f1aa339d5</vt:lpwstr>
  </property>
  <property fmtid="{D5CDD505-2E9C-101B-9397-08002B2CF9AE}" pid="24" name="Record_x0020_Type">
    <vt:lpwstr>88;#Unofficial|fb72a3e1-cd07-4e90-8aa1-1e35bcf7448f</vt:lpwstr>
  </property>
  <property fmtid="{D5CDD505-2E9C-101B-9397-08002B2CF9AE}" pid="25" name="Document_x0020_Group">
    <vt:lpwstr/>
  </property>
  <property fmtid="{D5CDD505-2E9C-101B-9397-08002B2CF9AE}" pid="26" name="Disposition_x0020_Policy">
    <vt:lpwstr>336;#Destroy|81460359-14dd-47b4-9102-5fada66d1614</vt:lpwstr>
  </property>
  <property fmtid="{D5CDD505-2E9C-101B-9397-08002B2CF9AE}" pid="27" name="Directorate">
    <vt:lpwstr/>
  </property>
  <property fmtid="{D5CDD505-2E9C-101B-9397-08002B2CF9AE}" pid="28" name="Solicitation_x0020_Status">
    <vt:lpwstr>1;#NA|6c779868-fdfe-4433-a583-74f72965e832</vt:lpwstr>
  </property>
  <property fmtid="{D5CDD505-2E9C-101B-9397-08002B2CF9AE}" pid="29" name="WorkStream_x002f_Portfolio">
    <vt:lpwstr/>
  </property>
  <property fmtid="{D5CDD505-2E9C-101B-9397-08002B2CF9AE}" pid="30" name="Fiscal Year">
    <vt:lpwstr/>
  </property>
  <property fmtid="{D5CDD505-2E9C-101B-9397-08002B2CF9AE}" pid="31" name="WorkStream/Portfolio">
    <vt:lpwstr/>
  </property>
  <property fmtid="{D5CDD505-2E9C-101B-9397-08002B2CF9AE}" pid="32" name="Area of Interest">
    <vt:lpwstr/>
  </property>
  <property fmtid="{D5CDD505-2E9C-101B-9397-08002B2CF9AE}" pid="33" name="Document Group">
    <vt:lpwstr/>
  </property>
</Properties>
</file>
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30"/>
  </p:notesMasterIdLst>
  <p:sldIdLst>
    <p:sldId id="397" r:id="rId2"/>
    <p:sldId id="274" r:id="rId3"/>
    <p:sldId id="360" r:id="rId4"/>
    <p:sldId id="361" r:id="rId5"/>
    <p:sldId id="376" r:id="rId6"/>
    <p:sldId id="375" r:id="rId7"/>
    <p:sldId id="377" r:id="rId8"/>
    <p:sldId id="379" r:id="rId9"/>
    <p:sldId id="380" r:id="rId10"/>
    <p:sldId id="378" r:id="rId11"/>
    <p:sldId id="381" r:id="rId12"/>
    <p:sldId id="328" r:id="rId13"/>
    <p:sldId id="382" r:id="rId14"/>
    <p:sldId id="358" r:id="rId15"/>
    <p:sldId id="383" r:id="rId16"/>
    <p:sldId id="389" r:id="rId17"/>
    <p:sldId id="393" r:id="rId18"/>
    <p:sldId id="384" r:id="rId19"/>
    <p:sldId id="387" r:id="rId20"/>
    <p:sldId id="388" r:id="rId21"/>
    <p:sldId id="390" r:id="rId22"/>
    <p:sldId id="391" r:id="rId23"/>
    <p:sldId id="392" r:id="rId24"/>
    <p:sldId id="364" r:id="rId25"/>
    <p:sldId id="395" r:id="rId26"/>
    <p:sldId id="396" r:id="rId27"/>
    <p:sldId id="394" r:id="rId28"/>
    <p:sldId id="365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457"/>
    <p:restoredTop sz="78947" autoAdjust="0"/>
  </p:normalViewPr>
  <p:slideViewPr>
    <p:cSldViewPr snapToGrid="0">
      <p:cViewPr varScale="1">
        <p:scale>
          <a:sx n="75" d="100"/>
          <a:sy n="75" d="100"/>
        </p:scale>
        <p:origin x="40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2F5B96-EC90-4B10-91AC-E32DA21E81E1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457D5F-ED05-449E-97D0-205DAB9872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514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457D5F-ED05-449E-97D0-205DAB987247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886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Docker Daemon is what interacts with our host computer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457D5F-ED05-449E-97D0-205DAB98724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1854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 Placeholder 19">
            <a:extLst>
              <a:ext uri="{FF2B5EF4-FFF2-40B4-BE49-F238E27FC236}">
                <a16:creationId xmlns:a16="http://schemas.microsoft.com/office/drawing/2014/main" id="{39F9F092-1A2E-3BC5-0D99-EE4B132543F8}"/>
              </a:ext>
            </a:extLst>
          </p:cNvPr>
          <p:cNvSpPr>
            <a:spLocks noGrp="1"/>
          </p:cNvSpPr>
          <p:nvPr>
            <p:ph type="dt" sz="half" idx="49"/>
          </p:nvPr>
        </p:nvSpPr>
        <p:spPr/>
        <p:txBody>
          <a:bodyPr/>
          <a:lstStyle/>
          <a:p>
            <a:fld id="{7A3E0868-4E26-4CDC-8A56-D70E2D8B12FE}" type="datetime3">
              <a:rPr lang="en-US" smtClean="0"/>
              <a:t>5 August 2026</a:t>
            </a:fld>
            <a:endParaRPr lang="en-US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4D3DAC6A-DFDF-B313-4DB4-FA56B489F422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FC933DC4-3663-15AC-8A64-D7573EE2EC9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47688" y="5133531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22" name="Text Placeholder 30">
            <a:extLst>
              <a:ext uri="{FF2B5EF4-FFF2-40B4-BE49-F238E27FC236}">
                <a16:creationId xmlns:a16="http://schemas.microsoft.com/office/drawing/2014/main" id="{1FE393D1-D968-8D71-45F7-5B4A7CEF5CF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47688" y="4952739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23" name="Text Placeholder 30">
            <a:extLst>
              <a:ext uri="{FF2B5EF4-FFF2-40B4-BE49-F238E27FC236}">
                <a16:creationId xmlns:a16="http://schemas.microsoft.com/office/drawing/2014/main" id="{DF69BC8A-AD59-63A3-64A2-27F7496859F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47688" y="5314323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24" name="Text Placeholder 30">
            <a:extLst>
              <a:ext uri="{FF2B5EF4-FFF2-40B4-BE49-F238E27FC236}">
                <a16:creationId xmlns:a16="http://schemas.microsoft.com/office/drawing/2014/main" id="{EDE4793B-EE3D-A719-6990-5D9F67CBAF1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47688" y="5495115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25" name="Text Placeholder 30">
            <a:extLst>
              <a:ext uri="{FF2B5EF4-FFF2-40B4-BE49-F238E27FC236}">
                <a16:creationId xmlns:a16="http://schemas.microsoft.com/office/drawing/2014/main" id="{A24EE18E-6DA7-CB84-1F21-8DF1C748238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47688" y="5675907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26" name="Text Placeholder 30">
            <a:extLst>
              <a:ext uri="{FF2B5EF4-FFF2-40B4-BE49-F238E27FC236}">
                <a16:creationId xmlns:a16="http://schemas.microsoft.com/office/drawing/2014/main" id="{AAEE65B4-7FC0-51E0-61A9-DA039122F268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981201" y="5133531"/>
            <a:ext cx="3124935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7" name="Text Placeholder 30">
            <a:extLst>
              <a:ext uri="{FF2B5EF4-FFF2-40B4-BE49-F238E27FC236}">
                <a16:creationId xmlns:a16="http://schemas.microsoft.com/office/drawing/2014/main" id="{6483CD3B-2F61-38F8-2851-B10539781BD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981201" y="4952739"/>
            <a:ext cx="3124935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8" name="Text Placeholder 30">
            <a:extLst>
              <a:ext uri="{FF2B5EF4-FFF2-40B4-BE49-F238E27FC236}">
                <a16:creationId xmlns:a16="http://schemas.microsoft.com/office/drawing/2014/main" id="{F72C11EB-F1A8-B896-9775-C7ADA2F83259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981201" y="5314323"/>
            <a:ext cx="3124935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9" name="Text Placeholder 30">
            <a:extLst>
              <a:ext uri="{FF2B5EF4-FFF2-40B4-BE49-F238E27FC236}">
                <a16:creationId xmlns:a16="http://schemas.microsoft.com/office/drawing/2014/main" id="{4BF91907-2C5A-9E08-110C-64B850CA6482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981201" y="5495115"/>
            <a:ext cx="3124935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0F5C0BB3-E700-E0BE-1E5D-F32BFF0DB730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981201" y="5675907"/>
            <a:ext cx="3124935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pic>
        <p:nvPicPr>
          <p:cNvPr id="5" name="U.S. Army" descr="U.S. Army">
            <a:extLst>
              <a:ext uri="{FF2B5EF4-FFF2-40B4-BE49-F238E27FC236}">
                <a16:creationId xmlns:a16="http://schemas.microsoft.com/office/drawing/2014/main" id="{8765D769-2E19-A1D0-70F0-660B5118F32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244899" y="112631"/>
            <a:ext cx="3246120" cy="12258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67708F-A6ED-2C67-AAB2-F57AAA10F9A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</p:spPr>
      </p:pic>
      <p:grpSp>
        <p:nvGrpSpPr>
          <p:cNvPr id="4" name="Group">
            <a:extLst>
              <a:ext uri="{FF2B5EF4-FFF2-40B4-BE49-F238E27FC236}">
                <a16:creationId xmlns:a16="http://schemas.microsoft.com/office/drawing/2014/main" id="{0D2A18CE-EA59-FCDB-5CF9-72169831C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48219" y="1974220"/>
            <a:ext cx="7173381" cy="2377440"/>
            <a:chOff x="411163" y="2240280"/>
            <a:chExt cx="6446837" cy="2377440"/>
          </a:xfrm>
        </p:grpSpPr>
        <p:sp>
          <p:nvSpPr>
            <p:cNvPr id="15" name="Rectangle">
              <a:extLst>
                <a:ext uri="{FF2B5EF4-FFF2-40B4-BE49-F238E27FC236}">
                  <a16:creationId xmlns:a16="http://schemas.microsoft.com/office/drawing/2014/main" id="{453FC9A3-D341-95FE-49D0-507EC65462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FFCC01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600"/>
            </a:p>
          </p:txBody>
        </p:sp>
        <p:cxnSp>
          <p:nvCxnSpPr>
            <p:cNvPr id="18" name="Line">
              <a:extLst>
                <a:ext uri="{FF2B5EF4-FFF2-40B4-BE49-F238E27FC236}">
                  <a16:creationId xmlns:a16="http://schemas.microsoft.com/office/drawing/2014/main" id="{2A030869-4AC4-CE94-F004-03103C4DBC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19" name="Line">
              <a:extLst>
                <a:ext uri="{FF2B5EF4-FFF2-40B4-BE49-F238E27FC236}">
                  <a16:creationId xmlns:a16="http://schemas.microsoft.com/office/drawing/2014/main" id="{5AB8E5F3-02DC-C870-FF70-6B7F087F40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4795" y="3931920"/>
              <a:ext cx="0" cy="68580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31" name="Title 1">
            <a:extLst>
              <a:ext uri="{FF2B5EF4-FFF2-40B4-BE49-F238E27FC236}">
                <a16:creationId xmlns:a16="http://schemas.microsoft.com/office/drawing/2014/main" id="{0A3716E9-1A78-32FC-3DC4-30F60037386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1" y="2202820"/>
            <a:ext cx="6429375" cy="132588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3600"/>
            </a:lvl1pPr>
          </a:lstStyle>
          <a:p>
            <a: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PRESENTATION TITLE</a:t>
            </a:r>
            <a:b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</a:br>
            <a: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PRESENTATION TITLE</a:t>
            </a:r>
            <a:b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</a:br>
            <a: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CC01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THREE LINES MAX</a:t>
            </a:r>
            <a:endParaRPr lang="en-US"/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9BBCBD69-970D-2A8D-E951-CFBC732DBCF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2" y="3784732"/>
            <a:ext cx="3565524" cy="4572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845FCD4C-F9C5-DECB-5274-6DEC95A50B5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12080" y="3784732"/>
            <a:ext cx="2131695" cy="4572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0D24ED-E5F8-CA86-25F1-78110A690DC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1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3" name="Rectangle 15">
            <a:extLst>
              <a:ext uri="{FF2B5EF4-FFF2-40B4-BE49-F238E27FC236}">
                <a16:creationId xmlns:a16="http://schemas.microsoft.com/office/drawing/2014/main" id="{5F51F9D9-5896-27C6-545B-841C41CB76F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6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</p:spTree>
    <p:extLst>
      <p:ext uri="{BB962C8B-B14F-4D97-AF65-F5344CB8AC3E}">
        <p14:creationId xmlns:p14="http://schemas.microsoft.com/office/powerpoint/2010/main" val="27284612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1B5714-1C67-5305-161F-BB8ABA64529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6DDC931E-8CBE-4A3F-A034-9B6122C6DCDB}" type="datetime3">
              <a:rPr lang="en-US" smtClean="0"/>
              <a:t>5 August 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66A96F-567A-34EC-DC2C-66C406228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U.S. Army" descr="U.S. Army">
            <a:extLst>
              <a:ext uri="{FF2B5EF4-FFF2-40B4-BE49-F238E27FC236}">
                <a16:creationId xmlns:a16="http://schemas.microsoft.com/office/drawing/2014/main" id="{C4525471-71C4-E84C-06B5-CF4BA10994C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180891" y="104975"/>
            <a:ext cx="3246120" cy="1225808"/>
          </a:xfrm>
          <a:prstGeom prst="rect">
            <a:avLst/>
          </a:prstGeom>
          <a:noFill/>
        </p:spPr>
      </p:pic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00EB67EC-5954-991C-39BB-6509621390E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47688" y="5133531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E6059881-3615-6A80-014A-12F5EBBBE25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47688" y="4952739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E2D99AAA-01B9-ED71-F90F-711F200233E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47688" y="5314323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16" name="Text Placeholder 30">
            <a:extLst>
              <a:ext uri="{FF2B5EF4-FFF2-40B4-BE49-F238E27FC236}">
                <a16:creationId xmlns:a16="http://schemas.microsoft.com/office/drawing/2014/main" id="{AA78AC6A-4B5E-2F9D-94D1-897336CBC5FD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47688" y="5495115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17" name="Text Placeholder 30">
            <a:extLst>
              <a:ext uri="{FF2B5EF4-FFF2-40B4-BE49-F238E27FC236}">
                <a16:creationId xmlns:a16="http://schemas.microsoft.com/office/drawing/2014/main" id="{E909E494-A135-FCDC-B270-D6B7047A3B1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47688" y="5675907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18" name="Text Placeholder 30">
            <a:extLst>
              <a:ext uri="{FF2B5EF4-FFF2-40B4-BE49-F238E27FC236}">
                <a16:creationId xmlns:a16="http://schemas.microsoft.com/office/drawing/2014/main" id="{99D08674-52BB-F86B-32DC-93D0F45597F7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981201" y="5133531"/>
            <a:ext cx="3124935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9" name="Text Placeholder 30">
            <a:extLst>
              <a:ext uri="{FF2B5EF4-FFF2-40B4-BE49-F238E27FC236}">
                <a16:creationId xmlns:a16="http://schemas.microsoft.com/office/drawing/2014/main" id="{75B8A948-14E8-9F98-4694-85A4D577B42A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981201" y="4952739"/>
            <a:ext cx="3124935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0" name="Text Placeholder 30">
            <a:extLst>
              <a:ext uri="{FF2B5EF4-FFF2-40B4-BE49-F238E27FC236}">
                <a16:creationId xmlns:a16="http://schemas.microsoft.com/office/drawing/2014/main" id="{8594BC0E-E83A-A7AB-AD3C-A280B5A706D3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981201" y="5314323"/>
            <a:ext cx="3124935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1" name="Text Placeholder 30">
            <a:extLst>
              <a:ext uri="{FF2B5EF4-FFF2-40B4-BE49-F238E27FC236}">
                <a16:creationId xmlns:a16="http://schemas.microsoft.com/office/drawing/2014/main" id="{45C25EBB-0808-3B97-D5EC-84FE1867AB1B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981201" y="5495115"/>
            <a:ext cx="3124935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1EEF3E66-AAEE-1C6B-9049-032018F0EF1A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981201" y="5675907"/>
            <a:ext cx="3124935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grpSp>
        <p:nvGrpSpPr>
          <p:cNvPr id="48" name="Group">
            <a:extLst>
              <a:ext uri="{FF2B5EF4-FFF2-40B4-BE49-F238E27FC236}">
                <a16:creationId xmlns:a16="http://schemas.microsoft.com/office/drawing/2014/main" id="{1D6D8113-2B65-BAC0-DBC2-601012CF0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48219" y="1974220"/>
            <a:ext cx="7173383" cy="2377440"/>
            <a:chOff x="411163" y="2240280"/>
            <a:chExt cx="6446837" cy="2377440"/>
          </a:xfrm>
        </p:grpSpPr>
        <p:sp>
          <p:nvSpPr>
            <p:cNvPr id="49" name="Rectangle">
              <a:extLst>
                <a:ext uri="{FF2B5EF4-FFF2-40B4-BE49-F238E27FC236}">
                  <a16:creationId xmlns:a16="http://schemas.microsoft.com/office/drawing/2014/main" id="{7528BC0B-D239-46B3-8ED2-9B82FDC07F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221F20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600"/>
            </a:p>
          </p:txBody>
        </p:sp>
        <p:cxnSp>
          <p:nvCxnSpPr>
            <p:cNvPr id="50" name="Line">
              <a:extLst>
                <a:ext uri="{FF2B5EF4-FFF2-40B4-BE49-F238E27FC236}">
                  <a16:creationId xmlns:a16="http://schemas.microsoft.com/office/drawing/2014/main" id="{435BD1FC-4390-71A4-34EE-951EFF0886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221F20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51" name="Line">
              <a:extLst>
                <a:ext uri="{FF2B5EF4-FFF2-40B4-BE49-F238E27FC236}">
                  <a16:creationId xmlns:a16="http://schemas.microsoft.com/office/drawing/2014/main" id="{F4A81146-41CE-E3FA-3A50-29CA5D91DB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2796" y="3931920"/>
              <a:ext cx="0" cy="685800"/>
            </a:xfrm>
            <a:prstGeom prst="line">
              <a:avLst/>
            </a:prstGeom>
            <a:ln w="19050" cap="flat">
              <a:solidFill>
                <a:srgbClr val="221F20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52" name="Title 1">
            <a:extLst>
              <a:ext uri="{FF2B5EF4-FFF2-40B4-BE49-F238E27FC236}">
                <a16:creationId xmlns:a16="http://schemas.microsoft.com/office/drawing/2014/main" id="{34261743-5C6B-193D-74C7-FC918BD33CB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1" y="2202820"/>
            <a:ext cx="6429375" cy="132588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3600"/>
            </a:lvl1pPr>
          </a:lstStyle>
          <a:p>
            <a:r>
              <a:rPr lang="en-US"/>
              <a:t>Presentation title</a:t>
            </a:r>
            <a:br>
              <a:rPr lang="en-US"/>
            </a:br>
            <a:r>
              <a:rPr lang="en-US"/>
              <a:t>PRESENTATION TITLE</a:t>
            </a:r>
            <a:br>
              <a:rPr lang="en-US"/>
            </a:br>
            <a:r>
              <a:rPr lang="en-US"/>
              <a:t>THREE LINES MAX</a:t>
            </a:r>
          </a:p>
        </p:txBody>
      </p:sp>
      <p:sp>
        <p:nvSpPr>
          <p:cNvPr id="53" name="Subtitle 2">
            <a:extLst>
              <a:ext uri="{FF2B5EF4-FFF2-40B4-BE49-F238E27FC236}">
                <a16:creationId xmlns:a16="http://schemas.microsoft.com/office/drawing/2014/main" id="{09DA0322-2B5C-8F10-EE8B-1FE75C5A5B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0" y="3784732"/>
            <a:ext cx="3565525" cy="4572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54" name="Text Placeholder 3">
            <a:extLst>
              <a:ext uri="{FF2B5EF4-FFF2-40B4-BE49-F238E27FC236}">
                <a16:creationId xmlns:a16="http://schemas.microsoft.com/office/drawing/2014/main" id="{76359DCF-E748-9D74-A7A5-1B8C52B3E3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12080" y="3784732"/>
            <a:ext cx="2131695" cy="4572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</p:spTree>
    <p:extLst>
      <p:ext uri="{BB962C8B-B14F-4D97-AF65-F5344CB8AC3E}">
        <p14:creationId xmlns:p14="http://schemas.microsoft.com/office/powerpoint/2010/main" val="38744064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 Placeholder 19">
            <a:extLst>
              <a:ext uri="{FF2B5EF4-FFF2-40B4-BE49-F238E27FC236}">
                <a16:creationId xmlns:a16="http://schemas.microsoft.com/office/drawing/2014/main" id="{F9D3AB9C-26E9-8E88-3B55-B4A5EC7C31F2}"/>
              </a:ext>
            </a:extLst>
          </p:cNvPr>
          <p:cNvSpPr>
            <a:spLocks noGrp="1"/>
          </p:cNvSpPr>
          <p:nvPr>
            <p:ph type="dt" sz="half" idx="49"/>
          </p:nvPr>
        </p:nvSpPr>
        <p:spPr/>
        <p:txBody>
          <a:bodyPr/>
          <a:lstStyle/>
          <a:p>
            <a:fld id="{D41656AB-D2E1-472E-8B95-0DF5C6E1D623}" type="datetime3">
              <a:rPr lang="en-US" smtClean="0"/>
              <a:t>5 August 2026</a:t>
            </a:fld>
            <a:endParaRPr lang="en-US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CF1316F0-9F13-53EA-1597-09232B2FF1AB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U.S. Army" descr="U.S. Army">
            <a:extLst>
              <a:ext uri="{FF2B5EF4-FFF2-40B4-BE49-F238E27FC236}">
                <a16:creationId xmlns:a16="http://schemas.microsoft.com/office/drawing/2014/main" id="{499EE878-E6B9-0543-B958-85A17AE36A2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 bwMode="black">
          <a:xfrm>
            <a:off x="244899" y="112631"/>
            <a:ext cx="3246120" cy="1225808"/>
          </a:xfrm>
          <a:prstGeom prst="rect">
            <a:avLst/>
          </a:prstGeom>
        </p:spPr>
      </p:pic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96CD17E6-26AB-FBB2-220C-D5185212C519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47688" y="5133531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FCD1ED33-CCD9-E1B6-327A-71BC6F62C4D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47688" y="4952739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1" name="Text Placeholder 30">
            <a:extLst>
              <a:ext uri="{FF2B5EF4-FFF2-40B4-BE49-F238E27FC236}">
                <a16:creationId xmlns:a16="http://schemas.microsoft.com/office/drawing/2014/main" id="{A255632D-60F3-C439-D931-6B2874E894D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47688" y="5314323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0BD3A2B1-9D40-83E3-4243-B4A52B6A636E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47688" y="5495115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7AADD113-BD09-95AA-FFBA-DCC255F69FAA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47688" y="5675907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15" name="Text Placeholder 30">
            <a:extLst>
              <a:ext uri="{FF2B5EF4-FFF2-40B4-BE49-F238E27FC236}">
                <a16:creationId xmlns:a16="http://schemas.microsoft.com/office/drawing/2014/main" id="{A9D52B79-92E5-4D64-1757-D13A0674723F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981201" y="5133531"/>
            <a:ext cx="3124935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6" name="Text Placeholder 30">
            <a:extLst>
              <a:ext uri="{FF2B5EF4-FFF2-40B4-BE49-F238E27FC236}">
                <a16:creationId xmlns:a16="http://schemas.microsoft.com/office/drawing/2014/main" id="{DF04F3CB-62F5-7A9F-E397-4800E51C0E24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981201" y="4952739"/>
            <a:ext cx="3124935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7" name="Text Placeholder 30">
            <a:extLst>
              <a:ext uri="{FF2B5EF4-FFF2-40B4-BE49-F238E27FC236}">
                <a16:creationId xmlns:a16="http://schemas.microsoft.com/office/drawing/2014/main" id="{DA62CE27-72C2-A083-C796-4F047A2FF421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981201" y="5314323"/>
            <a:ext cx="3124935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8" name="Text Placeholder 30">
            <a:extLst>
              <a:ext uri="{FF2B5EF4-FFF2-40B4-BE49-F238E27FC236}">
                <a16:creationId xmlns:a16="http://schemas.microsoft.com/office/drawing/2014/main" id="{52DBCCDB-5EAD-73A2-7911-8AF50B29DC4E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981201" y="5495115"/>
            <a:ext cx="3124935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9" name="Text Placeholder 30">
            <a:extLst>
              <a:ext uri="{FF2B5EF4-FFF2-40B4-BE49-F238E27FC236}">
                <a16:creationId xmlns:a16="http://schemas.microsoft.com/office/drawing/2014/main" id="{90D5656D-B16A-18B1-A790-538AB817A94E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981201" y="5675907"/>
            <a:ext cx="3124935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grpSp>
        <p:nvGrpSpPr>
          <p:cNvPr id="23" name="Group">
            <a:extLst>
              <a:ext uri="{FF2B5EF4-FFF2-40B4-BE49-F238E27FC236}">
                <a16:creationId xmlns:a16="http://schemas.microsoft.com/office/drawing/2014/main" id="{732179A9-275F-FEF3-042C-4AB3B9CBCA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48219" y="1974220"/>
            <a:ext cx="7173381" cy="2377440"/>
            <a:chOff x="411163" y="2240280"/>
            <a:chExt cx="6446837" cy="2377440"/>
          </a:xfrm>
        </p:grpSpPr>
        <p:sp>
          <p:nvSpPr>
            <p:cNvPr id="24" name="Rectangle">
              <a:extLst>
                <a:ext uri="{FF2B5EF4-FFF2-40B4-BE49-F238E27FC236}">
                  <a16:creationId xmlns:a16="http://schemas.microsoft.com/office/drawing/2014/main" id="{B785B252-84B5-5634-9FB4-0C23629312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FFCC01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600"/>
            </a:p>
          </p:txBody>
        </p:sp>
        <p:cxnSp>
          <p:nvCxnSpPr>
            <p:cNvPr id="25" name="Line">
              <a:extLst>
                <a:ext uri="{FF2B5EF4-FFF2-40B4-BE49-F238E27FC236}">
                  <a16:creationId xmlns:a16="http://schemas.microsoft.com/office/drawing/2014/main" id="{1DF8A784-7C74-A05E-2009-0B4EC38FF5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26" name="Line">
              <a:extLst>
                <a:ext uri="{FF2B5EF4-FFF2-40B4-BE49-F238E27FC236}">
                  <a16:creationId xmlns:a16="http://schemas.microsoft.com/office/drawing/2014/main" id="{2E02CEE1-988F-0417-BE5F-BA01AFD1B2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4795" y="3931920"/>
              <a:ext cx="0" cy="68580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63A7B886-8E04-5007-BB32-A7D7AE38413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1" y="2202820"/>
            <a:ext cx="6429375" cy="132588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3600"/>
            </a:lvl1pPr>
          </a:lstStyle>
          <a:p>
            <a:r>
              <a:rPr lang="en-US"/>
              <a:t>Presentation title</a:t>
            </a:r>
            <a:br>
              <a:rPr lang="en-US"/>
            </a:br>
            <a:r>
              <a:rPr lang="en-US"/>
              <a:t>PRESENTATION TITLE</a:t>
            </a:r>
            <a:br>
              <a:rPr lang="en-US"/>
            </a:br>
            <a:r>
              <a:rPr lang="en-US"/>
              <a:t>THREE LINES MAX</a:t>
            </a: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378B44EF-38A4-9707-9ED0-23F22C855CA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2" y="3784732"/>
            <a:ext cx="3565524" cy="4572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6EB225BD-8BA1-27E0-7708-54249ED7D3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12080" y="3784732"/>
            <a:ext cx="2131695" cy="4572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7DA15189-0EE0-5679-2F6C-19C49A630D8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</p:spPr>
      </p:pic>
      <p:sp>
        <p:nvSpPr>
          <p:cNvPr id="2" name="Rectangle 15">
            <a:extLst>
              <a:ext uri="{FF2B5EF4-FFF2-40B4-BE49-F238E27FC236}">
                <a16:creationId xmlns:a16="http://schemas.microsoft.com/office/drawing/2014/main" id="{D4C88638-6856-0BEB-48E7-78E46B7E57D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6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CC2702-2764-1DE3-1940-31386289C0D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1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</p:spTree>
    <p:extLst>
      <p:ext uri="{BB962C8B-B14F-4D97-AF65-F5344CB8AC3E}">
        <p14:creationId xmlns:p14="http://schemas.microsoft.com/office/powerpoint/2010/main" val="15982799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199"/>
            <a:ext cx="11024925" cy="4572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FBB89F-F200-3967-06C8-C1B71C7F0F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8640" y="6629400"/>
            <a:ext cx="822960" cy="228600"/>
          </a:xfrm>
        </p:spPr>
        <p:txBody>
          <a:bodyPr lIns="0"/>
          <a:lstStyle/>
          <a:p>
            <a:fld id="{AD622D1A-DF83-41A8-85FF-04D90BF831D3}" type="datetime3">
              <a:rPr lang="en-US" smtClean="0"/>
              <a:t>5 August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C0BAD3-337A-DC60-A7ED-BF13F08262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45104" y="6629400"/>
            <a:ext cx="399211" cy="228600"/>
          </a:xfrm>
        </p:spPr>
        <p:txBody>
          <a:bodyPr rIns="0"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0420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39" y="1600200"/>
            <a:ext cx="536448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78879" y="1600200"/>
            <a:ext cx="536448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3576077-E818-BDF1-A607-CD8784277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72C3-CDF3-44A8-B602-1649B1728485}" type="datetime3">
              <a:rPr lang="en-US" smtClean="0"/>
              <a:t>5 August 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B9DE45-E855-FE62-197B-32BBD9BBBA5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9502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9713ED7-122D-D0BC-7C53-E1C615A94F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39" y="1600200"/>
            <a:ext cx="3450336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70832" y="1600200"/>
            <a:ext cx="3450336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8193023" y="1600200"/>
            <a:ext cx="3450336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645ED9-A46E-B9F8-0D30-36DF4C37823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E0132BA-B5E7-4FFD-AF6C-169169D47D4A}" type="datetime3">
              <a:rPr lang="en-US" smtClean="0"/>
              <a:t>5 August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D0D458-416D-011B-0311-0C2B249BF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9238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61ED6E9-4BFC-F986-93E1-1249E94D97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2" y="1600200"/>
            <a:ext cx="2499359" cy="4572000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2" y="1600200"/>
            <a:ext cx="2499359" cy="4572000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2" y="1600200"/>
            <a:ext cx="2499359" cy="4572000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2" y="1600200"/>
            <a:ext cx="2499359" cy="4572000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99E75897-C7CA-D608-954E-EA24E33CBEB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81A30091-1C2A-4151-8D3C-D1E47A72615F}" type="datetime3">
              <a:rPr lang="en-US" smtClean="0"/>
              <a:t>5 August 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00C8CD-D32C-E34D-BB8E-34B4CB816D3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5073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61ED6E9-4BFC-F986-93E1-1249E94D97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2FDCDCBF-BE41-ACC6-2307-F24F0B601969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548640" y="1600200"/>
            <a:ext cx="557784" cy="555499"/>
          </a:xfrm>
        </p:spPr>
        <p:txBody>
          <a:bodyPr anchor="ctr" anchorCtr="0"/>
          <a:lstStyle>
            <a:lvl1pPr marL="0" indent="0" algn="ctr">
              <a:buFontTx/>
              <a:buNone/>
              <a:defRPr sz="8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half" idx="1"/>
          </p:nvPr>
        </p:nvSpPr>
        <p:spPr>
          <a:xfrm>
            <a:off x="548642" y="2285997"/>
            <a:ext cx="2499359" cy="3886203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C7652FE0-2E63-C05D-5D80-EE5429B0A7EE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3413760" y="1600200"/>
            <a:ext cx="557784" cy="557784"/>
          </a:xfrm>
        </p:spPr>
        <p:txBody>
          <a:bodyPr anchor="ctr" anchorCtr="0"/>
          <a:lstStyle>
            <a:lvl1pPr marL="0" indent="0" algn="ctr">
              <a:buFontTx/>
              <a:buNone/>
              <a:defRPr sz="8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4" name="Content Placeholder 5"/>
          <p:cNvSpPr>
            <a:spLocks noGrp="1"/>
          </p:cNvSpPr>
          <p:nvPr>
            <p:ph sz="half" idx="2"/>
          </p:nvPr>
        </p:nvSpPr>
        <p:spPr>
          <a:xfrm>
            <a:off x="3413762" y="2285997"/>
            <a:ext cx="2499359" cy="3886203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B76F3E0A-3A89-0179-6808-7B86658B2939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6278880" y="1600200"/>
            <a:ext cx="557784" cy="557784"/>
          </a:xfrm>
        </p:spPr>
        <p:txBody>
          <a:bodyPr anchor="ctr" anchorCtr="0"/>
          <a:lstStyle>
            <a:lvl1pPr marL="0" indent="0" algn="ctr">
              <a:buFontTx/>
              <a:buNone/>
              <a:defRPr sz="8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2" y="2285997"/>
            <a:ext cx="2499359" cy="3886203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Picture Placeholder 8">
            <a:extLst>
              <a:ext uri="{FF2B5EF4-FFF2-40B4-BE49-F238E27FC236}">
                <a16:creationId xmlns:a16="http://schemas.microsoft.com/office/drawing/2014/main" id="{83E5AF74-1A89-50D1-F570-2D5345102584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9144000" y="1600200"/>
            <a:ext cx="557784" cy="557784"/>
          </a:xfrm>
        </p:spPr>
        <p:txBody>
          <a:bodyPr anchor="ctr" anchorCtr="0"/>
          <a:lstStyle>
            <a:lvl1pPr marL="0" indent="0" algn="ctr">
              <a:buFontTx/>
              <a:buNone/>
              <a:defRPr sz="8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2" y="2285997"/>
            <a:ext cx="2499359" cy="3886203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B7C8174-B194-B25B-91AA-597E72C81310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35D703CE-07B4-4C05-A488-B4566700621F}" type="datetime3">
              <a:rPr lang="en-US" smtClean="0"/>
              <a:t>5 August 2026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89FF259-217B-3F10-C738-AE2C6A9EE8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6628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 Numbers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54C21BF-3440-8CAE-0A59-466346C771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4864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 userDrawn="1"/>
        </p:nvSpPr>
        <p:spPr>
          <a:xfrm>
            <a:off x="54864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2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FontTx/>
              <a:buNone/>
              <a:defRPr sz="1300">
                <a:solidFill>
                  <a:schemeClr val="tx1"/>
                </a:solidFill>
              </a:defRPr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>
                <a:solidFill>
                  <a:schemeClr val="tx1"/>
                </a:solidFill>
              </a:defRPr>
            </a:lvl2pPr>
            <a:lvl3pPr marL="274313" indent="-137157">
              <a:defRPr sz="1300">
                <a:solidFill>
                  <a:schemeClr val="tx1"/>
                </a:solidFill>
              </a:defRPr>
            </a:lvl3pPr>
            <a:lvl4pPr marL="411470" indent="-137157">
              <a:defRPr sz="1300">
                <a:solidFill>
                  <a:schemeClr val="tx1"/>
                </a:solidFill>
              </a:defRPr>
            </a:lvl4pPr>
            <a:lvl5pPr marL="548626" indent="-137157">
              <a:defRPr sz="1300">
                <a:solidFill>
                  <a:schemeClr val="tx1"/>
                </a:solidFill>
              </a:defRPr>
            </a:lvl5pPr>
            <a:lvl6pPr marL="685783" indent="-137157">
              <a:defRPr sz="1300">
                <a:solidFill>
                  <a:schemeClr val="tx1"/>
                </a:solidFill>
              </a:defRPr>
            </a:lvl6pPr>
            <a:lvl7pPr marL="822939" indent="-137157">
              <a:defRPr sz="1300">
                <a:solidFill>
                  <a:schemeClr val="tx1"/>
                </a:solidFill>
              </a:defRPr>
            </a:lvl7pPr>
            <a:lvl8pPr marL="960096" indent="-137157">
              <a:defRPr sz="1300">
                <a:solidFill>
                  <a:schemeClr val="tx1"/>
                </a:solidFill>
              </a:defRPr>
            </a:lvl8pPr>
            <a:lvl9pPr marL="1097253" indent="-137157">
              <a:defRPr sz="130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41376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 userDrawn="1"/>
        </p:nvSpPr>
        <p:spPr>
          <a:xfrm>
            <a:off x="341376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2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>
                <a:solidFill>
                  <a:schemeClr val="tx1"/>
                </a:solidFill>
              </a:defRPr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>
                <a:solidFill>
                  <a:schemeClr val="tx1"/>
                </a:solidFill>
              </a:defRPr>
            </a:lvl2pPr>
            <a:lvl3pPr marL="274313" indent="-137157">
              <a:defRPr sz="1300">
                <a:solidFill>
                  <a:schemeClr val="tx1"/>
                </a:solidFill>
              </a:defRPr>
            </a:lvl3pPr>
            <a:lvl4pPr marL="411470" indent="-137157">
              <a:defRPr sz="1300">
                <a:solidFill>
                  <a:schemeClr val="tx1"/>
                </a:solidFill>
              </a:defRPr>
            </a:lvl4pPr>
            <a:lvl5pPr marL="548626" indent="-137157">
              <a:defRPr sz="1300">
                <a:solidFill>
                  <a:schemeClr val="tx1"/>
                </a:solidFill>
              </a:defRPr>
            </a:lvl5pPr>
            <a:lvl6pPr marL="685783" indent="-137157">
              <a:defRPr sz="1300">
                <a:solidFill>
                  <a:schemeClr val="tx1"/>
                </a:solidFill>
              </a:defRPr>
            </a:lvl6pPr>
            <a:lvl7pPr marL="822939" indent="-137157">
              <a:defRPr sz="1300">
                <a:solidFill>
                  <a:schemeClr val="tx1"/>
                </a:solidFill>
              </a:defRPr>
            </a:lvl7pPr>
            <a:lvl8pPr marL="960096" indent="-137157">
              <a:defRPr sz="1300">
                <a:solidFill>
                  <a:schemeClr val="tx1"/>
                </a:solidFill>
              </a:defRPr>
            </a:lvl8pPr>
            <a:lvl9pPr marL="1097253" indent="-137157">
              <a:defRPr sz="130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7888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 userDrawn="1"/>
        </p:nvSpPr>
        <p:spPr>
          <a:xfrm>
            <a:off x="627888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2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>
                <a:solidFill>
                  <a:schemeClr val="tx1"/>
                </a:solidFill>
              </a:defRPr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>
                <a:solidFill>
                  <a:schemeClr val="tx1"/>
                </a:solidFill>
              </a:defRPr>
            </a:lvl2pPr>
            <a:lvl3pPr marL="274313" indent="-137157">
              <a:defRPr sz="1300">
                <a:solidFill>
                  <a:schemeClr val="tx1"/>
                </a:solidFill>
              </a:defRPr>
            </a:lvl3pPr>
            <a:lvl4pPr marL="411470" indent="-137157">
              <a:defRPr sz="1300">
                <a:solidFill>
                  <a:schemeClr val="tx1"/>
                </a:solidFill>
              </a:defRPr>
            </a:lvl4pPr>
            <a:lvl5pPr marL="548626" indent="-137157">
              <a:defRPr sz="1300">
                <a:solidFill>
                  <a:schemeClr val="tx1"/>
                </a:solidFill>
              </a:defRPr>
            </a:lvl5pPr>
            <a:lvl6pPr marL="685783" indent="-137157">
              <a:defRPr sz="1300">
                <a:solidFill>
                  <a:schemeClr val="tx1"/>
                </a:solidFill>
              </a:defRPr>
            </a:lvl6pPr>
            <a:lvl7pPr marL="822939" indent="-137157">
              <a:defRPr sz="1300">
                <a:solidFill>
                  <a:schemeClr val="tx1"/>
                </a:solidFill>
              </a:defRPr>
            </a:lvl7pPr>
            <a:lvl8pPr marL="960096" indent="-137157">
              <a:defRPr sz="1300">
                <a:solidFill>
                  <a:schemeClr val="tx1"/>
                </a:solidFill>
              </a:defRPr>
            </a:lvl8pPr>
            <a:lvl9pPr marL="1097253" indent="-137157">
              <a:defRPr sz="130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14400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 userDrawn="1"/>
        </p:nvSpPr>
        <p:spPr>
          <a:xfrm>
            <a:off x="914400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2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>
                <a:solidFill>
                  <a:schemeClr val="tx1"/>
                </a:solidFill>
              </a:defRPr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>
                <a:solidFill>
                  <a:schemeClr val="tx1"/>
                </a:solidFill>
              </a:defRPr>
            </a:lvl2pPr>
            <a:lvl3pPr marL="274313" indent="-137157">
              <a:defRPr sz="1300">
                <a:solidFill>
                  <a:schemeClr val="tx1"/>
                </a:solidFill>
              </a:defRPr>
            </a:lvl3pPr>
            <a:lvl4pPr marL="411470" indent="-137157">
              <a:defRPr sz="1300">
                <a:solidFill>
                  <a:schemeClr val="tx1"/>
                </a:solidFill>
              </a:defRPr>
            </a:lvl4pPr>
            <a:lvl5pPr marL="548626" indent="-137157">
              <a:defRPr sz="1300">
                <a:solidFill>
                  <a:schemeClr val="tx1"/>
                </a:solidFill>
              </a:defRPr>
            </a:lvl5pPr>
            <a:lvl6pPr marL="685783" indent="-137157">
              <a:defRPr sz="1300">
                <a:solidFill>
                  <a:schemeClr val="tx1"/>
                </a:solidFill>
              </a:defRPr>
            </a:lvl6pPr>
            <a:lvl7pPr marL="822939" indent="-137157">
              <a:defRPr sz="1300">
                <a:solidFill>
                  <a:schemeClr val="tx1"/>
                </a:solidFill>
              </a:defRPr>
            </a:lvl7pPr>
            <a:lvl8pPr marL="960096" indent="-137157">
              <a:defRPr sz="1300">
                <a:solidFill>
                  <a:schemeClr val="tx1"/>
                </a:solidFill>
              </a:defRPr>
            </a:lvl8pPr>
            <a:lvl9pPr marL="1097253" indent="-137157">
              <a:defRPr sz="130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B012D9A-AE72-0239-7D2F-3E585FB16AD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694BD61C-20BA-43AF-A21F-1DAFB3200099}" type="datetime3">
              <a:rPr lang="en-US" smtClean="0"/>
              <a:t>5 August 2026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07D52D1-634D-ECD5-045A-38F96B973AD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Rectangle 15">
            <a:extLst>
              <a:ext uri="{FF2B5EF4-FFF2-40B4-BE49-F238E27FC236}">
                <a16:creationId xmlns:a16="http://schemas.microsoft.com/office/drawing/2014/main" id="{DEB0DA69-FBF7-5C40-833F-1B7B11772F8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6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597C6E0-6809-7398-D956-E5305EC75B1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1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584E015-ECF9-BB95-F3AC-0C50F66718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65844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Numbers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6D6FD270-DB0B-36F0-B138-75209607ED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4864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 userDrawn="1"/>
        </p:nvSpPr>
        <p:spPr>
          <a:xfrm>
            <a:off x="54864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2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FontTx/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41376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 userDrawn="1"/>
        </p:nvSpPr>
        <p:spPr>
          <a:xfrm>
            <a:off x="341376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2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7888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 userDrawn="1"/>
        </p:nvSpPr>
        <p:spPr>
          <a:xfrm>
            <a:off x="627888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2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14400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 userDrawn="1"/>
        </p:nvSpPr>
        <p:spPr>
          <a:xfrm>
            <a:off x="914400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2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E669241-96AF-C7FA-0BE4-6592ABD25879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A7B8021B-6105-4216-96FC-94348F216D0E}" type="datetime3">
              <a:rPr lang="en-US" smtClean="0"/>
              <a:t>5 August 2026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6C2643F-F661-8B8E-E36F-1F135C6F65B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1050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 Numbers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AEEBA188-82A1-2FC4-842F-8120003B65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4864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 userDrawn="1"/>
        </p:nvSpPr>
        <p:spPr>
          <a:xfrm>
            <a:off x="54864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2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41376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 userDrawn="1"/>
        </p:nvSpPr>
        <p:spPr>
          <a:xfrm>
            <a:off x="341376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2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7888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 userDrawn="1"/>
        </p:nvSpPr>
        <p:spPr>
          <a:xfrm>
            <a:off x="627888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2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14400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 userDrawn="1"/>
        </p:nvSpPr>
        <p:spPr>
          <a:xfrm>
            <a:off x="914400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2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1A90E933-723C-D9CC-B7AB-3043EDAB63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48640" y="3886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8" name="TextBox">
            <a:extLst>
              <a:ext uri="{FF2B5EF4-FFF2-40B4-BE49-F238E27FC236}">
                <a16:creationId xmlns:a16="http://schemas.microsoft.com/office/drawing/2014/main" id="{8E3B414F-BCCF-E0E0-A5B7-9D21FED7A614}"/>
              </a:ext>
            </a:extLst>
          </p:cNvPr>
          <p:cNvSpPr txBox="1"/>
          <p:nvPr userDrawn="1"/>
        </p:nvSpPr>
        <p:spPr>
          <a:xfrm>
            <a:off x="548642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05</a:t>
            </a:r>
          </a:p>
        </p:txBody>
      </p: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5731522F-82BF-A739-FBD5-84B13AFCBF10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548642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9" name="Line">
            <a:extLst>
              <a:ext uri="{FF2B5EF4-FFF2-40B4-BE49-F238E27FC236}">
                <a16:creationId xmlns:a16="http://schemas.microsoft.com/office/drawing/2014/main" id="{B07AB9A6-54AF-4DC6-E298-2E576695A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413760" y="3886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0" name="TextBox">
            <a:extLst>
              <a:ext uri="{FF2B5EF4-FFF2-40B4-BE49-F238E27FC236}">
                <a16:creationId xmlns:a16="http://schemas.microsoft.com/office/drawing/2014/main" id="{E79A49CF-30B2-91DC-6BCA-2A41DD4CBF09}"/>
              </a:ext>
            </a:extLst>
          </p:cNvPr>
          <p:cNvSpPr txBox="1"/>
          <p:nvPr userDrawn="1"/>
        </p:nvSpPr>
        <p:spPr>
          <a:xfrm>
            <a:off x="3413762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06</a:t>
            </a:r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5FE6691B-ACEF-8803-7DC3-70B52F89990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3413762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1" name="Line">
            <a:extLst>
              <a:ext uri="{FF2B5EF4-FFF2-40B4-BE49-F238E27FC236}">
                <a16:creationId xmlns:a16="http://schemas.microsoft.com/office/drawing/2014/main" id="{DE9CD609-8A04-24B8-B562-11703E18D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78880" y="3886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2" name="TextBox">
            <a:extLst>
              <a:ext uri="{FF2B5EF4-FFF2-40B4-BE49-F238E27FC236}">
                <a16:creationId xmlns:a16="http://schemas.microsoft.com/office/drawing/2014/main" id="{7C5E0031-266F-D418-0BAB-9BD3C4F1EC3F}"/>
              </a:ext>
            </a:extLst>
          </p:cNvPr>
          <p:cNvSpPr txBox="1"/>
          <p:nvPr userDrawn="1"/>
        </p:nvSpPr>
        <p:spPr>
          <a:xfrm>
            <a:off x="6278882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07</a:t>
            </a:r>
          </a:p>
        </p:txBody>
      </p:sp>
      <p:sp>
        <p:nvSpPr>
          <p:cNvPr id="26" name="Content Placeholder 8">
            <a:extLst>
              <a:ext uri="{FF2B5EF4-FFF2-40B4-BE49-F238E27FC236}">
                <a16:creationId xmlns:a16="http://schemas.microsoft.com/office/drawing/2014/main" id="{772BE48E-72DE-7245-BBDA-BF3FEC69BED1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78882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3" name="Line">
            <a:extLst>
              <a:ext uri="{FF2B5EF4-FFF2-40B4-BE49-F238E27FC236}">
                <a16:creationId xmlns:a16="http://schemas.microsoft.com/office/drawing/2014/main" id="{51FB53C0-6EA8-D891-85A3-23EE83EAD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144000" y="3886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4" name="TextBox">
            <a:extLst>
              <a:ext uri="{FF2B5EF4-FFF2-40B4-BE49-F238E27FC236}">
                <a16:creationId xmlns:a16="http://schemas.microsoft.com/office/drawing/2014/main" id="{6BF9F70B-8D8A-3E73-E423-909DA6A75EB4}"/>
              </a:ext>
            </a:extLst>
          </p:cNvPr>
          <p:cNvSpPr txBox="1"/>
          <p:nvPr userDrawn="1"/>
        </p:nvSpPr>
        <p:spPr>
          <a:xfrm>
            <a:off x="9144002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08</a:t>
            </a:r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EA060839-AF98-8040-7AE9-8F0D7E00C135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4002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Date Placeholder 27">
            <a:extLst>
              <a:ext uri="{FF2B5EF4-FFF2-40B4-BE49-F238E27FC236}">
                <a16:creationId xmlns:a16="http://schemas.microsoft.com/office/drawing/2014/main" id="{6E3723B8-B265-6943-67A5-DF3F0D5EC1CD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5D27CFAB-73E6-44A8-B862-B3306344E3F2}" type="datetime3">
              <a:rPr lang="en-US" smtClean="0"/>
              <a:t>5 August 2026</a:t>
            </a:fld>
            <a:endParaRPr lang="en-US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8D4AF177-759A-A93C-2097-C2C22D93680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6" name="Rectangle 15">
            <a:extLst>
              <a:ext uri="{FF2B5EF4-FFF2-40B4-BE49-F238E27FC236}">
                <a16:creationId xmlns:a16="http://schemas.microsoft.com/office/drawing/2014/main" id="{FEDB97C0-F514-9C55-3E16-9FC0105AEFD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6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C06597B-21CB-E031-D41A-B15442D1221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1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419FAE-92B3-3B6A-EDE9-C7A373F39B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77837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Numbers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963F0940-E33E-9D7F-C52B-16CFD0545B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4864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 userDrawn="1"/>
        </p:nvSpPr>
        <p:spPr>
          <a:xfrm>
            <a:off x="54864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2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41376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 userDrawn="1"/>
        </p:nvSpPr>
        <p:spPr>
          <a:xfrm>
            <a:off x="341376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2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7888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 userDrawn="1"/>
        </p:nvSpPr>
        <p:spPr>
          <a:xfrm>
            <a:off x="627888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2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14400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 userDrawn="1"/>
        </p:nvSpPr>
        <p:spPr>
          <a:xfrm>
            <a:off x="914400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2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1A90E933-723C-D9CC-B7AB-3043EDAB63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48640" y="3886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8" name="TextBox">
            <a:extLst>
              <a:ext uri="{FF2B5EF4-FFF2-40B4-BE49-F238E27FC236}">
                <a16:creationId xmlns:a16="http://schemas.microsoft.com/office/drawing/2014/main" id="{8E3B414F-BCCF-E0E0-A5B7-9D21FED7A614}"/>
              </a:ext>
            </a:extLst>
          </p:cNvPr>
          <p:cNvSpPr txBox="1"/>
          <p:nvPr userDrawn="1"/>
        </p:nvSpPr>
        <p:spPr>
          <a:xfrm>
            <a:off x="548642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05</a:t>
            </a:r>
          </a:p>
        </p:txBody>
      </p: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5731522F-82BF-A739-FBD5-84B13AFCBF10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548642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9" name="Line">
            <a:extLst>
              <a:ext uri="{FF2B5EF4-FFF2-40B4-BE49-F238E27FC236}">
                <a16:creationId xmlns:a16="http://schemas.microsoft.com/office/drawing/2014/main" id="{B07AB9A6-54AF-4DC6-E298-2E576695A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413760" y="3886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0" name="TextBox">
            <a:extLst>
              <a:ext uri="{FF2B5EF4-FFF2-40B4-BE49-F238E27FC236}">
                <a16:creationId xmlns:a16="http://schemas.microsoft.com/office/drawing/2014/main" id="{E79A49CF-30B2-91DC-6BCA-2A41DD4CBF09}"/>
              </a:ext>
            </a:extLst>
          </p:cNvPr>
          <p:cNvSpPr txBox="1"/>
          <p:nvPr userDrawn="1"/>
        </p:nvSpPr>
        <p:spPr>
          <a:xfrm>
            <a:off x="3413762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06</a:t>
            </a:r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5FE6691B-ACEF-8803-7DC3-70B52F89990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3413762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1" name="Line">
            <a:extLst>
              <a:ext uri="{FF2B5EF4-FFF2-40B4-BE49-F238E27FC236}">
                <a16:creationId xmlns:a16="http://schemas.microsoft.com/office/drawing/2014/main" id="{DE9CD609-8A04-24B8-B562-11703E18D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78880" y="3886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2" name="TextBox">
            <a:extLst>
              <a:ext uri="{FF2B5EF4-FFF2-40B4-BE49-F238E27FC236}">
                <a16:creationId xmlns:a16="http://schemas.microsoft.com/office/drawing/2014/main" id="{7C5E0031-266F-D418-0BAB-9BD3C4F1EC3F}"/>
              </a:ext>
            </a:extLst>
          </p:cNvPr>
          <p:cNvSpPr txBox="1"/>
          <p:nvPr userDrawn="1"/>
        </p:nvSpPr>
        <p:spPr>
          <a:xfrm>
            <a:off x="6278882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07</a:t>
            </a:r>
          </a:p>
        </p:txBody>
      </p:sp>
      <p:sp>
        <p:nvSpPr>
          <p:cNvPr id="26" name="Content Placeholder 8">
            <a:extLst>
              <a:ext uri="{FF2B5EF4-FFF2-40B4-BE49-F238E27FC236}">
                <a16:creationId xmlns:a16="http://schemas.microsoft.com/office/drawing/2014/main" id="{772BE48E-72DE-7245-BBDA-BF3FEC69BED1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78882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3" name="Line">
            <a:extLst>
              <a:ext uri="{FF2B5EF4-FFF2-40B4-BE49-F238E27FC236}">
                <a16:creationId xmlns:a16="http://schemas.microsoft.com/office/drawing/2014/main" id="{51FB53C0-6EA8-D891-85A3-23EE83EAD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144000" y="3886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4" name="TextBox">
            <a:extLst>
              <a:ext uri="{FF2B5EF4-FFF2-40B4-BE49-F238E27FC236}">
                <a16:creationId xmlns:a16="http://schemas.microsoft.com/office/drawing/2014/main" id="{6BF9F70B-8D8A-3E73-E423-909DA6A75EB4}"/>
              </a:ext>
            </a:extLst>
          </p:cNvPr>
          <p:cNvSpPr txBox="1"/>
          <p:nvPr userDrawn="1"/>
        </p:nvSpPr>
        <p:spPr>
          <a:xfrm>
            <a:off x="9144002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08</a:t>
            </a:r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EA060839-AF98-8040-7AE9-8F0D7E00C135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4002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Date Placeholder 27">
            <a:extLst>
              <a:ext uri="{FF2B5EF4-FFF2-40B4-BE49-F238E27FC236}">
                <a16:creationId xmlns:a16="http://schemas.microsoft.com/office/drawing/2014/main" id="{4C43927A-9072-62B2-E6B6-C90CC98BD41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A9B2E784-A5F5-4301-881B-94AC8DBF9DED}" type="datetime3">
              <a:rPr lang="en-US" smtClean="0"/>
              <a:t>5 August 2026</a:t>
            </a:fld>
            <a:endParaRPr lang="en-US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7C0BB974-2130-F29B-EFD0-42CC6056022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582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A0F3CE13-290E-12C4-BDCA-17CB5BAFF74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228600"/>
            <a:ext cx="12192000" cy="64008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AF67DC4-909F-6BF0-DB86-8675E25715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F3D174-1921-7F28-5394-750C376C77F2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8EAB3A5-9E92-4BB9-8F22-9632B4FBEDBA}" type="datetime3">
              <a:rPr lang="en-US" smtClean="0"/>
              <a:t>5 August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BD6737-D835-6484-7A3F-BAD2D784E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B09A03-7F71-C11F-C219-9F32BF2D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65519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Imag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8640" y="411481"/>
            <a:ext cx="5364480" cy="914400"/>
          </a:xfrm>
        </p:spPr>
        <p:txBody>
          <a:bodyPr/>
          <a:lstStyle>
            <a:lvl1pPr>
              <a:defRPr sz="2800" b="1" cap="none" baseline="0"/>
            </a:lvl1pPr>
          </a:lstStyle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39" y="1600200"/>
            <a:ext cx="536448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DEDA6D-3B28-23A1-C2EE-BBB7617D7DC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0923810-5FB2-48C9-96CA-1DE2C4773142}" type="datetime3">
              <a:rPr lang="en-US" smtClean="0"/>
              <a:t>5 August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31B70-C8F2-D686-C30C-B4651FF04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9D1DFBC2-C4E8-E691-E48C-B8D2CF49CDA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78038" y="1076325"/>
            <a:ext cx="5365748" cy="5095875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823819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Imag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4D455EB0-A36D-4986-9393-AA1D5CE6C06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639" y="411480"/>
            <a:ext cx="11094720" cy="310896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8640" y="3794760"/>
            <a:ext cx="5364480" cy="914400"/>
          </a:xfrm>
        </p:spPr>
        <p:txBody>
          <a:bodyPr/>
          <a:lstStyle>
            <a:lvl1pPr>
              <a:defRPr sz="2800" b="1" cap="none" baseline="0"/>
            </a:lvl1pPr>
          </a:lstStyle>
          <a:p>
            <a:r>
              <a:rPr lang="en-US"/>
              <a:t>[Slide title]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half" idx="1"/>
          </p:nvPr>
        </p:nvSpPr>
        <p:spPr>
          <a:xfrm>
            <a:off x="6278879" y="3794760"/>
            <a:ext cx="5364480" cy="2377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39DE7-660B-3FA9-966D-AB1D9EF6AC81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E50EFF4B-86EB-42FB-93EA-7D8F9CB2466F}" type="datetime3">
              <a:rPr lang="en-US" smtClean="0"/>
              <a:t>5 August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763529-A3F2-C0F4-1A5C-AAFFF34D7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7520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90">
          <p15:clr>
            <a:srgbClr val="A4A3A4"/>
          </p15:clr>
        </p15:guide>
        <p15:guide id="2" orient="horz" pos="3888">
          <p15:clr>
            <a:srgbClr val="A4A3A4"/>
          </p15:clr>
        </p15:guide>
        <p15:guide id="3" orient="horz" pos="2218">
          <p15:clr>
            <a:srgbClr val="A4A3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2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639" y="1600200"/>
            <a:ext cx="5364480" cy="22860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8637" y="4114800"/>
            <a:ext cx="5364480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548639" y="4526280"/>
            <a:ext cx="5364480" cy="1645920"/>
          </a:xfrm>
        </p:spPr>
        <p:txBody>
          <a:bodyPr/>
          <a:lstStyle>
            <a:lvl1pPr marL="137157" indent="-137157">
              <a:defRPr sz="1500"/>
            </a:lvl1pPr>
            <a:lvl2pPr marL="274313" indent="-137157">
              <a:defRPr sz="1500"/>
            </a:lvl2pPr>
            <a:lvl3pPr marL="411470" indent="-137157">
              <a:defRPr sz="1500"/>
            </a:lvl3pPr>
            <a:lvl4pPr marL="548626" indent="-137157">
              <a:defRPr sz="1500"/>
            </a:lvl4pPr>
            <a:lvl5pPr marL="685783" indent="-137157">
              <a:defRPr sz="1500"/>
            </a:lvl5pPr>
            <a:lvl6pPr marL="822939" indent="-137157">
              <a:defRPr sz="1500"/>
            </a:lvl6pPr>
            <a:lvl7pPr marL="960096" indent="-137157">
              <a:defRPr sz="1500"/>
            </a:lvl7pPr>
            <a:lvl8pPr marL="1097253" indent="-137157">
              <a:defRPr sz="1500"/>
            </a:lvl8pPr>
            <a:lvl9pPr marL="1234409" indent="-137157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78879" y="1600200"/>
            <a:ext cx="5364480" cy="22860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78879" y="4114800"/>
            <a:ext cx="5364480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6278879" y="4526280"/>
            <a:ext cx="5364480" cy="1645920"/>
          </a:xfrm>
        </p:spPr>
        <p:txBody>
          <a:bodyPr/>
          <a:lstStyle>
            <a:lvl1pPr marL="137157" indent="-137157">
              <a:defRPr sz="1500"/>
            </a:lvl1pPr>
            <a:lvl2pPr marL="274313" indent="-137157">
              <a:defRPr sz="1500"/>
            </a:lvl2pPr>
            <a:lvl3pPr marL="411470" indent="-137157">
              <a:defRPr sz="1500"/>
            </a:lvl3pPr>
            <a:lvl4pPr marL="548626" indent="-137157">
              <a:defRPr sz="1500"/>
            </a:lvl4pPr>
            <a:lvl5pPr marL="685783" indent="-137157">
              <a:defRPr sz="1500"/>
            </a:lvl5pPr>
            <a:lvl6pPr marL="822939" indent="-137157">
              <a:defRPr sz="1500"/>
            </a:lvl6pPr>
            <a:lvl7pPr marL="960096" indent="-137157">
              <a:defRPr sz="1500"/>
            </a:lvl7pPr>
            <a:lvl8pPr marL="1097253" indent="-137157">
              <a:defRPr sz="1500"/>
            </a:lvl8pPr>
            <a:lvl9pPr marL="1234409" indent="-137157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E309248A-8803-C0D0-F841-DA0B643CD6D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B14FC24-E041-45E9-9A72-E5755A86890F}" type="datetime3">
              <a:rPr lang="en-US" smtClean="0"/>
              <a:t>5 August 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E501E26-5E18-9AC3-2607-A695FA23E6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5971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  <p15:guide id="3" orient="horz" pos="2592">
          <p15:clr>
            <a:srgbClr val="A4A3A4"/>
          </p15:clr>
        </p15:guide>
        <p15:guide id="4" orient="horz" pos="2448">
          <p15:clr>
            <a:srgbClr val="A4A3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3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639" y="1600200"/>
            <a:ext cx="3450336" cy="16916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8637" y="3520440"/>
            <a:ext cx="3450336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548639" y="3931920"/>
            <a:ext cx="3450336" cy="2240280"/>
          </a:xfrm>
        </p:spPr>
        <p:txBody>
          <a:bodyPr/>
          <a:lstStyle>
            <a:lvl1pPr marL="137157" indent="-137157">
              <a:defRPr sz="1500"/>
            </a:lvl1pPr>
            <a:lvl2pPr marL="274313" indent="-137157">
              <a:defRPr sz="1500"/>
            </a:lvl2pPr>
            <a:lvl3pPr marL="411470" indent="-137157">
              <a:defRPr sz="1500"/>
            </a:lvl3pPr>
            <a:lvl4pPr marL="548626" indent="-137157">
              <a:defRPr sz="1500"/>
            </a:lvl4pPr>
            <a:lvl5pPr marL="685783" indent="-137157">
              <a:defRPr sz="1500"/>
            </a:lvl5pPr>
            <a:lvl6pPr marL="822939" indent="-137157">
              <a:defRPr sz="1500"/>
            </a:lvl6pPr>
            <a:lvl7pPr marL="960096" indent="-137157">
              <a:defRPr sz="1500"/>
            </a:lvl7pPr>
            <a:lvl8pPr marL="1097253" indent="-137157">
              <a:defRPr sz="1500"/>
            </a:lvl8pPr>
            <a:lvl9pPr marL="1234409" indent="-137157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70831" y="1600200"/>
            <a:ext cx="3450336" cy="16916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70831" y="3520440"/>
            <a:ext cx="3450336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4370831" y="3931920"/>
            <a:ext cx="3450336" cy="2240280"/>
          </a:xfrm>
        </p:spPr>
        <p:txBody>
          <a:bodyPr/>
          <a:lstStyle>
            <a:lvl1pPr marL="137157" indent="-137157">
              <a:defRPr sz="1500"/>
            </a:lvl1pPr>
            <a:lvl2pPr marL="274313" indent="-137157">
              <a:defRPr sz="1500"/>
            </a:lvl2pPr>
            <a:lvl3pPr marL="411470" indent="-137157">
              <a:defRPr sz="1500"/>
            </a:lvl3pPr>
            <a:lvl4pPr marL="548626" indent="-137157">
              <a:defRPr sz="1500"/>
            </a:lvl4pPr>
            <a:lvl5pPr marL="685783" indent="-137157">
              <a:defRPr sz="1500"/>
            </a:lvl5pPr>
            <a:lvl6pPr marL="822939" indent="-137157">
              <a:defRPr sz="1500"/>
            </a:lvl6pPr>
            <a:lvl7pPr marL="960096" indent="-137157">
              <a:defRPr sz="1500"/>
            </a:lvl7pPr>
            <a:lvl8pPr marL="1097253" indent="-137157">
              <a:defRPr sz="1500"/>
            </a:lvl8pPr>
            <a:lvl9pPr marL="1234409" indent="-137157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F1293E6-42E9-E8B5-FFA8-86FB82D4865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93023" y="1600200"/>
            <a:ext cx="3450336" cy="16916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1A0087B1-BE04-FAAE-807C-18D539A585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93023" y="3520440"/>
            <a:ext cx="3450336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9A4D43E8-8B9E-0180-3592-10B667D09516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8193023" y="3931920"/>
            <a:ext cx="3450336" cy="2240280"/>
          </a:xfrm>
        </p:spPr>
        <p:txBody>
          <a:bodyPr/>
          <a:lstStyle>
            <a:lvl1pPr marL="137157" indent="-137157">
              <a:defRPr sz="1500"/>
            </a:lvl1pPr>
            <a:lvl2pPr marL="274313" indent="-137157">
              <a:defRPr sz="1500"/>
            </a:lvl2pPr>
            <a:lvl3pPr marL="411470" indent="-137157">
              <a:defRPr sz="1500"/>
            </a:lvl3pPr>
            <a:lvl4pPr marL="548626" indent="-137157">
              <a:defRPr sz="1500"/>
            </a:lvl4pPr>
            <a:lvl5pPr marL="685783" indent="-137157">
              <a:defRPr sz="1500"/>
            </a:lvl5pPr>
            <a:lvl6pPr marL="822939" indent="-137157">
              <a:defRPr sz="1500"/>
            </a:lvl6pPr>
            <a:lvl7pPr marL="960096" indent="-137157">
              <a:defRPr sz="1500"/>
            </a:lvl7pPr>
            <a:lvl8pPr marL="1097253" indent="-137157">
              <a:defRPr sz="1500"/>
            </a:lvl8pPr>
            <a:lvl9pPr marL="1234409" indent="-137157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BCC41EC7-A74C-7FAC-CAAF-B45134A90C1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98A19125-94A7-4474-858C-FD9C4ABE9DDA}" type="datetime3">
              <a:rPr lang="en-US" smtClean="0"/>
              <a:t>5 August 2026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DCE38A9-CABF-9588-DDD8-93DD198F7EC2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1781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2218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2074">
          <p15:clr>
            <a:srgbClr val="A4A3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4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642" y="1600200"/>
            <a:ext cx="2499359" cy="12344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8641" y="3063240"/>
            <a:ext cx="2499359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600" b="1"/>
            </a:lvl1pPr>
            <a:lvl2pPr marL="0" indent="0">
              <a:spcBef>
                <a:spcPts val="0"/>
              </a:spcBef>
              <a:buFontTx/>
              <a:buNone/>
              <a:defRPr sz="1600" b="1"/>
            </a:lvl2pPr>
            <a:lvl3pPr marL="0" indent="0">
              <a:spcBef>
                <a:spcPts val="0"/>
              </a:spcBef>
              <a:buFontTx/>
              <a:buNone/>
              <a:defRPr sz="1600" b="1"/>
            </a:lvl3pPr>
            <a:lvl4pPr marL="0" indent="0">
              <a:spcBef>
                <a:spcPts val="0"/>
              </a:spcBef>
              <a:buFontTx/>
              <a:buNone/>
              <a:defRPr sz="1600" b="1"/>
            </a:lvl4pPr>
            <a:lvl5pPr marL="0" indent="0">
              <a:spcBef>
                <a:spcPts val="0"/>
              </a:spcBef>
              <a:buFontTx/>
              <a:buNone/>
              <a:defRPr sz="1600" b="1"/>
            </a:lvl5pPr>
            <a:lvl6pPr marL="0" indent="0">
              <a:spcBef>
                <a:spcPts val="0"/>
              </a:spcBef>
              <a:buFontTx/>
              <a:buNone/>
              <a:defRPr sz="1600" b="1"/>
            </a:lvl6pPr>
            <a:lvl7pPr marL="0" indent="0">
              <a:spcBef>
                <a:spcPts val="0"/>
              </a:spcBef>
              <a:buFontTx/>
              <a:buNone/>
              <a:defRPr sz="1600" b="1"/>
            </a:lvl7pPr>
            <a:lvl8pPr marL="0" indent="0">
              <a:spcBef>
                <a:spcPts val="0"/>
              </a:spcBef>
              <a:buFontTx/>
              <a:buNone/>
              <a:defRPr sz="1600" b="1"/>
            </a:lvl8pPr>
            <a:lvl9pPr marL="0" indent="0">
              <a:spcBef>
                <a:spcPts val="0"/>
              </a:spcBef>
              <a:buFontTx/>
              <a:buNone/>
              <a:defRPr sz="16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548642" y="3474720"/>
            <a:ext cx="2499359" cy="2697480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28806" y="1600200"/>
            <a:ext cx="2499359" cy="12344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8806" y="3063240"/>
            <a:ext cx="2499359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600" b="1"/>
            </a:lvl1pPr>
            <a:lvl2pPr marL="0" indent="0">
              <a:spcBef>
                <a:spcPts val="0"/>
              </a:spcBef>
              <a:buFontTx/>
              <a:buNone/>
              <a:defRPr sz="1600" b="1"/>
            </a:lvl2pPr>
            <a:lvl3pPr marL="0" indent="0">
              <a:spcBef>
                <a:spcPts val="0"/>
              </a:spcBef>
              <a:buFontTx/>
              <a:buNone/>
              <a:defRPr sz="1600" b="1"/>
            </a:lvl3pPr>
            <a:lvl4pPr marL="0" indent="0">
              <a:spcBef>
                <a:spcPts val="0"/>
              </a:spcBef>
              <a:buFontTx/>
              <a:buNone/>
              <a:defRPr sz="1600" b="1"/>
            </a:lvl4pPr>
            <a:lvl5pPr marL="0" indent="0">
              <a:spcBef>
                <a:spcPts val="0"/>
              </a:spcBef>
              <a:buFontTx/>
              <a:buNone/>
              <a:defRPr sz="1600" b="1"/>
            </a:lvl5pPr>
            <a:lvl6pPr marL="0" indent="0">
              <a:spcBef>
                <a:spcPts val="0"/>
              </a:spcBef>
              <a:buFontTx/>
              <a:buNone/>
              <a:defRPr sz="1600" b="1"/>
            </a:lvl6pPr>
            <a:lvl7pPr marL="0" indent="0">
              <a:spcBef>
                <a:spcPts val="0"/>
              </a:spcBef>
              <a:buFontTx/>
              <a:buNone/>
              <a:defRPr sz="1600" b="1"/>
            </a:lvl7pPr>
            <a:lvl8pPr marL="0" indent="0">
              <a:spcBef>
                <a:spcPts val="0"/>
              </a:spcBef>
              <a:buFontTx/>
              <a:buNone/>
              <a:defRPr sz="1600" b="1"/>
            </a:lvl8pPr>
            <a:lvl9pPr marL="0" indent="0">
              <a:spcBef>
                <a:spcPts val="0"/>
              </a:spcBef>
              <a:buFontTx/>
              <a:buNone/>
              <a:defRPr sz="16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3428806" y="3474720"/>
            <a:ext cx="2499359" cy="2697480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F1293E6-42E9-E8B5-FFA8-86FB82D4865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63842" y="1600200"/>
            <a:ext cx="2499359" cy="12344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1A0087B1-BE04-FAAE-807C-18D539A585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63842" y="3063240"/>
            <a:ext cx="2499359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600" b="1"/>
            </a:lvl1pPr>
            <a:lvl2pPr marL="0" indent="0">
              <a:spcBef>
                <a:spcPts val="0"/>
              </a:spcBef>
              <a:buFontTx/>
              <a:buNone/>
              <a:defRPr sz="1600" b="1"/>
            </a:lvl2pPr>
            <a:lvl3pPr marL="0" indent="0">
              <a:spcBef>
                <a:spcPts val="0"/>
              </a:spcBef>
              <a:buFontTx/>
              <a:buNone/>
              <a:defRPr sz="1600" b="1"/>
            </a:lvl3pPr>
            <a:lvl4pPr marL="0" indent="0">
              <a:spcBef>
                <a:spcPts val="0"/>
              </a:spcBef>
              <a:buFontTx/>
              <a:buNone/>
              <a:defRPr sz="1600" b="1"/>
            </a:lvl4pPr>
            <a:lvl5pPr marL="0" indent="0">
              <a:spcBef>
                <a:spcPts val="0"/>
              </a:spcBef>
              <a:buFontTx/>
              <a:buNone/>
              <a:defRPr sz="1600" b="1"/>
            </a:lvl5pPr>
            <a:lvl6pPr marL="0" indent="0">
              <a:spcBef>
                <a:spcPts val="0"/>
              </a:spcBef>
              <a:buFontTx/>
              <a:buNone/>
              <a:defRPr sz="1600" b="1"/>
            </a:lvl6pPr>
            <a:lvl7pPr marL="0" indent="0">
              <a:spcBef>
                <a:spcPts val="0"/>
              </a:spcBef>
              <a:buFontTx/>
              <a:buNone/>
              <a:defRPr sz="1600" b="1"/>
            </a:lvl7pPr>
            <a:lvl8pPr marL="0" indent="0">
              <a:spcBef>
                <a:spcPts val="0"/>
              </a:spcBef>
              <a:buFontTx/>
              <a:buNone/>
              <a:defRPr sz="1600" b="1"/>
            </a:lvl8pPr>
            <a:lvl9pPr marL="0" indent="0">
              <a:spcBef>
                <a:spcPts val="0"/>
              </a:spcBef>
              <a:buFontTx/>
              <a:buNone/>
              <a:defRPr sz="16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9A4D43E8-8B9E-0180-3592-10B667D09516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6263842" y="3474720"/>
            <a:ext cx="2499359" cy="2697480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D206E8B5-48CF-3920-10E8-5C214FEE93B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144002" y="1600200"/>
            <a:ext cx="2499359" cy="12344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30A8711B-6FCD-CC40-76D9-6F2EED66A6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144002" y="3063240"/>
            <a:ext cx="2499359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600" b="1"/>
            </a:lvl1pPr>
            <a:lvl2pPr marL="0" indent="0">
              <a:spcBef>
                <a:spcPts val="0"/>
              </a:spcBef>
              <a:buFontTx/>
              <a:buNone/>
              <a:defRPr sz="1600" b="1"/>
            </a:lvl2pPr>
            <a:lvl3pPr marL="0" indent="0">
              <a:spcBef>
                <a:spcPts val="0"/>
              </a:spcBef>
              <a:buFontTx/>
              <a:buNone/>
              <a:defRPr sz="1600" b="1"/>
            </a:lvl3pPr>
            <a:lvl4pPr marL="0" indent="0">
              <a:spcBef>
                <a:spcPts val="0"/>
              </a:spcBef>
              <a:buFontTx/>
              <a:buNone/>
              <a:defRPr sz="1600" b="1"/>
            </a:lvl4pPr>
            <a:lvl5pPr marL="0" indent="0">
              <a:spcBef>
                <a:spcPts val="0"/>
              </a:spcBef>
              <a:buFontTx/>
              <a:buNone/>
              <a:defRPr sz="1600" b="1"/>
            </a:lvl5pPr>
            <a:lvl6pPr marL="0" indent="0">
              <a:spcBef>
                <a:spcPts val="0"/>
              </a:spcBef>
              <a:buFontTx/>
              <a:buNone/>
              <a:defRPr sz="1600" b="1"/>
            </a:lvl6pPr>
            <a:lvl7pPr marL="0" indent="0">
              <a:spcBef>
                <a:spcPts val="0"/>
              </a:spcBef>
              <a:buFontTx/>
              <a:buNone/>
              <a:defRPr sz="1600" b="1"/>
            </a:lvl7pPr>
            <a:lvl8pPr marL="0" indent="0">
              <a:spcBef>
                <a:spcPts val="0"/>
              </a:spcBef>
              <a:buFontTx/>
              <a:buNone/>
              <a:defRPr sz="1600" b="1"/>
            </a:lvl8pPr>
            <a:lvl9pPr marL="0" indent="0">
              <a:spcBef>
                <a:spcPts val="0"/>
              </a:spcBef>
              <a:buFontTx/>
              <a:buNone/>
              <a:defRPr sz="16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5" name="Content Placeholder 13">
            <a:extLst>
              <a:ext uri="{FF2B5EF4-FFF2-40B4-BE49-F238E27FC236}">
                <a16:creationId xmlns:a16="http://schemas.microsoft.com/office/drawing/2014/main" id="{ABA13BFB-DABC-41BC-F712-51774CC8BA1C}"/>
              </a:ext>
            </a:extLst>
          </p:cNvPr>
          <p:cNvSpPr>
            <a:spLocks noGrp="1"/>
          </p:cNvSpPr>
          <p:nvPr>
            <p:ph sz="half" idx="21"/>
          </p:nvPr>
        </p:nvSpPr>
        <p:spPr>
          <a:xfrm>
            <a:off x="9144002" y="3474720"/>
            <a:ext cx="2499359" cy="2697480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6FA3AB29-95C5-BB81-8596-7248603E0DBA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3BA0343D-C8D8-43CE-BB79-50DEA219DB07}" type="datetime3">
              <a:rPr lang="en-US" smtClean="0"/>
              <a:t>5 August 2026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F8249F74-522A-F15A-97B8-27047D5DEDAE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6743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1786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1930">
          <p15:clr>
            <a:srgbClr val="A4A3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0" y="411482"/>
            <a:ext cx="8231293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62121C3-FD56-A9B2-1088-141E0BDB4C1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6795135" cy="40233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800"/>
            </a:lvl1pPr>
            <a:lvl2pPr marL="182875" indent="-182875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51">
              <a:defRPr/>
            </a:lvl3pPr>
            <a:lvl4pPr marL="548626">
              <a:defRPr/>
            </a:lvl4pPr>
            <a:lvl5pPr marL="731502">
              <a:defRPr/>
            </a:lvl5pPr>
            <a:lvl6pPr marL="914377">
              <a:defRPr/>
            </a:lvl6pPr>
            <a:lvl7pPr marL="1097253">
              <a:defRPr/>
            </a:lvl7pPr>
            <a:lvl8pPr marL="1280128">
              <a:defRPr/>
            </a:lvl8pPr>
            <a:lvl9pPr marL="1463003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DBADC8-E5B3-9DDB-F294-C14F7AA987B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453BD212-0B9F-4987-965F-AC83B2FC354F}" type="datetime3">
              <a:rPr lang="en-US" smtClean="0"/>
              <a:t>5 August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7DADDA-8448-690C-2CAB-FA7E28471B8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Rectangle 15">
            <a:extLst>
              <a:ext uri="{FF2B5EF4-FFF2-40B4-BE49-F238E27FC236}">
                <a16:creationId xmlns:a16="http://schemas.microsoft.com/office/drawing/2014/main" id="{29767174-7781-C263-3756-CD54301026C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6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 i="0" u="none" strike="noStrike" cap="none" baseline="0" dirty="0">
                <a:solidFill>
                  <a:srgbClr val="2DAA27"/>
                </a:solidFill>
                <a:latin typeface="Arial"/>
                <a:ea typeface="Arial"/>
                <a:cs typeface="Arial Bold" panose="020B0704020202020204" pitchFamily="34" charset="0"/>
                <a:sym typeface="Arial"/>
              </a:rPr>
              <a:t>UNCLASSIFIED/GENERAL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6F2182-1ACE-5AD5-681B-31F3C218704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1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baseline="0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UNCLASSIFIED/GENERAL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0C2669-2091-19FC-7FA5-E8DD4A44F8C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33429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-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D68235BF-5094-B6AD-6429-61352C54DE9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228600"/>
            <a:ext cx="12192000" cy="6400800"/>
          </a:xfrm>
          <a:solidFill>
            <a:srgbClr val="56555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2"/>
          <p:cNvSpPr>
            <a:spLocks noGrp="1"/>
          </p:cNvSpPr>
          <p:nvPr>
            <p:ph type="title" hasCustomPrompt="1"/>
          </p:nvPr>
        </p:nvSpPr>
        <p:spPr>
          <a:xfrm>
            <a:off x="548640" y="411482"/>
            <a:ext cx="8231293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DC6E9F-9E2F-3968-F76A-CD8240DB9C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6795135" cy="91440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800"/>
            </a:lvl1pPr>
            <a:lvl2pPr marL="182875" indent="-182875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51">
              <a:defRPr/>
            </a:lvl3pPr>
            <a:lvl4pPr marL="548626">
              <a:defRPr/>
            </a:lvl4pPr>
            <a:lvl5pPr marL="731502">
              <a:defRPr/>
            </a:lvl5pPr>
            <a:lvl6pPr marL="914377">
              <a:defRPr/>
            </a:lvl6pPr>
            <a:lvl7pPr marL="1097253">
              <a:defRPr/>
            </a:lvl7pPr>
            <a:lvl8pPr marL="1280128">
              <a:defRPr/>
            </a:lvl8pPr>
            <a:lvl9pPr marL="1463003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2EB74B-4EFA-464C-722C-FBCA5174031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0AF9C2-5E8A-4308-AE6B-CA9B65007D0E}" type="datetime3">
              <a:rPr lang="en-US" smtClean="0"/>
              <a:t>5 August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C19503-16E7-50C5-8995-F8E0DCB6B62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8E613F9-1842-268A-DF27-3F9D7650270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6661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- White 0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0" y="411482"/>
            <a:ext cx="8231293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EF29EDB-49B7-13CD-321C-E88CD44FB7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6795135" cy="40233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800"/>
            </a:lvl1pPr>
            <a:lvl2pPr marL="182875" indent="-182875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51">
              <a:defRPr/>
            </a:lvl3pPr>
            <a:lvl4pPr marL="548626">
              <a:defRPr/>
            </a:lvl4pPr>
            <a:lvl5pPr marL="731502">
              <a:defRPr/>
            </a:lvl5pPr>
            <a:lvl6pPr marL="914377">
              <a:defRPr/>
            </a:lvl6pPr>
            <a:lvl7pPr marL="1097253">
              <a:defRPr/>
            </a:lvl7pPr>
            <a:lvl8pPr marL="1280128">
              <a:defRPr/>
            </a:lvl8pPr>
            <a:lvl9pPr marL="1463003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CC6170-ECB5-A830-2874-091E3641013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F31E861-D2AF-431D-860B-DCF67C218052}" type="datetime3">
              <a:rPr lang="en-US" smtClean="0"/>
              <a:t>5 August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B1CE1D-5DB3-7DB4-A801-B688218E7EC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2727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- White 0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2" y="411480"/>
            <a:ext cx="5365327" cy="914400"/>
          </a:xfrm>
        </p:spPr>
        <p:txBody>
          <a:bodyPr anchor="t" anchorCtr="0"/>
          <a:lstStyle>
            <a:lvl1pPr>
              <a:lnSpc>
                <a:spcPct val="90000"/>
              </a:lnSpc>
              <a:defRPr sz="2400" spc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EF29EDB-49B7-13CD-321C-E88CD44FB7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1600200"/>
            <a:ext cx="6795135" cy="4572000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defRPr sz="3600"/>
            </a:lvl1pPr>
            <a:lvl2pPr marL="182875" indent="-182875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51">
              <a:defRPr/>
            </a:lvl3pPr>
            <a:lvl4pPr marL="548626">
              <a:defRPr/>
            </a:lvl4pPr>
            <a:lvl5pPr marL="731502">
              <a:defRPr/>
            </a:lvl5pPr>
            <a:lvl6pPr marL="914377">
              <a:defRPr/>
            </a:lvl6pPr>
            <a:lvl7pPr marL="1097253">
              <a:defRPr/>
            </a:lvl7pPr>
            <a:lvl8pPr marL="1280128">
              <a:defRPr/>
            </a:lvl8pPr>
            <a:lvl9pPr marL="1463003">
              <a:defRPr/>
            </a:lvl9pPr>
          </a:lstStyle>
          <a:p>
            <a:pPr lvl="0"/>
            <a:r>
              <a:rPr lang="en-US"/>
              <a:t>[Long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A978CF-9C5E-3CFC-1FBF-80FF0C14A03A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D1DA25B2-AAF1-4C1F-AA38-12D5BFA7D4C8}" type="datetime3">
              <a:rPr lang="en-US" smtClean="0"/>
              <a:t>5 August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496E61-43C3-4A10-6216-8AA17EF97B8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215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- Half Image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2" y="411482"/>
            <a:ext cx="5365327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D05FCA9-6234-AA37-16E9-CA72B744A8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5365325" cy="4023360"/>
          </a:xfrm>
        </p:spPr>
        <p:txBody>
          <a:bodyPr/>
          <a:lstStyle>
            <a:lvl1pPr marL="0" indent="0">
              <a:spcBef>
                <a:spcPts val="1000"/>
              </a:spcBef>
              <a:buFontTx/>
              <a:buNone/>
              <a:defRPr/>
            </a:lvl1pPr>
            <a:lvl2pPr marL="182875" indent="-182875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51">
              <a:defRPr/>
            </a:lvl3pPr>
            <a:lvl4pPr marL="548626">
              <a:defRPr/>
            </a:lvl4pPr>
            <a:lvl5pPr marL="731502">
              <a:defRPr/>
            </a:lvl5pPr>
            <a:lvl6pPr marL="914377">
              <a:defRPr/>
            </a:lvl6pPr>
            <a:lvl7pPr marL="1097253">
              <a:defRPr/>
            </a:lvl7pPr>
            <a:lvl8pPr marL="1280128">
              <a:defRPr/>
            </a:lvl8pPr>
            <a:lvl9pPr marL="1463003">
              <a:defRPr/>
            </a:lvl9pPr>
          </a:lstStyle>
          <a:p>
            <a:pPr lvl="0"/>
            <a:r>
              <a:rPr lang="en-US"/>
              <a:t>[Optional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98909E-3F3B-28FF-B01F-B77401FC0BC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A25C0F39-45D0-48E9-90B3-7FE8FCE561C8}" type="datetime3">
              <a:rPr lang="en-US" smtClean="0"/>
              <a:t>5 August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4506F2-72D4-8024-72B5-E5E4464D05D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Picture Placeholder 3">
            <a:extLst>
              <a:ext uri="{FF2B5EF4-FFF2-40B4-BE49-F238E27FC236}">
                <a16:creationId xmlns:a16="http://schemas.microsoft.com/office/drawing/2014/main" id="{6FB94CE1-6713-07D6-4B5A-4A8C98A3721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78038" y="1076325"/>
            <a:ext cx="5365748" cy="5095875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Rectangle 15">
            <a:extLst>
              <a:ext uri="{FF2B5EF4-FFF2-40B4-BE49-F238E27FC236}">
                <a16:creationId xmlns:a16="http://schemas.microsoft.com/office/drawing/2014/main" id="{F827E20F-449C-FD35-0420-0D0665538DF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6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78D2D4-DCB9-0AD3-0C18-6C6757224CC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1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0600B0-1249-F5D8-D1B7-CC4F0AD64E0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2147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- Half Image -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2" y="411482"/>
            <a:ext cx="5365327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D05FCA9-6234-AA37-16E9-CA72B744A8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5365325" cy="4023360"/>
          </a:xfrm>
        </p:spPr>
        <p:txBody>
          <a:bodyPr/>
          <a:lstStyle>
            <a:lvl1pPr marL="0" indent="0">
              <a:spcBef>
                <a:spcPts val="1000"/>
              </a:spcBef>
              <a:buFontTx/>
              <a:buNone/>
              <a:defRPr/>
            </a:lvl1pPr>
            <a:lvl2pPr marL="182875" indent="-182875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51">
              <a:defRPr/>
            </a:lvl3pPr>
            <a:lvl4pPr marL="548626">
              <a:defRPr/>
            </a:lvl4pPr>
            <a:lvl5pPr marL="731502">
              <a:defRPr/>
            </a:lvl5pPr>
            <a:lvl6pPr marL="914377">
              <a:defRPr/>
            </a:lvl6pPr>
            <a:lvl7pPr marL="1097253">
              <a:defRPr/>
            </a:lvl7pPr>
            <a:lvl8pPr marL="1280128">
              <a:defRPr/>
            </a:lvl8pPr>
            <a:lvl9pPr marL="1463003">
              <a:defRPr/>
            </a:lvl9pPr>
          </a:lstStyle>
          <a:p>
            <a:pPr lvl="0"/>
            <a:r>
              <a:rPr lang="en-US"/>
              <a:t>[Optional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99F1DF14-7FE6-F760-F31F-7EF2AD60D9C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78038" y="1076325"/>
            <a:ext cx="5365748" cy="5095875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223B66-3A13-0C9F-B944-AC25D742AF9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9BAF1A3D-92FA-4F24-9781-74AFA516A230}" type="datetime3">
              <a:rPr lang="en-US" smtClean="0"/>
              <a:t>5 August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544B9-C835-CF1D-D28F-2122F278951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2245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79C0D1-24E4-F8B5-5008-90B631F44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19C672-856D-4617-A693-8FE15749A9B7}" type="datetime3">
              <a:rPr lang="en-US" smtClean="0"/>
              <a:t>5 August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D0708B-B177-BDB5-031F-585D18C07E8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362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 - Black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32747-3E71-8E75-327E-02C587769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C764D-A39E-4C03-B161-E0BC66E8883B}" type="datetime3">
              <a:rPr lang="en-US" smtClean="0"/>
              <a:t>5 August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282339-D15E-F6F1-894B-9E00561215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Rectangle 15">
            <a:extLst>
              <a:ext uri="{FF2B5EF4-FFF2-40B4-BE49-F238E27FC236}">
                <a16:creationId xmlns:a16="http://schemas.microsoft.com/office/drawing/2014/main" id="{833783EA-3887-4D75-CFC6-A032432DD7A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6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 i="0" u="none" strike="noStrike" cap="none" baseline="0" dirty="0">
                <a:solidFill>
                  <a:srgbClr val="2DAA27"/>
                </a:solidFill>
                <a:latin typeface="Arial"/>
                <a:ea typeface="Arial"/>
                <a:cs typeface="Arial Bold" panose="020B0704020202020204" pitchFamily="34" charset="0"/>
                <a:sym typeface="Arial"/>
              </a:rPr>
              <a:t>UNCLASSIFIED/GENERAL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C42907C-64C3-CBB8-169A-BB3EFFC55BC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1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i="0" u="none" strike="noStrike" cap="none" baseline="0" dirty="0">
                <a:solidFill>
                  <a:srgbClr val="2DAA27"/>
                </a:solidFill>
                <a:latin typeface="Arial"/>
                <a:ea typeface="Arial"/>
                <a:cs typeface="Arial Bold" panose="020B0704020202020204" pitchFamily="34" charset="0"/>
                <a:sym typeface="Arial"/>
              </a:rPr>
              <a:t>UNCLASSIFIED/GENERAL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4B3BC7-1721-F04F-32EA-9BA47104C8A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250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63EDA0-A0A8-B169-0C67-503B7AD62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E33F9-20B7-4995-BE7D-165DBB597850}" type="datetime3">
              <a:rPr lang="en-US" smtClean="0"/>
              <a:t>5 August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D91F9A-E3C3-E735-5763-0009601454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6252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- Black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D7CC9F-EDC9-A6F7-DA66-4A306089A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1C263-3501-4369-A962-62B6BF915CDE}" type="datetime3">
              <a:rPr lang="en-US" smtClean="0"/>
              <a:t>5 August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9D9C3A-06B5-D7B7-AE0A-005090EAD7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Rectangle 15">
            <a:extLst>
              <a:ext uri="{FF2B5EF4-FFF2-40B4-BE49-F238E27FC236}">
                <a16:creationId xmlns:a16="http://schemas.microsoft.com/office/drawing/2014/main" id="{B76758EE-15B3-7721-5E75-E147C887068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6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C5DC3A-1F9F-1C52-8FA1-007E776E4AA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1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9D1ED16-EB0F-ACBF-80D9-A9A76A8D75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5444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">
            <a:extLst>
              <a:ext uri="{FF2B5EF4-FFF2-40B4-BE49-F238E27FC236}">
                <a16:creationId xmlns:a16="http://schemas.microsoft.com/office/drawing/2014/main" id="{9FBB499C-D22E-E02E-342C-293D573F4036}"/>
              </a:ext>
            </a:extLst>
          </p:cNvPr>
          <p:cNvSpPr txBox="1"/>
          <p:nvPr userDrawn="1"/>
        </p:nvSpPr>
        <p:spPr>
          <a:xfrm>
            <a:off x="548216" y="2148840"/>
            <a:ext cx="11094720" cy="13716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9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4800" cap="all" baseline="0">
                <a:solidFill>
                  <a:srgbClr val="FFCC01"/>
                </a:solidFill>
              </a:rPr>
              <a:t>THANK YOU.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900DDD06-33DA-C48B-4271-22D241C5EC7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8219" y="4819415"/>
            <a:ext cx="5365749" cy="1371599"/>
          </a:xfrm>
        </p:spPr>
        <p:txBody>
          <a:bodyPr anchor="b" anchorCtr="0"/>
          <a:lstStyle>
            <a:lvl1pPr marL="0" indent="0">
              <a:spcBef>
                <a:spcPts val="0"/>
              </a:spcBef>
              <a:buFontTx/>
              <a:buNone/>
              <a:defRPr sz="1200"/>
            </a:lvl1pPr>
            <a:lvl2pPr marL="0" indent="0">
              <a:spcBef>
                <a:spcPts val="0"/>
              </a:spcBef>
              <a:buFontTx/>
              <a:buNone/>
              <a:defRPr sz="1200"/>
            </a:lvl2pPr>
            <a:lvl3pPr marL="0" indent="0">
              <a:spcBef>
                <a:spcPts val="0"/>
              </a:spcBef>
              <a:buFontTx/>
              <a:buNone/>
              <a:defRPr sz="1200"/>
            </a:lvl3pPr>
            <a:lvl4pPr marL="0" indent="0">
              <a:spcBef>
                <a:spcPts val="0"/>
              </a:spcBef>
              <a:buFontTx/>
              <a:buNone/>
              <a:defRPr sz="1200"/>
            </a:lvl4pPr>
            <a:lvl5pPr marL="0" indent="0">
              <a:spcBef>
                <a:spcPts val="0"/>
              </a:spcBef>
              <a:buFontTx/>
              <a:buNone/>
              <a:defRPr sz="1200"/>
            </a:lvl5pPr>
            <a:lvl6pPr marL="0" indent="0">
              <a:spcBef>
                <a:spcPts val="0"/>
              </a:spcBef>
              <a:buFontTx/>
              <a:buNone/>
              <a:defRPr sz="1200"/>
            </a:lvl6pPr>
            <a:lvl7pPr marL="0" indent="0">
              <a:spcBef>
                <a:spcPts val="0"/>
              </a:spcBef>
              <a:buFontTx/>
              <a:buNone/>
              <a:defRPr sz="1200"/>
            </a:lvl7pPr>
            <a:lvl8pPr marL="0" indent="0">
              <a:spcBef>
                <a:spcPts val="0"/>
              </a:spcBef>
              <a:buFontTx/>
              <a:buNone/>
              <a:defRPr sz="1200"/>
            </a:lvl8pPr>
            <a:lvl9pPr marL="0" indent="0">
              <a:spcBef>
                <a:spcPts val="0"/>
              </a:spcBef>
              <a:buFontTx/>
              <a:buNone/>
              <a:defRPr sz="1200"/>
            </a:lvl9pPr>
          </a:lstStyle>
          <a:p>
            <a:pPr lvl="0"/>
            <a:r>
              <a:rPr lang="en-US"/>
              <a:t>[Optional contact information]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632A57-06FC-652E-6EE4-1F70D322E5B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B06F3EBE-B2E8-4992-9F00-9E4B44F057C0}" type="datetime3">
              <a:rPr lang="en-US" smtClean="0"/>
              <a:t>5 August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E1E829-FABB-578E-0154-2C87BBF4E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490B06-8AF4-4B9B-7F1E-C2E93EEF2F6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26003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ogo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U.S. Army" descr="U.S. Army">
            <a:extLst>
              <a:ext uri="{FF2B5EF4-FFF2-40B4-BE49-F238E27FC236}">
                <a16:creationId xmlns:a16="http://schemas.microsoft.com/office/drawing/2014/main" id="{0B06A788-76BC-690C-D43E-FC2BDE0FB2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2827020" y="2194560"/>
            <a:ext cx="6537960" cy="2468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3039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 preserve="1">
  <p:cSld name="1_Title Slide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925155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 preserve="1">
  <p:cSld name="1_Title Only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5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61495657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 preserve="1">
  <p:cSld name="Title and two columns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6"/>
          <p:cNvSpPr txBox="1">
            <a:spLocks noGrp="1"/>
          </p:cNvSpPr>
          <p:nvPr>
            <p:ph type="title"/>
          </p:nvPr>
        </p:nvSpPr>
        <p:spPr>
          <a:xfrm>
            <a:off x="415633" y="667900"/>
            <a:ext cx="11360800" cy="8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Play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body" idx="1"/>
          </p:nvPr>
        </p:nvSpPr>
        <p:spPr>
          <a:xfrm>
            <a:off x="415600" y="2007600"/>
            <a:ext cx="5333200" cy="4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1485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  <a:defRPr/>
            </a:lvl1pPr>
            <a:lvl2pPr marL="1219170" lvl="1" indent="-39792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2pPr>
            <a:lvl3pPr marL="1828754" lvl="2" indent="-39792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3pPr>
            <a:lvl4pPr marL="2438339" lvl="3" indent="-39792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4pPr>
            <a:lvl5pPr marL="3047924" lvl="4" indent="-39792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5pPr>
            <a:lvl6pPr marL="3657509" lvl="5" indent="-39792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6pPr>
            <a:lvl7pPr marL="4267093" lvl="6" indent="-39792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7pPr>
            <a:lvl8pPr marL="4876678" lvl="7" indent="-39792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8pPr>
            <a:lvl9pPr marL="5486263" lvl="8" indent="-39792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body" idx="2"/>
          </p:nvPr>
        </p:nvSpPr>
        <p:spPr>
          <a:xfrm>
            <a:off x="6443200" y="2007600"/>
            <a:ext cx="5333200" cy="4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1485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  <a:defRPr/>
            </a:lvl1pPr>
            <a:lvl2pPr marL="1219170" lvl="1" indent="-39792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2pPr>
            <a:lvl3pPr marL="1828754" lvl="2" indent="-39792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3pPr>
            <a:lvl4pPr marL="2438339" lvl="3" indent="-39792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4pPr>
            <a:lvl5pPr marL="3047924" lvl="4" indent="-39792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5pPr>
            <a:lvl6pPr marL="3657509" lvl="5" indent="-39792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6pPr>
            <a:lvl7pPr marL="4267093" lvl="6" indent="-39792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7pPr>
            <a:lvl8pPr marL="4876678" lvl="7" indent="-39792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8pPr>
            <a:lvl9pPr marL="5486263" lvl="8" indent="-39792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65633441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D8C2E-661D-51E2-ED90-348CF28AB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F99564-2BF9-8DCD-A28E-9381CAF6CA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A3C069-210D-286C-4C3D-4A1E6D372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160A9-B1E4-4AE8-B854-46ED2C2068C2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7C136A-C674-A923-5AF9-6FA911403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49792A-A4FA-3A54-7252-A8321589E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A7335-5433-4415-8B36-CAD16441EE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66752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CCE23-DF7C-6906-24C3-CF1C66F0A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6F6F46-A4F4-9212-D5AE-2A768FC521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35690C-1D12-A35F-F15A-E42B5D4C1A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8C3D2B-FE52-0014-B507-BF942CF6E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160A9-B1E4-4AE8-B854-46ED2C2068C2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D45E52-0AAB-5533-9208-A90B47141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00B08A-6C74-4624-354A-9E8A77A7A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A7335-5433-4415-8B36-CAD16441EE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51397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9991F-A102-D529-F5F3-F565450D3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82BD4B-E36D-639B-C3EF-66780F5AD3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E2C8D3-6873-2A71-0439-0476204F61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79A89A-D222-0EDC-DDB7-F83FD8CF4B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72DF1B-F1BF-14ED-1E9E-31E4D798C7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10DD9C-5FB3-3919-F6E2-64A9C39F5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160A9-B1E4-4AE8-B854-46ED2C2068C2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6FC7C1-92D4-033D-4354-DFBADC84D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4D3D73-AEE1-83F3-0176-B9104BAC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A7335-5433-4415-8B36-CAD16441EE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65373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40445-879C-92E5-6B7B-8507B504C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401DA1-B102-A093-18A6-B6C66A29A9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029DF4-D471-475F-5358-3FAEC6BE9F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1EBFAD-3177-C657-702B-130BF2B52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160A9-B1E4-4AE8-B854-46ED2C2068C2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BCD079-4BC7-FC93-203B-C8405920A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33BD89-486D-38B4-C773-4D05F0C91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8A7335-5433-4415-8B36-CAD16441EE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111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png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170940C-8B04-CB4D-1B44-6768963C04C7}"/>
              </a:ext>
            </a:extLst>
          </p:cNvPr>
          <p:cNvPicPr>
            <a:picLocks noChangeAspect="1"/>
          </p:cNvPicPr>
          <p:nvPr userDrawn="1"/>
        </p:nvPicPr>
        <p:blipFill>
          <a:blip r:embed="rId39"/>
          <a:srcRect l="26274" t="67"/>
          <a:stretch>
            <a:fillRect/>
          </a:stretch>
        </p:blipFill>
        <p:spPr>
          <a:xfrm>
            <a:off x="10428515" y="411481"/>
            <a:ext cx="1214844" cy="477704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8640" y="411481"/>
            <a:ext cx="8231293" cy="9144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[Slide title]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39" y="1600199"/>
            <a:ext cx="11094720" cy="4572000"/>
          </a:xfrm>
          <a:prstGeom prst="rect">
            <a:avLst/>
          </a:prstGeom>
        </p:spPr>
        <p:txBody>
          <a:bodyPr vert="horz" lIns="0" tIns="0" rIns="0" bIns="0" spcCol="36576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ctangle 15">
            <a:extLst>
              <a:ext uri="{FF2B5EF4-FFF2-40B4-BE49-F238E27FC236}">
                <a16:creationId xmlns:a16="http://schemas.microsoft.com/office/drawing/2014/main" id="{A505B177-5D6D-67A3-C213-FBD8A41DB44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6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B11D7F-02E5-4718-D558-9A38AEFE4A3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1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B598B6A5-7EA2-1E58-A263-9A08F2A4D5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7688" y="6629400"/>
            <a:ext cx="823912" cy="228600"/>
          </a:xfrm>
          <a:prstGeom prst="rect">
            <a:avLst/>
          </a:prstGeom>
        </p:spPr>
        <p:txBody>
          <a:bodyPr vert="horz" lIns="0" tIns="45720" rIns="0" bIns="45720" rtlCol="0" anchor="b" anchorCtr="0"/>
          <a:lstStyle>
            <a:lvl1pPr algn="l">
              <a:defRPr sz="700" b="1">
                <a:solidFill>
                  <a:schemeClr val="tx1"/>
                </a:solidFill>
              </a:defRPr>
            </a:lvl1pPr>
          </a:lstStyle>
          <a:p>
            <a:fld id="{CABCB1B0-B6E5-4DD1-BB55-95C076D6C0C8}" type="datetime3">
              <a:rPr lang="en-US" smtClean="0"/>
              <a:t>5 August 2026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FA4C418-D296-ED76-977B-4AA2E1E823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10717" y="6629400"/>
            <a:ext cx="442001" cy="228600"/>
          </a:xfrm>
          <a:prstGeom prst="rect">
            <a:avLst/>
          </a:prstGeom>
        </p:spPr>
        <p:txBody>
          <a:bodyPr vert="horz" lIns="0" tIns="45720" rIns="0" bIns="45720" rtlCol="0" anchor="b" anchorCtr="0"/>
          <a:lstStyle>
            <a:lvl1pPr algn="r">
              <a:defRPr sz="700" b="1">
                <a:solidFill>
                  <a:schemeClr val="tx1"/>
                </a:solidFill>
              </a:defRPr>
            </a:lvl1pPr>
          </a:lstStyle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Picture 9" descr="A picture containing icon&#10;&#10;AI-generated content may be incorrect.">
            <a:extLst>
              <a:ext uri="{FF2B5EF4-FFF2-40B4-BE49-F238E27FC236}">
                <a16:creationId xmlns:a16="http://schemas.microsoft.com/office/drawing/2014/main" id="{84A6E5DC-D173-77B5-CFA6-9D4A8EBB00CD}"/>
              </a:ext>
            </a:extLst>
          </p:cNvPr>
          <p:cNvPicPr>
            <a:picLocks noChangeAspect="1"/>
          </p:cNvPicPr>
          <p:nvPr userDrawn="1"/>
        </p:nvPicPr>
        <p:blipFill>
          <a:blip r:embed="rId40"/>
          <a:stretch>
            <a:fillRect/>
          </a:stretch>
        </p:blipFill>
        <p:spPr>
          <a:xfrm>
            <a:off x="9926021" y="424087"/>
            <a:ext cx="502495" cy="477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2686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  <p:sldLayoutId id="2147483714" r:id="rId18"/>
    <p:sldLayoutId id="2147483715" r:id="rId19"/>
    <p:sldLayoutId id="2147483716" r:id="rId20"/>
    <p:sldLayoutId id="2147483717" r:id="rId21"/>
    <p:sldLayoutId id="2147483718" r:id="rId22"/>
    <p:sldLayoutId id="2147483719" r:id="rId23"/>
    <p:sldLayoutId id="2147483720" r:id="rId24"/>
    <p:sldLayoutId id="2147483721" r:id="rId25"/>
    <p:sldLayoutId id="2147483722" r:id="rId26"/>
    <p:sldLayoutId id="2147483723" r:id="rId27"/>
    <p:sldLayoutId id="2147483724" r:id="rId28"/>
    <p:sldLayoutId id="2147483725" r:id="rId29"/>
    <p:sldLayoutId id="2147483726" r:id="rId30"/>
    <p:sldLayoutId id="2147483727" r:id="rId31"/>
    <p:sldLayoutId id="2147483728" r:id="rId32"/>
    <p:sldLayoutId id="2147483729" r:id="rId33"/>
    <p:sldLayoutId id="2147483730" r:id="rId34"/>
    <p:sldLayoutId id="2147483731" r:id="rId35"/>
    <p:sldLayoutId id="2147483732" r:id="rId36"/>
    <p:sldLayoutId id="2147483733" r:id="rId37"/>
  </p:sldLayoutIdLst>
  <p:hf hdr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32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75" indent="-182875" algn="l" defTabSz="914377" rtl="0" eaLnBrk="1" latinLnBrk="0" hangingPunct="1">
        <a:lnSpc>
          <a:spcPct val="95000"/>
        </a:lnSpc>
        <a:spcBef>
          <a:spcPts val="1000"/>
        </a:spcBef>
        <a:buFont typeface="Arial" panose="020B0604020202020204" pitchFamily="34" charset="0"/>
        <a:buChar char="▪"/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365751" indent="-182875" algn="l" defTabSz="914377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548626" indent="-182875" algn="l" defTabSz="914377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731502" indent="-182875" algn="l" defTabSz="914377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914377" indent="-182875" algn="l" defTabSz="914377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53" indent="-182875" algn="l" defTabSz="914377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1280128" indent="-182875" algn="l" defTabSz="914377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1463003" indent="-182875" algn="l" defTabSz="914377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1645879" indent="-182875" algn="l" defTabSz="914377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9">
          <p15:clr>
            <a:srgbClr val="F26B43"/>
          </p15:clr>
        </p15:guide>
        <p15:guide id="2" pos="345">
          <p15:clr>
            <a:srgbClr val="F26B43"/>
          </p15:clr>
        </p15:guide>
        <p15:guide id="3" pos="7335">
          <p15:clr>
            <a:srgbClr val="F26B43"/>
          </p15:clr>
        </p15:guide>
        <p15:guide id="4" orient="horz" pos="4061">
          <p15:clr>
            <a:srgbClr val="F26B43"/>
          </p15:clr>
        </p15:guide>
        <p15:guide id="6" pos="1018">
          <p15:clr>
            <a:srgbClr val="A4A3A4"/>
          </p15:clr>
        </p15:guide>
        <p15:guide id="7" pos="1248">
          <p15:clr>
            <a:srgbClr val="A4A3A4"/>
          </p15:clr>
        </p15:guide>
        <p15:guide id="8" pos="2148">
          <p15:clr>
            <a:srgbClr val="A4A3A4"/>
          </p15:clr>
        </p15:guide>
        <p15:guide id="9" pos="3052">
          <p15:clr>
            <a:srgbClr val="A4A3A4"/>
          </p15:clr>
        </p15:guide>
        <p15:guide id="10" pos="3954">
          <p15:clr>
            <a:srgbClr val="A4A3A4"/>
          </p15:clr>
        </p15:guide>
        <p15:guide id="11" pos="3724">
          <p15:clr>
            <a:srgbClr val="A4A3A4"/>
          </p15:clr>
        </p15:guide>
        <p15:guide id="12" pos="4858">
          <p15:clr>
            <a:srgbClr val="A4A3A4"/>
          </p15:clr>
        </p15:guide>
        <p15:guide id="13" pos="5784">
          <p15:clr>
            <a:srgbClr val="A4A3A4"/>
          </p15:clr>
        </p15:guide>
        <p15:guide id="14" pos="6660">
          <p15:clr>
            <a:srgbClr val="A4A3A4"/>
          </p15:clr>
        </p15:guide>
        <p15:guide id="15" pos="1920">
          <p15:clr>
            <a:srgbClr val="A4A3A4"/>
          </p15:clr>
        </p15:guide>
        <p15:guide id="16" pos="2822">
          <p15:clr>
            <a:srgbClr val="A4A3A4"/>
          </p15:clr>
        </p15:guide>
        <p15:guide id="17" pos="4626">
          <p15:clr>
            <a:srgbClr val="A4A3A4"/>
          </p15:clr>
        </p15:guide>
        <p15:guide id="18" pos="5530">
          <p15:clr>
            <a:srgbClr val="A4A3A4"/>
          </p15:clr>
        </p15:guide>
        <p15:guide id="19" pos="6434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CEDCD1-8A82-A4DE-9B35-46F95FAC732A}"/>
              </a:ext>
            </a:extLst>
          </p:cNvPr>
          <p:cNvSpPr>
            <a:spLocks noGrp="1"/>
          </p:cNvSpPr>
          <p:nvPr>
            <p:ph type="dt" sz="half" idx="49"/>
          </p:nvPr>
        </p:nvSpPr>
        <p:spPr/>
        <p:txBody>
          <a:bodyPr/>
          <a:lstStyle/>
          <a:p>
            <a:fld id="{7A3E0868-4E26-4CDC-8A56-D70E2D8B12FE}" type="datetime3">
              <a:rPr lang="en-US" smtClean="0"/>
              <a:pPr/>
              <a:t>5 August 2026</a:t>
            </a:fld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FC473F-A75E-4DC2-8570-AE774BD728DD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72DE8545-68E9-CB5C-0A74-198D62E0D606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25698011-0D9F-F607-FBB9-A2D53301777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6" name="Text Placeholder 35">
            <a:extLst>
              <a:ext uri="{FF2B5EF4-FFF2-40B4-BE49-F238E27FC236}">
                <a16:creationId xmlns:a16="http://schemas.microsoft.com/office/drawing/2014/main" id="{7B9E09B3-991D-C6D1-DB94-273B08926CED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8688DB10-7DC9-69B1-6171-352B787C2348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AF088005-7164-53C5-345A-C5B73F9F9DB8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6C886476-9FA1-4B0F-6885-EFD7CBA8D03E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7D0EAA0E-19DD-284E-9D69-013D932EE74D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E8394F3F-CA10-9F08-861D-4DAE6F9F6B91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2" name="Text Placeholder 41">
            <a:extLst>
              <a:ext uri="{FF2B5EF4-FFF2-40B4-BE49-F238E27FC236}">
                <a16:creationId xmlns:a16="http://schemas.microsoft.com/office/drawing/2014/main" id="{C43F7A92-AEA2-BFD0-93D3-3FFC3F2FCA6F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" name="Text Placeholder 42">
            <a:extLst>
              <a:ext uri="{FF2B5EF4-FFF2-40B4-BE49-F238E27FC236}">
                <a16:creationId xmlns:a16="http://schemas.microsoft.com/office/drawing/2014/main" id="{5F457453-43AF-3EE8-B58C-39E8D93E50F7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EDAC0F52-3870-8062-386A-70842807E7D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Containers and images</a:t>
            </a:r>
          </a:p>
        </p:txBody>
      </p:sp>
      <p:sp>
        <p:nvSpPr>
          <p:cNvPr id="32" name="Subtitle 31">
            <a:extLst>
              <a:ext uri="{FF2B5EF4-FFF2-40B4-BE49-F238E27FC236}">
                <a16:creationId xmlns:a16="http://schemas.microsoft.com/office/drawing/2014/main" id="{921D8F12-A6C1-92DA-A716-28A3A79E2A2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6C48A5E9-0CF8-E266-3DBC-10D7DE34B86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738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BC5F3FA6-2709-981C-597F-6614A642AF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11481"/>
            <a:ext cx="8231293" cy="914400"/>
          </a:xfrm>
        </p:spPr>
        <p:txBody>
          <a:bodyPr/>
          <a:lstStyle/>
          <a:p>
            <a:r>
              <a:rPr lang="en-US"/>
              <a:t>Lesson Objectives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40E2BF1D-0EAC-27BA-A810-2F514A1D56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600199"/>
            <a:ext cx="11024925" cy="45720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Understand what containers are and how they differ from traditional virtualization.</a:t>
            </a:r>
          </a:p>
          <a:p>
            <a:r>
              <a:rPr lang="en-US" dirty="0"/>
              <a:t>Explain the benefits of using containers for application development and deployment.</a:t>
            </a:r>
          </a:p>
          <a:p>
            <a:r>
              <a:rPr lang="en-US" dirty="0"/>
              <a:t>Identify the key components of container technology, including container engines, images, and registries.</a:t>
            </a:r>
          </a:p>
          <a:p>
            <a:r>
              <a:rPr lang="en-US" dirty="0"/>
              <a:t>Deploy a simple application using Docker as a practical example of container technology.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B3AFDCF-3DA3-08D2-6C2E-598625CD672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45104" y="6629400"/>
            <a:ext cx="399211" cy="228600"/>
          </a:xfrm>
        </p:spPr>
        <p:txBody>
          <a:bodyPr/>
          <a:lstStyle/>
          <a:p>
            <a:fld id="{18039B46-FA54-4B70-AC0D-4BB93E2046DD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5715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6412E-7EF0-8B47-073F-90F1F1944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028FD1B-DF60-8421-5BFF-D4AA5E1AC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Containers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ED0079C-F139-23B4-EE56-02210A3B2E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10638B-AF82-2B7C-8AF6-41A6D0B2A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>
            <a:normAutofit fontScale="25000" lnSpcReduction="20000"/>
          </a:bodyPr>
          <a:lstStyle/>
          <a:p>
            <a:pPr lvl="0"/>
            <a:endParaRPr lang="en-US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D920BF-49E0-06E3-2FBF-B0E31E684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10717" y="6629400"/>
            <a:ext cx="442001" cy="2286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fld id="{18039B46-FA54-4B70-AC0D-4BB93E2046DD}" type="slidenum">
              <a:rPr lang="en-US" noProof="0" dirty="0"/>
              <a:pPr lvl="0"/>
              <a:t>3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454932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2D6490C-6445-A481-834D-7131601DB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11481"/>
            <a:ext cx="8231293" cy="914400"/>
          </a:xfrm>
        </p:spPr>
        <p:txBody>
          <a:bodyPr/>
          <a:lstStyle/>
          <a:p>
            <a:r>
              <a:rPr lang="en-US" dirty="0"/>
              <a:t>Spot the Difference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BB139C0D-48EC-B206-4F78-4205E0430B7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549274" y="1238901"/>
            <a:ext cx="6309617" cy="2758667"/>
          </a:xfrm>
        </p:spPr>
      </p:pic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63B12B4C-CD3F-988A-DF56-990DA5A928F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4318381" y="3067487"/>
            <a:ext cx="7568819" cy="3379350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163C00-7752-03C6-6900-21A1D4C29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3E8F20-E57A-878E-7105-342BFA53C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10717" y="6629400"/>
            <a:ext cx="442001" cy="228600"/>
          </a:xfrm>
        </p:spPr>
        <p:txBody>
          <a:bodyPr/>
          <a:lstStyle/>
          <a:p>
            <a:fld id="{18039B46-FA54-4B70-AC0D-4BB93E2046DD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824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9BB3AFA-5E9B-4F33-1B40-4A5A50EE4B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11481"/>
            <a:ext cx="8231293" cy="914400"/>
          </a:xfrm>
        </p:spPr>
        <p:txBody>
          <a:bodyPr/>
          <a:lstStyle/>
          <a:p>
            <a:r>
              <a:rPr lang="en-US" dirty="0"/>
              <a:t>VM Overhead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8F27212-4BE1-77C6-F242-D33C810821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600199"/>
            <a:ext cx="11024925" cy="4572000"/>
          </a:xfrm>
        </p:spPr>
        <p:txBody>
          <a:bodyPr/>
          <a:lstStyle/>
          <a:p>
            <a:r>
              <a:rPr lang="en-US" dirty="0"/>
              <a:t>VMs run their own operating system</a:t>
            </a:r>
          </a:p>
          <a:p>
            <a:r>
              <a:rPr lang="en-US" dirty="0"/>
              <a:t>Many VMs will have the same operating system (Linux, Windows,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r>
              <a:rPr lang="en-US" dirty="0"/>
              <a:t>Each copy of the OS has a job scheduler, kernel, drivers, </a:t>
            </a:r>
            <a:r>
              <a:rPr lang="en-US" dirty="0" err="1"/>
              <a:t>etc</a:t>
            </a:r>
            <a:r>
              <a:rPr lang="en-US" dirty="0"/>
              <a:t>, 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dirty="0"/>
              <a:t>How can we eliminate overhead but keep the flexibility of VMs?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162538-A2F2-33E8-7EF8-4443726A49F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45104" y="6629400"/>
            <a:ext cx="399211" cy="228600"/>
          </a:xfrm>
        </p:spPr>
        <p:txBody>
          <a:bodyPr/>
          <a:lstStyle/>
          <a:p>
            <a:fld id="{18039B46-FA54-4B70-AC0D-4BB93E2046DD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7983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77699-DF63-422B-8985-6DC0C83A1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11481"/>
            <a:ext cx="8231293" cy="9144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Containers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C87754-6D18-E2BB-16EE-85DB32F0C2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655277" cy="435133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Surround an “app” in a “container”</a:t>
            </a:r>
          </a:p>
          <a:p>
            <a:r>
              <a:rPr lang="en-US" dirty="0"/>
              <a:t>The container is the boundaries of that app</a:t>
            </a:r>
          </a:p>
          <a:p>
            <a:r>
              <a:rPr lang="en-US" dirty="0"/>
              <a:t>The app believes it has a normal OS</a:t>
            </a:r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CDC550-61C6-5A3B-D689-26991F0A8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>
            <a:normAutofit fontScale="25000" lnSpcReduction="20000"/>
          </a:bodyPr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A82C5F-B0DA-30E4-D0DC-CE9034409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10717" y="6629400"/>
            <a:ext cx="442001" cy="228600"/>
          </a:xfrm>
        </p:spPr>
        <p:txBody>
          <a:bodyPr vert="horz" lIns="91440" tIns="45720" rIns="91440" bIns="45720" rtlCol="0" anchor="ctr">
            <a:normAutofit/>
          </a:bodyPr>
          <a:lstStyle/>
          <a:p>
            <a:fld id="{18039B46-FA54-4B70-AC0D-4BB93E2046DD}" type="slidenum">
              <a:rPr lang="en-US"/>
              <a:pPr/>
              <a:t>6</a:t>
            </a:fld>
            <a:endParaRPr lang="en-US"/>
          </a:p>
        </p:txBody>
      </p:sp>
      <p:pic>
        <p:nvPicPr>
          <p:cNvPr id="12" name="Content Placeholder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754865C-3C73-DE26-E8EA-92A81C99B45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4740" y="1703592"/>
            <a:ext cx="8995218" cy="447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943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97BEF-FB32-8A93-1093-4ECEC2566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Isolation Mechanisms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A3D9F1-111A-1608-30A3-634E9771CA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8639" y="1600200"/>
            <a:ext cx="3120993" cy="4572000"/>
          </a:xfrm>
        </p:spPr>
        <p:txBody>
          <a:bodyPr/>
          <a:lstStyle/>
          <a:p>
            <a:r>
              <a:rPr lang="en-US" dirty="0"/>
              <a:t>Linux has a number of mechanisms to isolate processes from each other</a:t>
            </a:r>
          </a:p>
          <a:p>
            <a:r>
              <a:rPr lang="en-US" dirty="0"/>
              <a:t>Pre-existing and new concepts for containers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8A29717-9D46-F2D6-D7E7-6707F5E6E58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049716" y="2057399"/>
            <a:ext cx="7798247" cy="3031958"/>
          </a:xfr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AB52D5-19E6-2BE8-9DBE-D2FB7F7417C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8039B46-FA54-4B70-AC0D-4BB93E2046DD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675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0D8E6-35E0-A0CC-A5C0-85A93C484E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More On Namespaces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4AE945A-90BC-E3AD-97D6-4FF36BCEEC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/>
          <a:lstStyle/>
          <a:p>
            <a:r>
              <a:rPr lang="en-US" dirty="0"/>
              <a:t>Process</a:t>
            </a:r>
          </a:p>
        </p:txBody>
      </p:sp>
      <p:pic>
        <p:nvPicPr>
          <p:cNvPr id="1026" name="Picture 2" descr="Linux Namespaces - Linux containers from scratch - diyC">
            <a:extLst>
              <a:ext uri="{FF2B5EF4-FFF2-40B4-BE49-F238E27FC236}">
                <a16:creationId xmlns:a16="http://schemas.microsoft.com/office/drawing/2014/main" id="{1B1CD1EA-9155-BA6D-18AD-713F394949A6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9788" y="2645740"/>
            <a:ext cx="5157787" cy="3403257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977E71B-78BB-732C-F7E7-CDB2BA89E9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/>
          <a:lstStyle/>
          <a:p>
            <a:r>
              <a:rPr lang="en-US" dirty="0"/>
              <a:t>Mount</a:t>
            </a:r>
          </a:p>
        </p:txBody>
      </p:sp>
      <p:pic>
        <p:nvPicPr>
          <p:cNvPr id="1028" name="Picture 4" descr="PPT - LXC(Linux Container) PowerPoint Presentation, free download - ID ...">
            <a:extLst>
              <a:ext uri="{FF2B5EF4-FFF2-40B4-BE49-F238E27FC236}">
                <a16:creationId xmlns:a16="http://schemas.microsoft.com/office/drawing/2014/main" id="{6F92F486-5257-2C25-419D-AF425CA3448A}"/>
              </a:ext>
            </a:extLst>
          </p:cNvPr>
          <p:cNvPicPr>
            <a:picLocks noGrp="1" noChangeAspect="1" noChangeArrowheads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307402" y="2505075"/>
            <a:ext cx="4912784" cy="368458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D66AAA-E74D-8051-7E56-5DEB24CEC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D0FB9B-5855-8891-63CE-C0967E26A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10717" y="6629400"/>
            <a:ext cx="442001" cy="228600"/>
          </a:xfrm>
        </p:spPr>
        <p:txBody>
          <a:bodyPr/>
          <a:lstStyle/>
          <a:p>
            <a:fld id="{18039B46-FA54-4B70-AC0D-4BB93E2046DD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083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0D8E6-35E0-A0CC-A5C0-85A93C484E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More On Namespaces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4AE945A-90BC-E3AD-97D6-4FF36BCEEC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/>
          <a:lstStyle/>
          <a:p>
            <a:r>
              <a:rPr lang="en-US" dirty="0"/>
              <a:t>Network</a:t>
            </a:r>
          </a:p>
        </p:txBody>
      </p:sp>
      <p:pic>
        <p:nvPicPr>
          <p:cNvPr id="3074" name="Picture 2" descr="Digging into Linux namespaces - part 1">
            <a:extLst>
              <a:ext uri="{FF2B5EF4-FFF2-40B4-BE49-F238E27FC236}">
                <a16:creationId xmlns:a16="http://schemas.microsoft.com/office/drawing/2014/main" id="{A769B7AD-EA71-AE63-DF86-1BCCFDE06C71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9788" y="3132264"/>
            <a:ext cx="5157787" cy="243020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977E71B-78BB-732C-F7E7-CDB2BA89E9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/>
          <a:lstStyle/>
          <a:p>
            <a:r>
              <a:rPr lang="en-US" dirty="0"/>
              <a:t>User ID</a:t>
            </a:r>
          </a:p>
        </p:txBody>
      </p:sp>
      <p:pic>
        <p:nvPicPr>
          <p:cNvPr id="3076" name="Picture 4" descr="Linux Container Primitives: User Namespaces - SCHUTZWERK">
            <a:extLst>
              <a:ext uri="{FF2B5EF4-FFF2-40B4-BE49-F238E27FC236}">
                <a16:creationId xmlns:a16="http://schemas.microsoft.com/office/drawing/2014/main" id="{5F76C42A-A50D-117B-FAE0-F34905CBEB02}"/>
              </a:ext>
            </a:extLst>
          </p:cNvPr>
          <p:cNvPicPr>
            <a:picLocks noGrp="1" noChangeAspect="1" noChangeArrowheads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172200" y="3073776"/>
            <a:ext cx="5183188" cy="254718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D66AAA-E74D-8051-7E56-5DEB24CEC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D0FB9B-5855-8891-63CE-C0967E26A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10717" y="6629400"/>
            <a:ext cx="442001" cy="228600"/>
          </a:xfrm>
        </p:spPr>
        <p:txBody>
          <a:bodyPr/>
          <a:lstStyle/>
          <a:p>
            <a:fld id="{18039B46-FA54-4B70-AC0D-4BB93E2046DD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92986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B4078-6652-7487-75CC-94A3BE1D6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11481"/>
            <a:ext cx="8231293" cy="9144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But wait…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B61214-67C3-F0F6-D6A8-FCEFE24FD5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Those namespaces look like a lot like overhead…</a:t>
            </a:r>
          </a:p>
        </p:txBody>
      </p:sp>
      <p:pic>
        <p:nvPicPr>
          <p:cNvPr id="7" name="Picture 2" descr="The Evolution of Linux Containers and Their Future - DZone">
            <a:extLst>
              <a:ext uri="{FF2B5EF4-FFF2-40B4-BE49-F238E27FC236}">
                <a16:creationId xmlns:a16="http://schemas.microsoft.com/office/drawing/2014/main" id="{11116EAB-8649-AC48-B89B-914C13358BC6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172200" y="2723706"/>
            <a:ext cx="5181600" cy="255517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AB677C-9A99-2A58-5871-36AC1CD6C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>
            <a:normAutofit fontScale="25000" lnSpcReduction="20000"/>
          </a:bodyPr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91110C-A4DD-B36A-72D5-B8668AB21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10717" y="6629400"/>
            <a:ext cx="442001" cy="228600"/>
          </a:xfrm>
        </p:spPr>
        <p:txBody>
          <a:bodyPr vert="horz" lIns="91440" tIns="45720" rIns="91440" bIns="45720" rtlCol="0" anchor="ctr">
            <a:normAutofit/>
          </a:bodyPr>
          <a:lstStyle/>
          <a:p>
            <a:fld id="{18039B46-FA54-4B70-AC0D-4BB93E2046DD}" type="slidenum">
              <a:rPr lang="en-US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231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E8C70FD-6ACE-DFA5-33F6-9E0B6330BA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11481"/>
            <a:ext cx="8231293" cy="914400"/>
          </a:xfrm>
        </p:spPr>
        <p:txBody>
          <a:bodyPr/>
          <a:lstStyle/>
          <a:p>
            <a:r>
              <a:rPr lang="en-US" dirty="0"/>
              <a:t>Other Container Considerations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C5F61BB-B4E8-0355-C047-A030FBBDF0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600199"/>
            <a:ext cx="11024925" cy="4572000"/>
          </a:xfrm>
        </p:spPr>
        <p:txBody>
          <a:bodyPr/>
          <a:lstStyle/>
          <a:p>
            <a:r>
              <a:rPr lang="en-US" dirty="0"/>
              <a:t>Apps are built into “images”</a:t>
            </a:r>
          </a:p>
          <a:p>
            <a:r>
              <a:rPr lang="en-US" dirty="0"/>
              <a:t>Once an image is built, it is immutable</a:t>
            </a:r>
          </a:p>
          <a:p>
            <a:r>
              <a:rPr lang="en-US" dirty="0"/>
              <a:t>A container is one instantiation of that image</a:t>
            </a:r>
          </a:p>
          <a:p>
            <a:r>
              <a:rPr lang="en-US" dirty="0"/>
              <a:t>Any changes in a running container are temporary / non-persistent</a:t>
            </a:r>
          </a:p>
          <a:p>
            <a:r>
              <a:rPr lang="en-US" dirty="0"/>
              <a:t>Therefore… if we built image A, </a:t>
            </a:r>
          </a:p>
          <a:p>
            <a:pPr lvl="1"/>
            <a:r>
              <a:rPr lang="en-US" dirty="0"/>
              <a:t>how does image A compare to image A 3 months from now?</a:t>
            </a:r>
          </a:p>
          <a:p>
            <a:pPr lvl="1"/>
            <a:r>
              <a:rPr lang="en-US" dirty="0"/>
              <a:t>how does container A compare to image A 3 months form now?</a:t>
            </a:r>
          </a:p>
          <a:p>
            <a:pPr lvl="1"/>
            <a:r>
              <a:rPr lang="en-US" dirty="0"/>
              <a:t>how does container A now compare to container A 3 months from now?</a:t>
            </a:r>
          </a:p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0EC2E5-47C0-BE60-6198-A9A8BF1722D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45104" y="6629400"/>
            <a:ext cx="399211" cy="228600"/>
          </a:xfrm>
        </p:spPr>
        <p:txBody>
          <a:bodyPr/>
          <a:lstStyle/>
          <a:p>
            <a:fld id="{18039B46-FA54-4B70-AC0D-4BB93E2046DD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998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 bldLvl="2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6412E-7EF0-8B47-073F-90F1F1944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028FD1B-DF60-8421-5BFF-D4AA5E1AC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Container Support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19E1EE-F655-4E6F-CAA6-3F114392D4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Engines, Images, Layers, Registries, Repositories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10638B-AF82-2B7C-8AF6-41A6D0B2A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>
            <a:normAutofit fontScale="25000" lnSpcReduction="20000"/>
          </a:bodyPr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D920BF-49E0-06E3-2FBF-B0E31E684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10717" y="6629400"/>
            <a:ext cx="442001" cy="228600"/>
          </a:xfrm>
        </p:spPr>
        <p:txBody>
          <a:bodyPr vert="horz" lIns="91440" tIns="45720" rIns="91440" bIns="45720" rtlCol="0" anchor="ctr">
            <a:normAutofit/>
          </a:bodyPr>
          <a:lstStyle/>
          <a:p>
            <a:fld id="{18039B46-FA54-4B70-AC0D-4BB93E2046DD}" type="slidenum">
              <a:rPr lang="en-US" dirty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2507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D92EEC7-97E8-3C84-E478-FE95C1403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r>
              <a:rPr lang="en-US" dirty="0"/>
              <a:t>Container Engines</a:t>
            </a:r>
          </a:p>
        </p:txBody>
      </p:sp>
      <p:pic>
        <p:nvPicPr>
          <p:cNvPr id="12" name="Picture 2" descr="The Industry-Leading Container Runtime | Docker">
            <a:extLst>
              <a:ext uri="{FF2B5EF4-FFF2-40B4-BE49-F238E27FC236}">
                <a16:creationId xmlns:a16="http://schemas.microsoft.com/office/drawing/2014/main" id="{B54BC1CA-F3E2-A410-EED7-D424E29E7117}"/>
              </a:ext>
            </a:extLst>
          </p:cNvPr>
          <p:cNvPicPr>
            <a:picLocks noGrp="1" noChangeAspect="1" noChangeArrowheads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89" b="2289"/>
          <a:stretch/>
        </p:blipFill>
        <p:spPr bwMode="auto">
          <a:xfrm>
            <a:off x="5183188" y="987425"/>
            <a:ext cx="6172200" cy="48736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FB1E5C2-D011-16F5-56BC-7DB2635A7B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/>
          <a:p>
            <a:r>
              <a:rPr lang="en-US" dirty="0"/>
              <a:t>A daemon or process that interfaces between users and containers</a:t>
            </a:r>
          </a:p>
          <a:p>
            <a:r>
              <a:rPr lang="en-US" dirty="0" err="1"/>
              <a:t>dockerd</a:t>
            </a:r>
            <a:r>
              <a:rPr lang="en-US" dirty="0"/>
              <a:t>, </a:t>
            </a:r>
            <a:r>
              <a:rPr lang="en-US" dirty="0" err="1"/>
              <a:t>lxcd</a:t>
            </a:r>
            <a:endParaRPr lang="en-US" dirty="0"/>
          </a:p>
          <a:p>
            <a:r>
              <a:rPr lang="en-US" dirty="0"/>
              <a:t>Important role in making establishing namespaces / communication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CEBB94-5815-3ECA-4AEA-748D1A058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https://en.wikipedia.org/wiki/Daemon_(computing)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15069B-1B32-5AE3-1060-426423F73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10717" y="6629400"/>
            <a:ext cx="442001" cy="228600"/>
          </a:xfrm>
        </p:spPr>
        <p:txBody>
          <a:bodyPr/>
          <a:lstStyle/>
          <a:p>
            <a:fld id="{18039B46-FA54-4B70-AC0D-4BB93E2046DD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2398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B5B50-CCD0-2887-9997-3F26F24731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11481"/>
            <a:ext cx="8231293" cy="914400"/>
          </a:xfrm>
        </p:spPr>
        <p:txBody>
          <a:bodyPr/>
          <a:lstStyle/>
          <a:p>
            <a:r>
              <a:rPr lang="en-US" dirty="0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3DA183-7883-7E91-C5F9-05CDA4F35B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600199"/>
            <a:ext cx="11024925" cy="4572000"/>
          </a:xfrm>
        </p:spPr>
        <p:txBody>
          <a:bodyPr>
            <a:normAutofit/>
          </a:bodyPr>
          <a:lstStyle/>
          <a:p>
            <a:r>
              <a:rPr lang="en-US" dirty="0" err="1"/>
              <a:t>lxd</a:t>
            </a:r>
            <a:endParaRPr lang="en-US" dirty="0"/>
          </a:p>
          <a:p>
            <a:r>
              <a:rPr lang="en-US" dirty="0" err="1"/>
              <a:t>dockerd</a:t>
            </a:r>
            <a:endParaRPr lang="en-US" dirty="0"/>
          </a:p>
          <a:p>
            <a:r>
              <a:rPr lang="en-US" dirty="0" err="1"/>
              <a:t>containerd</a:t>
            </a:r>
            <a:endParaRPr lang="en-US" dirty="0"/>
          </a:p>
          <a:p>
            <a:r>
              <a:rPr lang="en-US" dirty="0" err="1"/>
              <a:t>hyper-v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405392-949B-2087-AC5F-ED787812B3B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45104" y="6629400"/>
            <a:ext cx="399211" cy="228600"/>
          </a:xfrm>
        </p:spPr>
        <p:txBody>
          <a:bodyPr/>
          <a:lstStyle/>
          <a:p>
            <a:fld id="{18039B46-FA54-4B70-AC0D-4BB93E2046DD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5755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6CDD8-EFE8-D957-1F7E-4598326E4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11481"/>
            <a:ext cx="8231293" cy="914400"/>
          </a:xfrm>
        </p:spPr>
        <p:txBody>
          <a:bodyPr/>
          <a:lstStyle/>
          <a:p>
            <a:r>
              <a:rPr lang="en-US" dirty="0"/>
              <a:t>Container Image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424D0-E589-6D39-0264-8F5FD35434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600199"/>
            <a:ext cx="11024925" cy="4572000"/>
          </a:xfrm>
        </p:spPr>
        <p:txBody>
          <a:bodyPr/>
          <a:lstStyle/>
          <a:p>
            <a:r>
              <a:rPr lang="en-US" dirty="0"/>
              <a:t>A file (typically text or binary) that is used by the engine to start a container</a:t>
            </a:r>
          </a:p>
          <a:p>
            <a:r>
              <a:rPr lang="en-US" dirty="0"/>
              <a:t>The image is hashed and (optionally) signed to validate the image before running</a:t>
            </a:r>
          </a:p>
          <a:p>
            <a:r>
              <a:rPr lang="en-US" dirty="0"/>
              <a:t>Images are immutable after creation</a:t>
            </a:r>
          </a:p>
          <a:p>
            <a:r>
              <a:rPr lang="en-US" dirty="0"/>
              <a:t>Standardizing towards Open Container Initiative format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9F4FEC-1BC1-578A-C265-31D74026305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45104" y="6629400"/>
            <a:ext cx="399211" cy="228600"/>
          </a:xfrm>
        </p:spPr>
        <p:txBody>
          <a:bodyPr/>
          <a:lstStyle/>
          <a:p>
            <a:fld id="{18039B46-FA54-4B70-AC0D-4BB93E2046DD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A47CE5-6EC8-4C22-A699-15C599AF9496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525780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https://github.com/opencontainers/runtime-spec/blob/main/config.md</a:t>
            </a:r>
          </a:p>
        </p:txBody>
      </p:sp>
    </p:spTree>
    <p:extLst>
      <p:ext uri="{BB962C8B-B14F-4D97-AF65-F5344CB8AC3E}">
        <p14:creationId xmlns:p14="http://schemas.microsoft.com/office/powerpoint/2010/main" val="23164792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3B5016-F94A-C28C-7463-F9D51DC74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11481"/>
            <a:ext cx="8231293" cy="914400"/>
          </a:xfrm>
        </p:spPr>
        <p:txBody>
          <a:bodyPr/>
          <a:lstStyle/>
          <a:p>
            <a:r>
              <a:rPr lang="en-US" dirty="0"/>
              <a:t>Onions…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DF0305-EE80-DE9D-4312-AA28561C0E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600199"/>
            <a:ext cx="11024925" cy="4572000"/>
          </a:xfrm>
        </p:spPr>
        <p:txBody>
          <a:bodyPr/>
          <a:lstStyle/>
          <a:p>
            <a:r>
              <a:rPr lang="en-US" dirty="0"/>
              <a:t>Images are composed of layers</a:t>
            </a:r>
          </a:p>
          <a:p>
            <a:r>
              <a:rPr lang="en-US" dirty="0"/>
              <a:t>Layers are “stacked” on top of each other</a:t>
            </a:r>
          </a:p>
          <a:p>
            <a:r>
              <a:rPr lang="en-US" dirty="0"/>
              <a:t>The image specifies how to stack the layers</a:t>
            </a:r>
          </a:p>
          <a:p>
            <a:r>
              <a:rPr lang="en-US" dirty="0"/>
              <a:t>A layer includes multiple files</a:t>
            </a:r>
          </a:p>
          <a:p>
            <a:r>
              <a:rPr lang="en-US" dirty="0"/>
              <a:t>A layer may overwrite the contents of an earlier layer</a:t>
            </a:r>
          </a:p>
          <a:p>
            <a:r>
              <a:rPr lang="en-US" dirty="0"/>
              <a:t>We can hash the layers…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E541B5-0A85-F5E7-D10E-604412A8CDA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45104" y="6629400"/>
            <a:ext cx="399211" cy="228600"/>
          </a:xfrm>
        </p:spPr>
        <p:txBody>
          <a:bodyPr/>
          <a:lstStyle/>
          <a:p>
            <a:fld id="{18039B46-FA54-4B70-AC0D-4BB93E2046DD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0270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82B43-3C77-9E3F-6510-878B992A7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11481"/>
            <a:ext cx="8231293" cy="914400"/>
          </a:xfrm>
        </p:spPr>
        <p:txBody>
          <a:bodyPr>
            <a:normAutofit/>
          </a:bodyPr>
          <a:lstStyle/>
          <a:p>
            <a:r>
              <a:rPr lang="en-US"/>
              <a:t>An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D7ABFB-24A6-B1BB-C5E2-C84E5EB26E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683AEC-B017-08B3-3E05-7EE94911EA4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45104" y="6629400"/>
            <a:ext cx="399211" cy="228600"/>
          </a:xfrm>
        </p:spPr>
        <p:txBody>
          <a:bodyPr>
            <a:normAutofit/>
          </a:bodyPr>
          <a:lstStyle/>
          <a:p>
            <a:fld id="{18039B46-FA54-4B70-AC0D-4BB93E2046DD}" type="slidenum">
              <a:rPr lang="en-US"/>
              <a:pPr/>
              <a:t>17</a:t>
            </a:fld>
            <a:endParaRPr lang="en-US"/>
          </a:p>
        </p:txBody>
      </p:sp>
      <p:pic>
        <p:nvPicPr>
          <p:cNvPr id="1026" name="Picture 2" descr="Understanding Docker images and layers | Learn OpenShift">
            <a:extLst>
              <a:ext uri="{FF2B5EF4-FFF2-40B4-BE49-F238E27FC236}">
                <a16:creationId xmlns:a16="http://schemas.microsoft.com/office/drawing/2014/main" id="{C211FBD3-13B4-7202-591B-C14AAE541A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342066" y="1009567"/>
            <a:ext cx="8231293" cy="54369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04351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DCFAE-1391-0071-3293-A5C139C5C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11481"/>
            <a:ext cx="8231293" cy="914400"/>
          </a:xfrm>
        </p:spPr>
        <p:txBody>
          <a:bodyPr/>
          <a:lstStyle/>
          <a:p>
            <a:r>
              <a:rPr lang="en-US" dirty="0"/>
              <a:t>Repository &amp; Namespaces &amp; Registries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BEB1D2-F3BD-3E88-6501-8636A7AF0A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600199"/>
            <a:ext cx="11024925" cy="4572000"/>
          </a:xfrm>
        </p:spPr>
        <p:txBody>
          <a:bodyPr/>
          <a:lstStyle/>
          <a:p>
            <a:r>
              <a:rPr lang="en-US" dirty="0"/>
              <a:t>Repository – location that hosts container images (and their metadata)</a:t>
            </a:r>
          </a:p>
          <a:p>
            <a:pPr lvl="1"/>
            <a:r>
              <a:rPr lang="en-US" dirty="0"/>
              <a:t>Images are versioned (remember, immutable) by tag</a:t>
            </a:r>
          </a:p>
          <a:p>
            <a:endParaRPr lang="en-US" dirty="0"/>
          </a:p>
          <a:p>
            <a:r>
              <a:rPr lang="en-US" dirty="0"/>
              <a:t>Namespace – separates groups of repositories</a:t>
            </a:r>
          </a:p>
          <a:p>
            <a:endParaRPr lang="en-US" dirty="0"/>
          </a:p>
          <a:p>
            <a:r>
              <a:rPr lang="en-US" dirty="0"/>
              <a:t>Registry – location that hosts multiple repositories.  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C27A8C-35B1-4A3E-08FE-DA978E86ABD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45104" y="6629400"/>
            <a:ext cx="399211" cy="228600"/>
          </a:xfrm>
        </p:spPr>
        <p:txBody>
          <a:bodyPr/>
          <a:lstStyle/>
          <a:p>
            <a:fld id="{18039B46-FA54-4B70-AC0D-4BB93E2046DD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4725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7EC48-D3ED-6994-3119-995BEA09E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11481"/>
            <a:ext cx="8231293" cy="914400"/>
          </a:xfrm>
        </p:spPr>
        <p:txBody>
          <a:bodyPr/>
          <a:lstStyle/>
          <a:p>
            <a:r>
              <a:rPr lang="en-US" dirty="0"/>
              <a:t>Full Container Process</a:t>
            </a:r>
          </a:p>
        </p:txBody>
      </p:sp>
      <p:pic>
        <p:nvPicPr>
          <p:cNvPr id="4100" name="Picture 4" descr="Export Logistics and its Process explained with a Flowchart">
            <a:extLst>
              <a:ext uri="{FF2B5EF4-FFF2-40B4-BE49-F238E27FC236}">
                <a16:creationId xmlns:a16="http://schemas.microsoft.com/office/drawing/2014/main" id="{2BF1FF44-C465-692C-D227-9BB3B809B2D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013075" y="1600200"/>
            <a:ext cx="6096000" cy="4572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825774-0E72-35EB-D2D3-88F5175CB40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45104" y="6629400"/>
            <a:ext cx="399211" cy="228600"/>
          </a:xfrm>
        </p:spPr>
        <p:txBody>
          <a:bodyPr/>
          <a:lstStyle/>
          <a:p>
            <a:fld id="{18039B46-FA54-4B70-AC0D-4BB93E2046DD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5E0A29-0902-4C7D-2199-43286B379506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Wait, wrong container</a:t>
            </a:r>
          </a:p>
        </p:txBody>
      </p:sp>
    </p:spTree>
    <p:extLst>
      <p:ext uri="{BB962C8B-B14F-4D97-AF65-F5344CB8AC3E}">
        <p14:creationId xmlns:p14="http://schemas.microsoft.com/office/powerpoint/2010/main" val="12020433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1AA09-1497-DD64-F0B9-27B1FF757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11481"/>
            <a:ext cx="8231293" cy="914400"/>
          </a:xfrm>
        </p:spPr>
        <p:txBody>
          <a:bodyPr>
            <a:normAutofit/>
          </a:bodyPr>
          <a:lstStyle/>
          <a:p>
            <a:r>
              <a:rPr lang="en-US" dirty="0"/>
              <a:t>Full Container Process</a:t>
            </a:r>
          </a:p>
        </p:txBody>
      </p:sp>
      <p:pic>
        <p:nvPicPr>
          <p:cNvPr id="9" name="Picture 6" descr="30 分钟快速入门 Docker 教程 - 知乎">
            <a:extLst>
              <a:ext uri="{FF2B5EF4-FFF2-40B4-BE49-F238E27FC236}">
                <a16:creationId xmlns:a16="http://schemas.microsoft.com/office/drawing/2014/main" id="{CD5AD3A8-3C36-05F9-7F9A-6DED9D0736B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769498" y="1600200"/>
            <a:ext cx="6583153" cy="4572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B85CE7-CA90-A454-4F2A-DAA04C7E00F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45104" y="6629400"/>
            <a:ext cx="399211" cy="228600"/>
          </a:xfrm>
        </p:spPr>
        <p:txBody>
          <a:bodyPr>
            <a:normAutofit/>
          </a:bodyPr>
          <a:lstStyle/>
          <a:p>
            <a:fld id="{18039B46-FA54-4B70-AC0D-4BB93E2046DD}" type="slidenum">
              <a:rPr lang="en-US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9388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2355F-BA79-E7A7-C574-ED0438A27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5414F71-B4A1-1321-758B-F6AD8D04C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More About Images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DC09220-14CC-84D7-B5AB-7A062EB0C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A45715-6B06-B3FD-58F7-4168514AA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>
            <a:normAutofit fontScale="25000" lnSpcReduction="20000"/>
          </a:bodyPr>
          <a:lstStyle/>
          <a:p>
            <a:pPr lvl="0"/>
            <a:endParaRPr lang="en-US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FF6280-9D71-AAA6-E918-44D5860A1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10717" y="6629400"/>
            <a:ext cx="442001" cy="2286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fld id="{18039B46-FA54-4B70-AC0D-4BB93E2046DD}" type="slidenum">
              <a:rPr lang="en-US" noProof="0" dirty="0"/>
              <a:pPr lvl="0"/>
              <a:t>21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1271326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A8118-6C0D-36CC-2059-063C893D77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11481"/>
            <a:ext cx="8231293" cy="914400"/>
          </a:xfrm>
        </p:spPr>
        <p:txBody>
          <a:bodyPr/>
          <a:lstStyle/>
          <a:p>
            <a:r>
              <a:rPr lang="en-US" dirty="0"/>
              <a:t>Multi-architecture support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6F5176-4F0F-AF1B-F6F5-1AA3B0F33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600199"/>
            <a:ext cx="11024925" cy="4572000"/>
          </a:xfrm>
        </p:spPr>
        <p:txBody>
          <a:bodyPr/>
          <a:lstStyle/>
          <a:p>
            <a:r>
              <a:rPr lang="en-US" dirty="0"/>
              <a:t>Image tags may include a manifest</a:t>
            </a:r>
          </a:p>
          <a:p>
            <a:r>
              <a:rPr lang="en-US" dirty="0"/>
              <a:t>Manifest lists which platforms are supported</a:t>
            </a:r>
          </a:p>
          <a:p>
            <a:r>
              <a:rPr lang="en-US" dirty="0"/>
              <a:t>Docker automatically determines the correct platform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AF7281-D078-CA6F-902C-DC61C851BD4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45104" y="6629400"/>
            <a:ext cx="399211" cy="228600"/>
          </a:xfrm>
        </p:spPr>
        <p:txBody>
          <a:bodyPr/>
          <a:lstStyle/>
          <a:p>
            <a:fld id="{18039B46-FA54-4B70-AC0D-4BB93E2046DD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274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5E6E5-7E47-57A1-0835-B8205B2F2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11481"/>
            <a:ext cx="8231293" cy="914400"/>
          </a:xfrm>
        </p:spPr>
        <p:txBody>
          <a:bodyPr/>
          <a:lstStyle/>
          <a:p>
            <a:r>
              <a:rPr lang="en-US" dirty="0"/>
              <a:t>Image Security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2D0D8-332E-7138-DBF1-849651E763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600199"/>
            <a:ext cx="11024925" cy="4572000"/>
          </a:xfrm>
        </p:spPr>
        <p:txBody>
          <a:bodyPr/>
          <a:lstStyle/>
          <a:p>
            <a:r>
              <a:rPr lang="en-US" dirty="0"/>
              <a:t>Since images are composed of files…</a:t>
            </a:r>
          </a:p>
          <a:p>
            <a:pPr lvl="1"/>
            <a:r>
              <a:rPr lang="en-US" dirty="0"/>
              <a:t>We can scan the </a:t>
            </a:r>
            <a:r>
              <a:rPr lang="en-US"/>
              <a:t>files statically (more about this later)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DBB9CC-A294-D393-E7C7-ED053DB199F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45104" y="6629400"/>
            <a:ext cx="399211" cy="228600"/>
          </a:xfrm>
        </p:spPr>
        <p:txBody>
          <a:bodyPr/>
          <a:lstStyle/>
          <a:p>
            <a:fld id="{18039B46-FA54-4B70-AC0D-4BB93E2046DD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390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6412E-7EF0-8B47-073F-90F1F1944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028FD1B-DF60-8421-5BFF-D4AA5E1AC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Docker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1D36228-FB74-1993-A4E9-A71B5E3E29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10638B-AF82-2B7C-8AF6-41A6D0B2A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 anchor="ctr">
            <a:normAutofit fontScale="25000" lnSpcReduction="20000"/>
          </a:bodyPr>
          <a:lstStyle/>
          <a:p>
            <a:pPr lvl="0"/>
            <a:endParaRPr lang="en-US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D920BF-49E0-06E3-2FBF-B0E31E684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10717" y="6629400"/>
            <a:ext cx="442001" cy="2286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fld id="{18039B46-FA54-4B70-AC0D-4BB93E2046DD}" type="slidenum">
              <a:rPr lang="en-US" noProof="0" dirty="0"/>
              <a:pPr lvl="0"/>
              <a:t>24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4600688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D92EEC7-97E8-3C84-E478-FE95C1403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11481"/>
            <a:ext cx="8231293" cy="914400"/>
          </a:xfrm>
        </p:spPr>
        <p:txBody>
          <a:bodyPr/>
          <a:lstStyle/>
          <a:p>
            <a:r>
              <a:rPr lang="en-US" dirty="0"/>
              <a:t>Container vs Image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FB1E5C2-D011-16F5-56BC-7DB2635A7B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600199"/>
            <a:ext cx="11024925" cy="4572000"/>
          </a:xfrm>
        </p:spPr>
        <p:txBody>
          <a:bodyPr/>
          <a:lstStyle/>
          <a:p>
            <a:r>
              <a:rPr lang="en-US" dirty="0"/>
              <a:t>Containers run from immutable images</a:t>
            </a:r>
          </a:p>
          <a:p>
            <a:r>
              <a:rPr lang="en-US" dirty="0"/>
              <a:t>So how are we writing a file???</a:t>
            </a:r>
          </a:p>
          <a:p>
            <a:r>
              <a:rPr lang="en-US" dirty="0"/>
              <a:t>Each container gets a R/W layer that is shimmed on top of the images</a:t>
            </a:r>
          </a:p>
          <a:p>
            <a:pPr lvl="1"/>
            <a:r>
              <a:rPr lang="en-US" dirty="0"/>
              <a:t>R/W layer saved when container is stopped</a:t>
            </a:r>
          </a:p>
          <a:p>
            <a:pPr lvl="1"/>
            <a:r>
              <a:rPr lang="en-US" dirty="0"/>
              <a:t>Deleted when container is removed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15069B-1B32-5AE3-1060-426423F7333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45104" y="6629400"/>
            <a:ext cx="399211" cy="228600"/>
          </a:xfrm>
        </p:spPr>
        <p:txBody>
          <a:bodyPr/>
          <a:lstStyle/>
          <a:p>
            <a:fld id="{18039B46-FA54-4B70-AC0D-4BB93E2046DD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810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5A893-9DAA-3F4C-FC1F-A7A7E4E19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11481"/>
            <a:ext cx="8231293" cy="914400"/>
          </a:xfrm>
        </p:spPr>
        <p:txBody>
          <a:bodyPr/>
          <a:lstStyle/>
          <a:p>
            <a:r>
              <a:rPr lang="en-US" dirty="0"/>
              <a:t>Container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57029-C41A-124A-EF02-DC1E9073C2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600199"/>
            <a:ext cx="11024925" cy="4572000"/>
          </a:xfrm>
        </p:spPr>
        <p:txBody>
          <a:bodyPr/>
          <a:lstStyle/>
          <a:p>
            <a:r>
              <a:rPr lang="en-US" dirty="0"/>
              <a:t>Designed to be short-lived and ephemeral</a:t>
            </a:r>
          </a:p>
          <a:p>
            <a:pPr lvl="1"/>
            <a:r>
              <a:rPr lang="en-US" dirty="0"/>
              <a:t>Stop once their “entry point” finishes</a:t>
            </a:r>
          </a:p>
          <a:p>
            <a:pPr lvl="1"/>
            <a:r>
              <a:rPr lang="en-US" dirty="0"/>
              <a:t>Spin them up / tear them down as needed</a:t>
            </a:r>
          </a:p>
          <a:p>
            <a:r>
              <a:rPr lang="en-US" dirty="0"/>
              <a:t>Run command always starts a new container</a:t>
            </a:r>
          </a:p>
          <a:p>
            <a:r>
              <a:rPr lang="en-US" dirty="0"/>
              <a:t>Start/stop work with existing containers</a:t>
            </a:r>
          </a:p>
          <a:p>
            <a:pPr lvl="1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6F4EC2-D255-3B53-CBD9-8D8F4D817D3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45104" y="6629400"/>
            <a:ext cx="399211" cy="228600"/>
          </a:xfrm>
        </p:spPr>
        <p:txBody>
          <a:bodyPr/>
          <a:lstStyle/>
          <a:p>
            <a:fld id="{18039B46-FA54-4B70-AC0D-4BB93E2046DD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9582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1A64B-9ABC-3000-628A-06CF1265C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E1C52B-5033-8B7F-BFF2-508D10EF1F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docker container run -it alpine</a:t>
            </a:r>
          </a:p>
          <a:p>
            <a:r>
              <a:rPr lang="en-US" dirty="0"/>
              <a:t>echo hello &gt; test.txt</a:t>
            </a:r>
          </a:p>
          <a:p>
            <a:r>
              <a:rPr lang="en-US" dirty="0"/>
              <a:t>cat test.txt</a:t>
            </a:r>
          </a:p>
          <a:p>
            <a:r>
              <a:rPr lang="en-US" dirty="0"/>
              <a:t>Use docker desktop to inspect filesystem</a:t>
            </a:r>
          </a:p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2139EB-8E23-4F7B-F020-13312A40CFC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8039B46-FA54-4B70-AC0D-4BB93E2046DD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2566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82EA3DB-FEE0-084F-E004-49822CEBE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11481"/>
            <a:ext cx="8231293" cy="914400"/>
          </a:xfrm>
        </p:spPr>
        <p:txBody>
          <a:bodyPr/>
          <a:lstStyle/>
          <a:p>
            <a:r>
              <a:rPr lang="en-US" dirty="0"/>
              <a:t>Docker cheat sheet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4D4CF2-3ED5-B401-BBAC-FA85B485C45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45104" y="6629400"/>
            <a:ext cx="399211" cy="228600"/>
          </a:xfrm>
        </p:spPr>
        <p:txBody>
          <a:bodyPr/>
          <a:lstStyle/>
          <a:p>
            <a:fld id="{18039B46-FA54-4B70-AC0D-4BB93E2046DD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7DE72-CD17-26B1-4512-C7D7FC4E5BB3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548640" y="1325881"/>
            <a:ext cx="7620000" cy="6858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https://docs.docker.com/get-started/docker_cheatsheet.pdf</a:t>
            </a:r>
          </a:p>
        </p:txBody>
      </p:sp>
    </p:spTree>
    <p:extLst>
      <p:ext uri="{BB962C8B-B14F-4D97-AF65-F5344CB8AC3E}">
        <p14:creationId xmlns:p14="http://schemas.microsoft.com/office/powerpoint/2010/main" val="1694393340"/>
      </p:ext>
    </p:extLst>
  </p:cSld>
  <p:clrMapOvr>
    <a:masterClrMapping/>
  </p:clrMapOvr>
</p:sld>
</file>

<file path=ppt/theme/theme1.xml><?xml version="1.0" encoding="utf-8"?>
<a:theme xmlns:a="http://schemas.openxmlformats.org/drawingml/2006/main" name="1_US Army 2023 AFC DEVCOM Logo">
  <a:themeElements>
    <a:clrScheme name="US Army Color Palette">
      <a:dk1>
        <a:srgbClr val="000000"/>
      </a:dk1>
      <a:lt1>
        <a:srgbClr val="FFFFFF"/>
      </a:lt1>
      <a:dk2>
        <a:srgbClr val="221F20"/>
      </a:dk2>
      <a:lt2>
        <a:srgbClr val="FFCC01"/>
      </a:lt2>
      <a:accent1>
        <a:srgbClr val="221F20"/>
      </a:accent1>
      <a:accent2>
        <a:srgbClr val="FFCC01"/>
      </a:accent2>
      <a:accent3>
        <a:srgbClr val="727365"/>
      </a:accent3>
      <a:accent4>
        <a:srgbClr val="D5D5D7"/>
      </a:accent4>
      <a:accent5>
        <a:srgbClr val="565557"/>
      </a:accent5>
      <a:accent6>
        <a:srgbClr val="BFB8A6"/>
      </a:accent6>
      <a:hlink>
        <a:srgbClr val="565557"/>
      </a:hlink>
      <a:folHlink>
        <a:srgbClr val="305B6E"/>
      </a:folHlink>
    </a:clrScheme>
    <a:fontScheme name="US Army 2023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US Army 2023 Effect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127000" dist="63500" dir="2700000" algn="b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ln>
          <a:noFill/>
          <a:miter/>
        </a:ln>
      </a:spPr>
      <a:bodyPr/>
      <a:lstStyle>
        <a:defPPr algn="ctr">
          <a:lnSpc>
            <a:spcPct val="95000"/>
          </a:lnSpc>
          <a:defRPr sz="1700"/>
        </a:defPPr>
      </a:lstStyle>
      <a:style>
        <a:lnRef idx="0">
          <a:schemeClr val="accent1"/>
        </a:lnRef>
        <a:fillRef idx="1">
          <a:schemeClr val="accent1"/>
        </a:fillRef>
        <a:effectRef idx="0">
          <a:srgbClr val="000000"/>
        </a:effectRef>
        <a:fontRef idx="minor">
          <a:srgbClr val="FFFFFF"/>
        </a:fontRef>
      </a:style>
    </a:spDef>
    <a:lnDef>
      <a:spPr>
        <a:ln w="12700" cap="flat">
          <a:miter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rgbClr val="000000"/>
        </a:effectRef>
        <a:fontRef idx="minor">
          <a:srgbClr val="FFFFFF"/>
        </a:fontRef>
      </a:style>
    </a:lnDef>
    <a:txDef>
      <a:spPr>
        <a:noFill/>
      </a:spPr>
      <a:bodyPr wrap="square" lIns="0" tIns="0" rIns="0" bIns="0" rtlCol="0">
        <a:noAutofit/>
      </a:bodyPr>
      <a:lstStyle>
        <a:defPPr marL="182880" indent="-182880">
          <a:lnSpc>
            <a:spcPct val="95000"/>
          </a:lnSpc>
          <a:spcBef>
            <a:spcPts val="1000"/>
          </a:spcBef>
          <a:buSzPct val="100000"/>
          <a:buFont typeface="Arial"/>
          <a:buChar char="▪"/>
          <a:defRPr sz="1700"/>
        </a:defPPr>
      </a:lstStyle>
    </a:txDef>
  </a:objectDefaults>
  <a:extraClrSchemeLst/>
  <a:custClrLst>
    <a:custClr name="Army Black">
      <a:srgbClr val="221F20"/>
    </a:custClr>
    <a:custClr name="Army Gold">
      <a:srgbClr val="FFCC01"/>
    </a:custClr>
    <a:custClr name="White">
      <a:srgbClr val="FFFFFF"/>
    </a:custClr>
    <a:custClr name="Army Green">
      <a:srgbClr val="2F372F"/>
    </a:custClr>
    <a:custClr name="Tan">
      <a:srgbClr val="F1E4C7"/>
    </a:custClr>
    <a:custClr name="Field 01">
      <a:srgbClr val="727365"/>
    </a:custClr>
    <a:custClr name="Field 02">
      <a:srgbClr val="BFB8A6"/>
    </a:custClr>
    <a:custClr name="Gray 01">
      <a:srgbClr val="565557"/>
    </a:custClr>
    <a:custClr name="Gray 02">
      <a:srgbClr val="D5D5D7"/>
    </a:custClr>
    <a:custClr name="Highlight Orange">
      <a:srgbClr val="F16521"/>
    </a:custClr>
    <a:custClr name="Highlight Green">
      <a:srgbClr val="2DAA27"/>
    </a:custClr>
    <a:custClr name="Highlight Red">
      <a:srgbClr val="CF0000"/>
    </a:custClr>
  </a:custClrLst>
  <a:extLst>
    <a:ext uri="{05A4C25C-085E-4340-85A3-A5531E510DB2}">
      <thm15:themeFamily xmlns:thm15="http://schemas.microsoft.com/office/thememl/2012/main" name="US Army PowerPoint 16x9 12Feb2023" id="{3EB2FCAD-453B-4F97-9379-31EB449BB4A1}" vid="{CCBAEC26-5D3F-44DD-9C13-DB69982D462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AI2C Slide Template</Template>
  <TotalTime>3291</TotalTime>
  <Words>697</Words>
  <Application>Microsoft Office PowerPoint</Application>
  <PresentationFormat>Widescreen</PresentationFormat>
  <Paragraphs>133</Paragraphs>
  <Slides>28</Slides>
  <Notes>2</Notes>
  <HiddenSlides>3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Aptos</vt:lpstr>
      <vt:lpstr>Arial</vt:lpstr>
      <vt:lpstr>Arial Bold</vt:lpstr>
      <vt:lpstr>Play</vt:lpstr>
      <vt:lpstr>1_US Army 2023 AFC DEVCOM Logo</vt:lpstr>
      <vt:lpstr>Containers and images</vt:lpstr>
      <vt:lpstr>Lesson Objectives</vt:lpstr>
      <vt:lpstr>Containers</vt:lpstr>
      <vt:lpstr>Spot the Difference</vt:lpstr>
      <vt:lpstr>VM Overhead</vt:lpstr>
      <vt:lpstr>Containers</vt:lpstr>
      <vt:lpstr>Isolation Mechanisms</vt:lpstr>
      <vt:lpstr>More On Namespaces</vt:lpstr>
      <vt:lpstr>More On Namespaces</vt:lpstr>
      <vt:lpstr>But wait…</vt:lpstr>
      <vt:lpstr>Other Container Considerations</vt:lpstr>
      <vt:lpstr>Container Support</vt:lpstr>
      <vt:lpstr>Container Engines</vt:lpstr>
      <vt:lpstr>Examples</vt:lpstr>
      <vt:lpstr>Container Image</vt:lpstr>
      <vt:lpstr>Onions…</vt:lpstr>
      <vt:lpstr>An Example</vt:lpstr>
      <vt:lpstr>Repository &amp; Namespaces &amp; Registries</vt:lpstr>
      <vt:lpstr>Full Container Process</vt:lpstr>
      <vt:lpstr>Full Container Process</vt:lpstr>
      <vt:lpstr>More About Images</vt:lpstr>
      <vt:lpstr>Multi-architecture support</vt:lpstr>
      <vt:lpstr>Image Security</vt:lpstr>
      <vt:lpstr>Docker</vt:lpstr>
      <vt:lpstr>Container vs Image</vt:lpstr>
      <vt:lpstr>Container Principles</vt:lpstr>
      <vt:lpstr>Demo</vt:lpstr>
      <vt:lpstr>Docker cheat sheet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Shafer</dc:creator>
  <cp:lastModifiedBy>Robert Haenze</cp:lastModifiedBy>
  <cp:revision>157</cp:revision>
  <dcterms:created xsi:type="dcterms:W3CDTF">2025-09-17T14:29:17Z</dcterms:created>
  <dcterms:modified xsi:type="dcterms:W3CDTF">2026-08-07T21:49:29Z</dcterms:modified>
</cp:coreProperties>
</file>
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76" r:id="rId4"/>
  </p:sldIdLst>
  <p:sldSz cx="12192000" cy="6858000"/>
  <p:notesSz cx="6858000" cy="9144000"/>
  <p:embeddedFontLst>
    <p:embeddedFont>
      <p:font typeface="Arial Bold" panose="020B0704020202020204" pitchFamily="34" charset="0"/>
      <p:bold r:id="rId6"/>
    </p:embeddedFont>
    <p:embeddedFont>
      <p:font typeface="Play" panose="020B060402020202020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4D1AB0-2925-4953-8AE0-7B973092ED5E}">
  <a:tblStyle styleId="{4B4D1AB0-2925-4953-8AE0-7B973092ED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677852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70677852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7335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052490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064330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18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9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4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0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4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2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4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38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07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61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3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0438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03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4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1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8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1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04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9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48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25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3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28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56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90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99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85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499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4798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520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9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8FF48C0-9750-4D6E-5860-4DC5EDB8F83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02F1D5-C4ED-CB9C-9FAC-48F5ACA7961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AF5866C-9F25-3D80-C56F-B57A28B4B00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4E4A1B5-4407-DC72-984A-3E4D41D46F7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971EA5A-47D3-99A3-3A6B-71F941D771D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15B789-077D-D626-01EF-9406D5A22B4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E44AF09-B51C-9FA2-1D18-1E263699B9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ECC310F-8B65-5F92-0786-EBF1B1C16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2F5A7D8-D815-1784-7C5D-39734DF38B7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5F458A7-9133-CD4B-916B-188790E6CD2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CI/CD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914402" y="3784732"/>
            <a:ext cx="3565524" cy="4572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/>
              <a:t>AI2C Tech Intro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934CD16-F3A4-FE1C-B9B0-FAB60720C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Explain how modern software teams utilize CI/CD pipelines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Implement a CI pipeline using GitHub Actions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dirty="0"/>
              <a:t>Other Resources</a:t>
            </a:r>
            <a:endParaRPr dirty="0"/>
          </a:p>
        </p:txBody>
      </p:sp>
      <p:sp>
        <p:nvSpPr>
          <p:cNvPr id="229" name="Google Shape;229;p33"/>
          <p:cNvSpPr txBox="1">
            <a:spLocks noGrp="1"/>
          </p:cNvSpPr>
          <p:nvPr>
            <p:ph idx="1"/>
          </p:nvPr>
        </p:nvSpPr>
        <p:spPr>
          <a:xfrm>
            <a:off x="838200" y="17567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4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26</Words>
  <Application>Microsoft Office PowerPoint</Application>
  <PresentationFormat>Widescreen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 Bold</vt:lpstr>
      <vt:lpstr>Play</vt:lpstr>
      <vt:lpstr>Arial</vt:lpstr>
      <vt:lpstr>US Army 2023 AFC DEVCOM Logo</vt:lpstr>
      <vt:lpstr>CI/CD</vt:lpstr>
      <vt:lpstr>Objectives</vt:lpstr>
      <vt:lpstr>Other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36</cp:revision>
  <dcterms:modified xsi:type="dcterms:W3CDTF">2026-06-04T16:07:23Z</dcterms:modified>
</cp:coreProperties>
</file>